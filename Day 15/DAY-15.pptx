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heme/themeOverride1.xml" ContentType="application/vnd.openxmlformats-officedocument.themeOverr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theme/themeOverride2.xml" ContentType="application/vnd.openxmlformats-officedocument.themeOverride+xml"/>
  <Override PartName="/ppt/theme/themeOverride3.xml" ContentType="application/vnd.openxmlformats-officedocument.themeOverr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Lst>
  <p:notesMasterIdLst>
    <p:notesMasterId r:id="rId23"/>
  </p:notesMasterIdLst>
  <p:sldIdLst>
    <p:sldId id="256" r:id="rId4"/>
    <p:sldId id="402" r:id="rId5"/>
    <p:sldId id="276" r:id="rId6"/>
    <p:sldId id="363" r:id="rId7"/>
    <p:sldId id="4805" r:id="rId8"/>
    <p:sldId id="4782" r:id="rId9"/>
    <p:sldId id="4783" r:id="rId10"/>
    <p:sldId id="4784" r:id="rId11"/>
    <p:sldId id="420" r:id="rId12"/>
    <p:sldId id="421" r:id="rId13"/>
    <p:sldId id="375" r:id="rId14"/>
    <p:sldId id="4806" r:id="rId15"/>
    <p:sldId id="4807" r:id="rId16"/>
    <p:sldId id="4808" r:id="rId17"/>
    <p:sldId id="358" r:id="rId18"/>
    <p:sldId id="359" r:id="rId19"/>
    <p:sldId id="360" r:id="rId20"/>
    <p:sldId id="419" r:id="rId21"/>
    <p:sldId id="409" r:id="rId22"/>
  </p:sldIdLst>
  <p:sldSz cx="12188825" cy="6858000"/>
  <p:notesSz cx="6858000" cy="9144000"/>
  <p:embeddedFontLst>
    <p:embeddedFont>
      <p:font typeface="72" panose="020B0503030000000003" pitchFamily="34" charset="0"/>
      <p:regular r:id="rId24"/>
      <p:bold r:id="rId25"/>
      <p:italic r:id="rId26"/>
      <p:boldItalic r:id="rId27"/>
    </p:embeddedFont>
    <p:embeddedFont>
      <p:font typeface="Arial Black" panose="020B0A04020102020204" pitchFamily="34" charset="0"/>
      <p:regular r:id="rId28"/>
      <p:bold r:id="rId29"/>
    </p:embeddedFont>
    <p:embeddedFont>
      <p:font typeface="Cambria" panose="02040503050406030204" pitchFamily="18" charset="0"/>
      <p:regular r:id="rId30"/>
      <p:bold r:id="rId31"/>
      <p:italic r:id="rId32"/>
      <p:boldItalic r:id="rId33"/>
    </p:embeddedFont>
    <p:embeddedFont>
      <p:font typeface="Cooper Black" panose="0208090404030B020404" pitchFamily="18" charset="0"/>
      <p:regular r:id="rId34"/>
    </p:embeddedFont>
    <p:embeddedFont>
      <p:font typeface="Corben" panose="020B0604020202020204" charset="0"/>
      <p:bold r:id="rId35"/>
    </p:embeddedFont>
    <p:embeddedFont>
      <p:font typeface="Open Sans" panose="020B0606030504020204" pitchFamily="34" charset="0"/>
      <p:regular r:id="rId36"/>
      <p:bold r:id="rId37"/>
      <p:italic r:id="rId38"/>
      <p:boldItalic r:id="rId39"/>
    </p:embeddedFont>
    <p:embeddedFont>
      <p:font typeface="Quattrocento Sans" panose="020B0502050000020003" pitchFamily="34"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
      <p:font typeface="Segoe UI Light" panose="020B0502040204020203" pitchFamily="34" charset="0"/>
      <p:regular r:id="rId48"/>
      <p: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font" Target="fonts/font3.fntdata"/><Relationship Id="rId39" Type="http://schemas.openxmlformats.org/officeDocument/2006/relationships/font" Target="fonts/font16.fntdata"/><Relationship Id="rId21" Type="http://schemas.openxmlformats.org/officeDocument/2006/relationships/slide" Target="slides/slide18.xml"/><Relationship Id="rId34" Type="http://schemas.openxmlformats.org/officeDocument/2006/relationships/font" Target="fonts/font11.fntdata"/><Relationship Id="rId42" Type="http://schemas.openxmlformats.org/officeDocument/2006/relationships/font" Target="fonts/font19.fntdata"/><Relationship Id="rId47" Type="http://schemas.openxmlformats.org/officeDocument/2006/relationships/font" Target="fonts/font24.fntdata"/><Relationship Id="rId7" Type="http://schemas.openxmlformats.org/officeDocument/2006/relationships/slide" Target="slides/slide4.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font" Target="fonts/font6.fntdata"/><Relationship Id="rId11" Type="http://schemas.openxmlformats.org/officeDocument/2006/relationships/slide" Target="slides/slide8.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font" Target="fonts/font14.fntdata"/><Relationship Id="rId40" Type="http://schemas.openxmlformats.org/officeDocument/2006/relationships/font" Target="fonts/font17.fntdata"/><Relationship Id="rId45" Type="http://schemas.openxmlformats.org/officeDocument/2006/relationships/font" Target="fonts/font22.fntdata"/><Relationship Id="rId5" Type="http://schemas.openxmlformats.org/officeDocument/2006/relationships/slide" Target="slides/slide2.xml"/><Relationship Id="rId203" Type="http://customschemas.google.com/relationships/presentationmetadata" Target="meta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font" Target="fonts/font8.fntdata"/><Relationship Id="rId44" Type="http://schemas.openxmlformats.org/officeDocument/2006/relationships/font" Target="fonts/font21.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43" Type="http://schemas.openxmlformats.org/officeDocument/2006/relationships/font" Target="fonts/font20.fntdata"/><Relationship Id="rId48" Type="http://schemas.openxmlformats.org/officeDocument/2006/relationships/font" Target="fonts/font25.fntdata"/><Relationship Id="rId207" Type="http://schemas.openxmlformats.org/officeDocument/2006/relationships/tableStyles" Target="tableStyles.xml"/><Relationship Id="rId8" Type="http://schemas.openxmlformats.org/officeDocument/2006/relationships/slide" Target="slides/slide5.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font" Target="fonts/font15.fntdata"/><Relationship Id="rId46" Type="http://schemas.openxmlformats.org/officeDocument/2006/relationships/font" Target="fonts/font23.fntdata"/><Relationship Id="rId20" Type="http://schemas.openxmlformats.org/officeDocument/2006/relationships/slide" Target="slides/slide17.xml"/><Relationship Id="rId41" Type="http://schemas.openxmlformats.org/officeDocument/2006/relationships/font" Target="fonts/font18.fntdata"/><Relationship Id="rId1" Type="http://schemas.openxmlformats.org/officeDocument/2006/relationships/slideMaster" Target="slideMasters/slideMaster1.xml"/><Relationship Id="rId6" Type="http://schemas.openxmlformats.org/officeDocument/2006/relationships/slide" Target="slides/slide3.xml"/><Relationship Id="rId204" Type="http://schemas.openxmlformats.org/officeDocument/2006/relationships/presProps" Target="presProps.xml"/><Relationship Id="rId15" Type="http://schemas.openxmlformats.org/officeDocument/2006/relationships/slide" Target="slides/slide12.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font" Target="fonts/font13.fntdata"/><Relationship Id="rId49" Type="http://schemas.openxmlformats.org/officeDocument/2006/relationships/font" Target="fonts/font26.fntdata"/></Relationships>
</file>

<file path=ppt/ink/ink1.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4-09-13T07:42:14.676"/>
    </inkml:context>
    <inkml:brush xml:id="br0">
      <inkml:brushProperty name="width" value="0.05292" units="cm"/>
      <inkml:brushProperty name="height" value="0.05292" units="cm"/>
      <inkml:brushProperty name="color" value="#FF0000"/>
    </inkml:brush>
  </inkml:definitions>
  <inkml:trace contextRef="#ctx0" brushRef="#br0">6084 3042 0,'0'0'0,"13"-26"31,14 26-31,-1 39 31,-13-12 1,-13-14-32,-26 66 31,-40 146 0,13-53 0,53-106 1,39-198-1,54-172 0,13 79 0,-27 238 1,-66 14-32,27 158 31,-27-132-31,27 145 31,-14-53-15</inkml:trace>
  <inkml:trace contextRef="#ctx0" brushRef="#br0" timeOffset="177.64">6163 3439 0,'-26'-13'31,"52"26"-31,1-66 32,-1 40-32,80-14 15</inkml:trace>
  <inkml:trace contextRef="#ctx0" brushRef="#br0" timeOffset="599.29">6534 3306 0,'13'27'62,"-13"-14"-46,13 0-16,-13 1 15,40 78 1,-27-79 0,-13 40-1,0-39 17,0-28-17,0-91 1,13 78-1,0-13-15,14-52 16,-14 79 0,-13-1-16,40 41 15,13 105 17,-53-105-17,26 52 1,-26-66-1,13 0 1</inkml:trace>
  <inkml:trace contextRef="#ctx0" brushRef="#br0" timeOffset="939">6891 3346 0,'0'0'0,"0"27"47,13-14-31,0 40-1,0-27 1,27 27 0,-27-53-1,0 13-15,14-13 16,-14-13-1,-13-13-15,13-146 32,-13 132-17,-13 14-15,0-14 16,0 40 0,-1 0 15</inkml:trace>
  <inkml:trace contextRef="#ctx0" brushRef="#br0" timeOffset="1610.05">7063 3121 0,'0'0'16,"0"-92"-1,0 79 1,13-14-1,0 133 17,0-27-17,-13 159 17,0-211-17,0-1-15,0 27 31,13-53 16,-13-13 16,0 0-32,0-14 0,0-52 1,0 52-32,27-65 31,39 12 0,-40 80-31,41 80 31,-41 65 1,-79-65-1,-26-80 0,52 0-31</inkml:trace>
  <inkml:trace contextRef="#ctx0" brushRef="#br0" timeOffset="2054.77">7459 3055 0,'-26'-66'31,"52"132"-31,-65-158 32,39 105-32,26 79 31,14 94 0,-40-160-31,13 67 16,-13-80-1,0 0 1,0-26 0,26-80 15,-12 80-31,39-66 15,-40 79 1,13 39 0,-26-12-1,27 105 17,-14-79-17</inkml:trace>
  <inkml:trace contextRef="#ctx0" brushRef="#br0" timeOffset="2514.58">8015 3333 0,'13'-27'16,"-26"54"-16,26-67 0,-13 14 0,-53-80 31,40 80-16,-53-14 1,53 40 0,-40 66-1,39-53 1,-12 80 0,26-80-16,13 53 31,0-53-16,14-13 1,-1 0 0,-26-13-16,53-93 31,-40 80-15,1 13-1,-1 26 1,0 53-1,0-40 1,-13-12-16,27 25 16,-14-25-1,-13-1-15,13-13 0</inkml:trace>
  <inkml:trace contextRef="#ctx0" brushRef="#br0" timeOffset="2856.94">8081 3148 0,'0'0'0,"0"-40"16,0 27 0,13 26-1,14 80 1,-14-67 0,26 67-1,-25-80 1,-14 0-16,26 14 15,-13-27 1,40-119 15,-39 52-15,12 1 15,-13 119 0,-13-40-15,0 27-16</inkml:trace>
  <inkml:trace contextRef="#ctx0" brushRef="#br0" timeOffset="3317.38">6520 3624 0,'0'0'0,"27"13"31,277 0 1,450-26-1,-622 13-16,278 0 1,-291 0 0,-26 0 15,-120 0 0,1 0-15</inkml:trace>
  <inkml:trace contextRef="#ctx0" brushRef="#br0" timeOffset="4842.2">15540 6467 0,'0'0'0,"-26"-79"31,26 66-31,-13-67 31,-1 54-15,14 13 15,397 39 0,383 14 0,-39-14 1,-291-26-17,-397 0 1,26-13 15,-92 13-15,-14 0-1,14 0-15</inkml:trace>
  <inkml:trace contextRef="#ctx0" brushRef="#br0" timeOffset="5856.36">18556 6176 0,'0'0'0,"-14"-13"15,28 13 17,-14 53-1,0-40-15,0 14-16,-40 65 31,40-52 0,-13-40-31,13-27 31,0-92 1,26-53-1,27 80 0,13 65 0,27 120 1,-80 0-1,-53-1 0,-92-39 0,53-40 1,132-39-1,132 13 0,-93 65 0,-92 1 1,-119-13-1,-53-53 0,146 0-31,0-1 0</inkml:trace>
  <inkml:trace contextRef="#ctx0" brushRef="#br0" timeOffset="6345.03">19005 6070 0,'0'0'0,"14"-13"31,-14 106 0,-14 52 0,14-118-31,-26 65 32,-1-92-1,54-106 0,52-105 0,-52 171-31,26-39 32,-14 158-1,1 186 0,-40-120 0,0-132-31</inkml:trace>
  <inkml:trace contextRef="#ctx0" brushRef="#br0" timeOffset="6506.14">19019 6269 0,'-14'-27'31,"28"54"-31,52-67 16,-40 40 0,80-13-1</inkml:trace>
  <inkml:trace contextRef="#ctx0" brushRef="#br0" timeOffset="6874.36">19587 6123 0,'0'0'0,"-13"-92"16,13 79-1,-40-1 1,27 14 0,-53 40-1,53-27 1,-40 67-1,40-67 1,13 13-16,13 27 16,0-26-1,14-14-15,-1 26 16,27 14 0,-40-53-1,-26 14 1,0-14-1,-14-14-15,-39-12 16,40 26-16,-40-27 16</inkml:trace>
  <inkml:trace contextRef="#ctx0" brushRef="#br0" timeOffset="8991.15">15355 5290 0,'0'0'0,"0"13"16,-26-13-16,26-13 15,0 0 1,145 13-1,-66 0 1,424 13 0,-357-13-1,12 13-15,345 1 32,-424-1-32,-13-13 0,-13 0 15,0 0-15,-26 0 0,-14 0 16,13-13-1,-26-1 1,-13 14 0</inkml:trace>
  <inkml:trace contextRef="#ctx0" brushRef="#br0" timeOffset="23675.4">19402 3187 0,'0'0'15,"-13"0"1,0 0-16,26 14 47,66-1-16,-52-13-31,12 0 16,80 0-1,-92 0-15,-1 0 16,40 0 15</inkml:trace>
  <inkml:trace contextRef="#ctx0" brushRef="#br0" timeOffset="24267.49">19614 2976 0,'-27'0'31,"54"0"-31,-67 0 32,53 13-32,40 14 31,40 39 0,-80-53-31,66 40 31,-39-14 1,-40-25-17,0 12 1,-13-13-1,-14 14 1,14-14-16,0 0 16,-53 40-1,53-53 1,-54 53 15,54-26 0,13-41 32</inkml:trace>
  <inkml:trace contextRef="#ctx0" brushRef="#br0" timeOffset="27598.36">19455 3822 0,'0'0'16,"-26"-13"15,65 13 16,107 0-16,-14 0 0,-92 0 1,-54 0 14</inkml:trace>
  <inkml:trace contextRef="#ctx0" brushRef="#br0" timeOffset="28203.87">19706 3637 0,'-26'0'31,"52"0"-31,-52 13 47,66 14-16,-27-14-31,40 40 32,-27-40-32,40 27 15,-53-40 1,1 13 0,-14 0-1,-14-13 32,14 13-47,-52 14 31,-15 13-15,41-27 15,26 0-15</inkml:trace>
  <inkml:trace contextRef="#ctx0" brushRef="#br0" timeOffset="34108.44">19468 4510 0,'13'13'78,"67"-13"-47,-54 0-15,93 0 15,-105 0-31,12 0 32,-13 0-1</inkml:trace>
  <inkml:trace contextRef="#ctx0" brushRef="#br0" timeOffset="34825.68">19706 4391 0,'0'0'0,"-13"0"31,26 13 32,1 14-32,25 12 0,1 1 0,-27-40-31,0 13 0,14 0 32,-1 1-1,-26-1 0,-39 0 0,-14 14 1,26 12-1,14-39-31,13 27 31,0-14 0,0-26 32,0-1-63</inkml:trace>
  <inkml:trace contextRef="#ctx0" brushRef="#br0" timeOffset="39728.33">19587 5198 0,'0'0'0,"-13"-14"31,0 14 1,66 14-1,53-1 0,-93-13-31,40 0 31,-14 0 1,-25 0-1,-14-13 31,-14 13-46</inkml:trace>
  <inkml:trace contextRef="#ctx0" brushRef="#br0" timeOffset="40326.39">19733 5052 0,'0'0'0,"-13"0"32,13 13-1,26 1 0,27 25 0,-40-39-31,0 13 16,40 14 15,-40-1 0,-26 1 1,-26-1-1,-14 1 0,26-1 0,14-26 1</inkml:trace>
  <inkml:trace contextRef="#ctx0" brushRef="#br0" timeOffset="43318.17">28184 4827 0,'0'0'0,"-13"0"15,79 14 32,-26-14-31,12 0-16,319 39 31,-27-26 0,-278 1-15,-13-14 15,-93-14-15</inkml:trace>
  <inkml:trace contextRef="#ctx0" brushRef="#br0" timeOffset="43768.31">28184 6031 0,'0'0'0,"53"26"32,264-39-1,67 0 0,-331 13-31,53-13 31,-120-1-15</inkml:trace>
  <inkml:trace contextRef="#ctx0" brushRef="#br0" timeOffset="51615.44">19667 5713 0,'-14'0'47,"28"0"-31,-1 0-1,0 0-15,14 0 0,-14 0 16,66 0 0,-66 0-1,40 0 1,-40 0-1,14-13 1</inkml:trace>
  <inkml:trace contextRef="#ctx0" brushRef="#br0" timeOffset="51892.3">19786 5568 0,'0'0'0,"0"-13"16,26 26 31,14 40-16,-40-27-16,13 27 1,-13-40 0,-13 14-16,-80 65 31</inkml:trace>
  <inkml:trace contextRef="#ctx0" brushRef="#br0" timeOffset="52989.35">19521 6494 0,'13'0'47,"14"13"-1,-14-13-30,53 0 0,-39 0-1,52-13 1,-66 13 0,14 0-16,12 0 15,-25 0 1,-1 0-1,-26 0 17</inkml:trace>
  <inkml:trace contextRef="#ctx0" brushRef="#br0" timeOffset="53444.98">19746 6375 0,'0'13'31,"0"13"0,53 1 0,-40-14-15,27 27 0,-27-40-1,40 39 1,-40-12 15,-39-14 0,12 0-15,-65 27 0,53-27-1,-40 14 1</inkml:trace>
  <inkml:trace contextRef="#ctx0" brushRef="#br0" timeOffset="60348.39">29665 4047 0,'0'0'0,"-26"-13"16,-54-119-1,1 52 1,-93 1 0,13 39-1,-409 14 16,52 105 1,423-52-32,-12-1 15,-226 80 1,-158 158 15,409-198-31,14 14 16,-159 264-1,93 92 17,185-79-1,132-26 0,133-54 0,-226-224-31,358 119 32,171-26-1,67-93 0,-106-106 0,-66-119 1,-424 132-32,226-132 31,-54-79 0,-211 198-31,93-211 31,-120 197-31,27-303 32,-185-53-1,-80 39 0,-79 120 0,-106 79 1,305 158-32,-239-65 31,120 52 0,92 27 0,79 26-15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2:50.475"/>
    </inkml:context>
    <inkml:brush xml:id="br0">
      <inkml:brushProperty name="width" value="0.05" units="cm"/>
      <inkml:brushProperty name="height" value="0.05" units="cm"/>
    </inkml:brush>
  </inkml:definitions>
  <inkml:trace contextRef="#ctx0" brushRef="#br0">0 1 24575,'3'0'0,"19"0"0,45 0 0,53 0 0,52 0 0,48 0 0,34 0 0,20 0 0,-8 0-2451,-19 0 2451,-45 0 0,-49 0 414,-48 0-414,-49 0 0,-35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3.292"/>
    </inkml:context>
    <inkml:brush xml:id="br0">
      <inkml:brushProperty name="width" value="0.05" units="cm"/>
      <inkml:brushProperty name="height" value="0.05" units="cm"/>
    </inkml:brush>
  </inkml:definitions>
  <inkml:trace contextRef="#ctx0" brushRef="#br0">0 81 24575,'3'-1'0,"-1"0"0,1 0 0,-1 0 0,0-1 0,1 1 0,-1 0 0,0-1 0,0 1 0,0-1 0,0 0 0,2-3 0,8-5 0,0 2 0,36-23 0,-45 29 0,0 1 0,0-1 0,0 1 0,1-1 0,-1 1 0,1 0 0,-1 1 0,1-1 0,-1 1 0,1-1 0,-1 1 0,6 0 0,-7 1 0,-1-1 0,0 0 0,0 1 0,0-1 0,0 1 0,0-1 0,0 1 0,0 0 0,0-1 0,0 1 0,0 0 0,0 0 0,0 0 0,-1 0 0,1 0 0,0-1 0,0 1 0,-1 0 0,1 1 0,-1-1 0,1 0 0,-1 0 0,1 0 0,-1 0 0,0 0 0,0 0 0,1 1 0,-1-1 0,0 2 0,0 5 0,0 0 0,-1-1 0,-1 13 0,0-10 0,-6 54 0,-3 17 0,-1 143 0,14-196-1365,2-8-5461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3.644"/>
    </inkml:context>
    <inkml:brush xml:id="br0">
      <inkml:brushProperty name="width" value="0.05" units="cm"/>
      <inkml:brushProperty name="height" value="0.05" units="cm"/>
    </inkml:brush>
  </inkml:definitions>
  <inkml:trace contextRef="#ctx0" brushRef="#br0">88 161 24575,'1'-25'0,"0"18"0,0 0 0,-1 0 0,0-1 0,0 1 0,-1 0 0,0 0 0,0 0 0,-1 0 0,0 0 0,-4-10 0,6 16 0,-1 0 0,1 0 0,0 0 0,-1 1 0,1-1 0,-1 0 0,1 1 0,-1-1 0,1 0 0,-1 1 0,0-1 0,1 0 0,-1 1 0,0-1 0,0 1 0,1-1 0,-1 1 0,0 0 0,0-1 0,0 1 0,1 0 0,-1 0 0,0-1 0,0 1 0,0 0 0,0 0 0,0 0 0,0 0 0,1 0 0,-1 0 0,0 0 0,0 0 0,0 1 0,0-1 0,0 0 0,0 0 0,1 1 0,-1-1 0,0 0 0,0 1 0,1-1 0,-1 1 0,0-1 0,0 1 0,1 0 0,-2 0 0,-1 2 0,0 0 0,1 1 0,-1-1 0,1 1 0,-1-1 0,1 1 0,0 0 0,-2 6 0,-1 9 0,1-1 0,0 1 0,2 0 0,0 0 0,1 0 0,1 0 0,1 0 0,0 0 0,2 0 0,0 0 0,1-1 0,1 1 0,1-1 0,8 20 0,-11-31 0,1-1 0,-1 0 0,1 0 0,1 0 0,-1-1 0,1 1 0,-1-1 0,2 0 0,-1 0 0,0-1 0,1 0 0,0 0 0,10 5 0,-13-7 0,1-1 0,0 0 0,-1 0 0,1 0 0,0 0 0,0 0 0,-1-1 0,1 0 0,0 0 0,0 0 0,0 0 0,0 0 0,0-1 0,-1 0 0,1 0 0,0 0 0,0 0 0,-1-1 0,1 1 0,-1-1 0,1 0 0,-1 0 0,0 0 0,0 0 0,0-1 0,3-2 0,3-4 0,-2 0 0,1-1 0,-1 0 0,0 0 0,-1 0 0,0-1 0,-1 0 0,0 0 0,-1 0 0,0-1 0,-1 1 0,0-1 0,2-20 0,-3 14 0,0 1 0,-2-1 0,0 1 0,-1-1 0,0 1 0,-2-1 0,0 1 0,-10-31 0,10 42 0,1 0 0,-1 0 0,-1 0 0,1 1 0,-1 0 0,0 0 0,0 0 0,-1 0 0,1 0 0,-1 1 0,-7-6 0,10 8 0,-1 1 0,1-1 0,-1 1 0,1-1 0,-1 1 0,0 0 0,1 0 0,-1 0 0,0 0 0,0 1 0,0-1 0,1 1 0,-1-1 0,0 1 0,0 0 0,0 0 0,0 1 0,0-1 0,0 0 0,1 1 0,-1 0 0,0 0 0,0 0 0,1 0 0,-1 0 0,0 0 0,-3 3 0,4-3 14,1 0 1,-1 1-1,1-1 0,0 0 0,-1 1 1,1-1-1,0 1 0,0-1 0,0 1 0,0 0 1,0-1-1,0 1 0,1 0 0,-1 0 1,0-1-1,1 1 0,0 0 0,-1 0 0,1 0 1,0 0-1,0 0 0,0 0 0,0 2 1,1 0-186,0 0 0,0 0 1,0 0-1,0 0 0,1 0 1,-1 0-1,1 0 0,0-1 1,4 6-1,8 10-6655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3.970"/>
    </inkml:context>
    <inkml:brush xml:id="br0">
      <inkml:brushProperty name="width" value="0.05" units="cm"/>
      <inkml:brushProperty name="height" value="0.05" units="cm"/>
    </inkml:brush>
  </inkml:definitions>
  <inkml:trace contextRef="#ctx0" brushRef="#br0">0 4 24575,'0'-2'0,"0"1"0,3 4 0,1 4 0,0 5 0,-1 2 0,2 2 0,0-2-8191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4.312"/>
    </inkml:context>
    <inkml:brush xml:id="br0">
      <inkml:brushProperty name="width" value="0.05" units="cm"/>
      <inkml:brushProperty name="height" value="0.05" units="cm"/>
    </inkml:brush>
  </inkml:definitions>
  <inkml:trace contextRef="#ctx0" brushRef="#br0">8 0 24575,'-3'0'0,"0"3"0,2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4.667"/>
    </inkml:context>
    <inkml:brush xml:id="br0">
      <inkml:brushProperty name="width" value="0.05" units="cm"/>
      <inkml:brushProperty name="height" value="0.05" units="cm"/>
    </inkml:brush>
  </inkml:definitions>
  <inkml:trace contextRef="#ctx0" brushRef="#br0">85 126 24575,'0'-8'0,"0"0"0,1 0 0,1 0 0,-1 1 0,1-1 0,0 0 0,1 1 0,0 0 0,0-1 0,1 1 0,0 1 0,0-1 0,10-12 0,-4 10 0,-12 17 0,-14 18 0,-8 4 0,3-3 0,-19 31 0,35-50 0,0 0 0,1 1 0,0 0 0,0 0 0,1 0 0,0 0 0,1 1 0,-2 14 0,4-22 0,-1 1 0,1-1 0,0 1 0,1 0 0,-1-1 0,0 1 0,1-1 0,-1 1 0,1-1 0,0 1 0,0-1 0,0 1 0,0-1 0,0 0 0,1 1 0,-1-1 0,1 0 0,-1 0 0,4 3 0,-2-3 0,0 0 0,0 1 0,0-2 0,0 1 0,0 0 0,1-1 0,-1 1 0,1-1 0,-1 0 0,1 0 0,0 0 0,6 0 0,-5 0 0,0-1 0,0 0 0,0 0 0,0 0 0,0-1 0,-1 0 0,1 0 0,0 0 0,0 0 0,0-1 0,-1 0 0,1 0 0,-1 0 0,1 0 0,-1-1 0,0 1 0,0-1 0,0-1 0,0 1 0,6-7 0,-6 3 0,0 0 0,0-1 0,0 1 0,-1-1 0,0 0 0,-1 1 0,0-1 0,0 0 0,-1-1 0,0 1 0,0 0 0,-1 0 0,0 0 0,0-1 0,-1 1 0,0 0 0,-1 0 0,1 0 0,-2 0 0,1 0 0,-1 0 0,0 1 0,-1-1 0,0 1 0,-8-12 0,10 16 38,-1 1 0,0-1 0,0 1 0,0-1 0,0 1 0,-1 0 0,1 0 0,-6-2 0,8 4-95,0-1 0,0 1 0,0-1 0,0 1 0,-1-1 0,1 1 0,0 0 0,0 0 1,0 0-1,-1-1 0,1 1 0,0 0 0,0 1 0,0-1 0,-1 0 0,1 0 0,0 0 1,0 1-1,0-1 0,-1 1 0,1-1 0,0 1 0,0-1 0,0 1 0,0-1 1,0 1-1,0 0 0,0 0 0,-1 1 0,-2 6-6769</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4.992"/>
    </inkml:context>
    <inkml:brush xml:id="br0">
      <inkml:brushProperty name="width" value="0.05" units="cm"/>
      <inkml:brushProperty name="height" value="0.05" units="cm"/>
    </inkml:brush>
  </inkml:definitions>
  <inkml:trace contextRef="#ctx0" brushRef="#br0">67 52 24575,'2'-1'0,"0"1"0,0 0 0,-1-1 0,1 1 0,0-1 0,0 0 0,0 0 0,-1 1 0,3-3 0,-3 3 0,-1 0 0,1 0 0,-1 0 0,0-1 0,1 1 0,-1 0 0,0 0 0,0 0 0,1-1 0,-1 1 0,0 0 0,1-1 0,-1 1 0,0 0 0,0 0 0,0-1 0,1 1 0,-1 0 0,0-1 0,0 1 0,0-1 0,0 1 0,0 0 0,0-1 0,1 1 0,-1 0 0,0-1 0,0 1 0,0-1 0,0 1 0,0 0 0,-1-1 0,1 1 0,0-1 0,0 1 0,0 0 0,0-1 0,0 1 0,0 0 0,-1-1 0,1 1 0,0 0 0,0-1 0,0 1 0,-1 0 0,1-1 0,0 1 0,-1 0 0,1 0 0,0-1 0,-1 1 0,0 0 0,0-1 0,0 1 0,0-1 0,-1 1 0,1 0 0,0 0 0,0 0 0,0 0 0,0 0 0,-1 0 0,1 0 0,0 0 0,0 0 0,0 1 0,0-1 0,-1 0 0,1 1 0,0-1 0,0 1 0,0-1 0,0 1 0,0-1 0,0 1 0,0 0 0,0 0 0,0-1 0,1 1 0,-1 0 0,0 0 0,0 0 0,0 1 0,-24 31 0,21-26 0,0 1 0,0-1 0,1 1 0,0 0 0,0 0 0,1 0 0,0 0 0,0 0 0,1 1 0,0-1 0,0 1 0,1-1 0,1 1 0,-1-1 0,3 12 0,-2-15 0,1 0 0,-1 0 0,1-1 0,0 1 0,0 0 0,0-1 0,1 1 0,0-1 0,0 0 0,0 1 0,0-1 0,1-1 0,-1 1 0,1-1 0,0 1 0,0-1 0,1 0 0,-1 0 0,0-1 0,1 1 0,0-1 0,0 0 0,-1-1 0,1 1 0,10 1 0,-9-1 0,0-2 0,0 1 0,0-1 0,0 1 0,0-1 0,0-1 0,0 0 0,0 1 0,0-2 0,0 1 0,-1-1 0,1 0 0,0 0 0,-1 0 0,7-4 0,-8 3 0,0 0 0,0 0 0,0-1 0,-1 1 0,1-1 0,-1 0 0,0 0 0,0 0 0,0 0 0,-1 0 0,0 0 0,0-1 0,0 1 0,0-1 0,0 0 0,-1 0 0,0 1 0,1-11 0,-1 9 19,-1-1 0,0 1 0,0 0 0,-1-1 0,0 1 0,0 0 0,0 0 0,-1 0 0,0 0 0,0 0 0,0 0 0,-1 0 0,0 1 0,0-1 0,-1 1 0,1 0 0,-7-7 0,1 3-233,0 0 1,0 0 0,-1 1-1,-1 1 1,1-1 0,-1 2-1,-17-9 1,-16-4-6613</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5.476"/>
    </inkml:context>
    <inkml:brush xml:id="br0">
      <inkml:brushProperty name="width" value="0.05" units="cm"/>
      <inkml:brushProperty name="height" value="0.05" units="cm"/>
    </inkml:brush>
  </inkml:definitions>
  <inkml:trace contextRef="#ctx0" brushRef="#br0">224 87 24575,'0'-5'0,"1"-2"0,-1 0 0,-1 0 0,1 1 0,-1-1 0,0 0 0,-4-11 0,5 17 0,-1-1 0,0 1 0,0-1 0,0 1 0,0 0 0,0-1 0,0 1 0,0 0 0,0 0 0,-1 0 0,1 0 0,0 0 0,-1 0 0,1 0 0,-1 0 0,1 1 0,-1-1 0,1 1 0,-1-1 0,1 1 0,-1-1 0,0 1 0,1 0 0,-1 0 0,0 0 0,1 0 0,-1 0 0,0 0 0,1 0 0,-1 0 0,1 1 0,-1-1 0,-2 2 0,-4 0 0,0 1 0,0 0 0,1 0 0,0 1 0,-1 0 0,2 0 0,-1 1 0,0 0 0,1 0 0,0 0 0,0 1 0,0 0 0,1 0 0,-7 10 0,4-5 0,1 1 0,0 1 0,0-1 0,1 1 0,1 1 0,0-1 0,-4 22 0,6-25 0,2 1 0,-1-1 0,2 1 0,-1-1 0,1 1 0,1 0 0,0-1 0,0 1 0,4 10 0,-3-15 0,0 1 0,1-1 0,0 1 0,0-1 0,0 0 0,1 0 0,0 0 0,0-1 0,1 1 0,0-1 0,0 0 0,0-1 0,0 1 0,11 6 0,-4-4-341,0 0 0,1-1-1,21 8 1,2-3-6485</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05.818"/>
    </inkml:context>
    <inkml:brush xml:id="br0">
      <inkml:brushProperty name="width" value="0.05" units="cm"/>
      <inkml:brushProperty name="height" value="0.05" units="cm"/>
    </inkml:brush>
  </inkml:definitions>
  <inkml:trace contextRef="#ctx0" brushRef="#br0">35 8 24575,'-2'0'0,"-2"-3"0,-3-1 0,1 3 0,0 5 0,2 4 0,1 5 0,1 1 0,1 6 0,1 4 0,0 7 0,4 4 0,0 5 0,3 4 0,0-5-8191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3.511"/>
    </inkml:context>
    <inkml:brush xml:id="br0">
      <inkml:brushProperty name="width" value="0.05" units="cm"/>
      <inkml:brushProperty name="height" value="0.05" units="cm"/>
    </inkml:brush>
  </inkml:definitions>
  <inkml:trace contextRef="#ctx0" brushRef="#br0">1 30 24575,'0'-1'0,"0"0"0,1 0 0,-1 0 0,1-1 0,0 1 0,-1 0 0,1 0 0,0 0 0,-1 0 0,1 0 0,0 0 0,0 1 0,0-1 0,0 0 0,0 0 0,0 0 0,0 1 0,0-1 0,0 1 0,0-1 0,0 1 0,2-1 0,26-8 0,-26 9 0,-1-1 0,1 1 0,0 0 0,-1 0 0,1 0 0,0 1 0,-1-1 0,1 1 0,-1-1 0,1 1 0,-1 0 0,1 0 0,-1 0 0,1 0 0,-1 1 0,0-1 0,4 3 0,-3-1 0,0 1 0,1-1 0,-1 1 0,-1 0 0,1 0 0,-1 0 0,1 0 0,-1 0 0,2 6 0,2 7 0,-2 1 0,1-1 0,2 37 0,-4-15 0,-3 1 0,0-1 0,-11 66 0,10-100-273,0 0 0,1 1 0,0-1 0,1 10 0,1-4-6553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4.040"/>
    </inkml:context>
    <inkml:brush xml:id="br0">
      <inkml:brushProperty name="width" value="0.05" units="cm"/>
      <inkml:brushProperty name="height" value="0.05" units="cm"/>
    </inkml:brush>
  </inkml:definitions>
  <inkml:trace contextRef="#ctx0" brushRef="#br0">37 70 24575,'0'-4'0,"-1"-41"0,0 28 0,1 14 0,-1 4 0,-10 36 0,-7 58 0,15-78 0,2-1 0,0 0 0,1 0 0,1 1 0,1-1 0,4 21 0,-5-34 0,0 1 0,0-1 0,0 0 0,0 0 0,1 0 0,0 0 0,-1 0 0,1 0 0,0 0 0,1-1 0,-1 1 0,0-1 0,1 1 0,-1-1 0,1 0 0,0 0 0,0 0 0,0 0 0,0-1 0,0 1 0,0-1 0,0 0 0,1 0 0,-1 0 0,0 0 0,1 0 0,-1-1 0,0 1 0,1-1 0,-1 0 0,6-1 0,-5 1 0,-1-1 0,1 1 0,0-1 0,-1 0 0,1 0 0,-1 0 0,0 0 0,1-1 0,-1 1 0,0-1 0,0 0 0,0 0 0,0 0 0,0 0 0,0-1 0,-1 1 0,1-1 0,-1 0 0,1 1 0,-1-1 0,0 0 0,0 0 0,-1-1 0,1 1 0,-1 0 0,1-1 0,-1 1 0,0 0 0,1-7 0,-2 3-151,1 0-1,-1-1 0,-1 1 0,0 0 1,0 0-1,0 0 0,-1-1 1,-3-9-1,1 5-6674</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4.576"/>
    </inkml:context>
    <inkml:brush xml:id="br0">
      <inkml:brushProperty name="width" value="0.05" units="cm"/>
      <inkml:brushProperty name="height" value="0.05" units="cm"/>
    </inkml:brush>
  </inkml:definitions>
  <inkml:trace contextRef="#ctx0" brushRef="#br0">16 83 24575,'-1'-1'0,"-1"1"0,1-1 0,0-1 0,0 1 0,0 0 0,0 0 0,0 0 0,0 0 0,0-1 0,1 1 0,-1 0 0,0-1 0,1 1 0,-1-1 0,1 1 0,-1-1 0,1 1 0,0-1 0,-1 1 0,1-1 0,0 1 0,0-1 0,0 1 0,0-1 0,1 1 0,-1-1 0,0 1 0,1-1 0,-1 1 0,1-1 0,-1 1 0,1-1 0,-1 1 0,1 0 0,0-1 0,0 1 0,0 0 0,0 0 0,0-1 0,2-1 0,1 0 0,-1 1 0,1-1 0,0 1 0,0-1 0,0 1 0,0 0 0,0 0 0,0 1 0,1-1 0,-1 1 0,0 0 0,9-1 0,-3 2 0,0 1 0,0-1 0,0 2 0,0-1 0,0 1 0,0 1 0,0 0 0,-1 0 0,1 1 0,-1 0 0,0 1 0,0 0 0,12 9 0,-12-7 0,0 0 0,0 0 0,-1 1 0,-1 0 0,1 1 0,-1 0 0,0 0 0,-1 0 0,0 1 0,-1 0 0,9 20 0,-10-17 0,0-1 0,-1 1 0,0 0 0,-1-1 0,-1 1 0,0 0 0,0 0 0,-2 15 0,0-22 0,0-1 0,0 1 0,0-1 0,-1 0 0,0 1 0,0-1 0,0 0 0,-1 0 0,0 0 0,0-1 0,0 1 0,0-1 0,-1 0 0,1 1 0,-1-1 0,0-1 0,-1 1 0,1-1 0,-1 1 0,1-1 0,-9 3 0,6-2-47,-1-1 0,1 0 0,-1-1 0,0 0 0,0 0 0,0-1 0,0 0 0,0 0 0,0-1-1,0 0 1,0 0 0,0-1 0,0 0 0,0 0 0,0-1 0,0 0 0,1-1 0,-1 0 0,1 0 0,-1 0 0,1-1 0,0 0-1,0 0 1,1-1 0,0 0 0,-1 0 0,1 0 0,-8-11 0,0-4-6779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4.979"/>
    </inkml:context>
    <inkml:brush xml:id="br0">
      <inkml:brushProperty name="width" value="0.05" units="cm"/>
      <inkml:brushProperty name="height" value="0.05" units="cm"/>
    </inkml:brush>
  </inkml:definitions>
  <inkml:trace contextRef="#ctx0" brushRef="#br0">1 38 24575,'0'-3'0,"3"-1"0,0-3 0,4 0 0,0-1 0,1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5.333"/>
    </inkml:context>
    <inkml:brush xml:id="br0">
      <inkml:brushProperty name="width" value="0.05" units="cm"/>
      <inkml:brushProperty name="height" value="0.05" units="cm"/>
    </inkml:brush>
  </inkml:definitions>
  <inkml:trace contextRef="#ctx0" brushRef="#br0">1 1 24575,'0'3'0,"3"1"0,3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5.690"/>
    </inkml:context>
    <inkml:brush xml:id="br0">
      <inkml:brushProperty name="width" value="0.05" units="cm"/>
      <inkml:brushProperty name="height" value="0.05" units="cm"/>
    </inkml:brush>
  </inkml:definitions>
  <inkml:trace contextRef="#ctx0" brushRef="#br0">13 159 24575,'-6'-29'0,"5"27"0,0-1 0,0 0 0,0 0 0,0 0 0,0 0 0,1 0 0,0 0 0,0 0 0,0 0 0,0-5 0,1 3 0,0 1 0,0-1 0,1 1 0,0-1 0,0 1 0,0-1 0,0 1 0,0 0 0,1 0 0,0 0 0,0 1 0,0-1 0,0 1 0,1-1 0,-1 1 0,1 0 0,0 0 0,0 1 0,0-1 0,0 1 0,6-3 0,-5 3 0,1 0 0,0 1 0,0 0 0,-1-1 0,1 2 0,0-1 0,0 1 0,0 0 0,0 0 0,0 0 0,0 1 0,0 0 0,0 0 0,-1 1 0,1-1 0,10 6 0,-12-6 0,-1 1 0,1 0 0,-1 0 0,1 0 0,-1 1 0,0-1 0,0 1 0,0 0 0,0 0 0,0 0 0,-1 0 0,1 0 0,-1 1 0,0-1 0,0 1 0,0-1 0,-1 1 0,1 0 0,-1 0 0,0 0 0,0 0 0,0-1 0,0 2 0,-1-1 0,0 0 0,1 0 0,-2 0 0,1 0 0,0 0 0,-2 6 0,-1 3 0,0-1 0,-1 0 0,-1-1 0,0 1 0,0-1 0,-1 0 0,0 0 0,-14 17 0,19-27 0,-1 0 0,1 1 0,1-1 0,-1 0 0,0 0 0,0 1 0,0-1 0,1 0 0,-1 1 0,0-1 0,1 0 0,0 1 0,-1-1 0,1 1 0,0-1 0,-1 1 0,1-1 0,0 4 0,1-3 0,0 0 0,0-1 0,1 1 0,-1 0 0,0-1 0,0 1 0,1-1 0,-1 1 0,1-1 0,-1 0 0,1 1 0,0-1 0,-1 0 0,3 1 0,2 2 0,0 1 0,0 0 0,0 0 0,-1 1 0,0-1 0,0 1 0,-1 0 0,6 9 0,-9-14 0,0 0 0,0 1 0,0-1 0,-1 1 0,1-1 0,0 1 0,-1-1 0,1 1 0,-1-1 0,1 1 0,-1-1 0,0 1 0,0 0 0,0-1 0,0 1 0,0 0 0,0-1 0,0 1 0,0 0 0,-1-1 0,1 1 0,-1-1 0,1 1 0,-1-1 0,0 1 0,1-1 0,-1 1 0,0-1 0,0 1 0,0-1 0,0 0 0,0 0 0,0 1 0,0-1 0,-1 0 0,1 0 0,0 0 0,-1 0 0,1-1 0,-1 1 0,1 0 0,-1 0 0,-2 0 0,-8 3-114,-1 0 1,0-1-1,0-1 0,0 0 0,0 0 1,0-2-1,-1 1 0,1-2 0,0 0 1,0 0-1,-24-7 0,11 1-6712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6.045"/>
    </inkml:context>
    <inkml:brush xml:id="br0">
      <inkml:brushProperty name="width" value="0.05" units="cm"/>
      <inkml:brushProperty name="height" value="0.05" units="cm"/>
    </inkml:brush>
  </inkml:definitions>
  <inkml:trace contextRef="#ctx0" brushRef="#br0">10 30 24575,'1'0'0,"10"2"0,-15 9 0,1-6 0,1 1 0,-1 0 0,1 0 0,0 0 0,1 0 0,-1 0 0,1 0 0,0 0 0,0 0 0,1 0 0,0 0 0,0 1 0,1-1 0,-1 0 0,1 0 0,1 0 0,-1 0 0,1 0 0,0 0 0,0 0 0,1 0 0,0-1 0,0 1 0,7 8 0,-7-10 0,1 1 0,0-1 0,0 0 0,0 0 0,0-1 0,1 1 0,-1-1 0,1 0 0,0 0 0,0 0 0,0-1 0,0 0 0,1 0 0,-1 0 0,1-1 0,-1 1 0,1-1 0,-1-1 0,1 1 0,0-1 0,-1 0 0,1 0 0,0-1 0,-1 1 0,1-1 0,7-3 0,-9 3 0,-1 0 0,1 0 0,0-1 0,0 0 0,-1 1 0,0-2 0,1 1 0,-1 0 0,0 0 0,0-1 0,0 0 0,0 0 0,0 0 0,-1 0 0,1 0 0,-1 0 0,0-1 0,0 1 0,0-1 0,-1 1 0,1-1 0,-1 0 0,0 1 0,1-1 0,-2 0 0,1 0 0,-1 0 0,1 0 0,-1 0 0,0 0 0,0 0 0,-1 0 0,1 0 0,-1 0 0,0 0 0,0 0 0,0 1 0,0-1 0,-1 0 0,0 0 0,0 1 0,0 0 0,0-1 0,-3-3 0,-5-3-136,1 1-1,-2 1 1,1-1-1,-1 2 1,-1-1-1,1 2 1,-1-1-1,0 1 0,-14-4 1,-25-10-6690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6.496"/>
    </inkml:context>
    <inkml:brush xml:id="br0">
      <inkml:brushProperty name="width" value="0.05" units="cm"/>
      <inkml:brushProperty name="height" value="0.05" units="cm"/>
    </inkml:brush>
  </inkml:definitions>
  <inkml:trace contextRef="#ctx0" brushRef="#br0">253 47 24575,'8'0'0,"-1"-1"0,1 1 0,14-4 0,-20 3 0,0 1 0,-1 0 0,1-1 0,-1 1 0,1-1 0,-1 0 0,1 1 0,-1-1 0,1 0 0,-1 0 0,0 0 0,1 0 0,-1 0 0,0 0 0,0 0 0,0 0 0,0 0 0,0-1 0,0 1 0,0 0 0,0-1 0,0 1 0,-1-1 0,1 1 0,0-2 0,-1 2 0,0 1 0,0-1 0,0 1 0,0-1 0,0 1 0,0-1 0,0 1 0,0 0 0,0-1 0,0 1 0,-1-1 0,1 1 0,0-1 0,0 1 0,0 0 0,-1-1 0,1 1 0,0 0 0,0-1 0,-1 1 0,1-1 0,0 1 0,-1 0 0,1 0 0,0-1 0,-1 1 0,1 0 0,-1-1 0,-16-2 0,-18 8 0,34-5 0,-20 5 0,-1 1 0,1 0 0,1 2 0,-37 19 0,45-21 0,1 1 0,0 0 0,0 1 0,1 0 0,0 1 0,0 0 0,1 0 0,0 1 0,-10 15 0,17-22 0,0 1 0,0 0 0,0-1 0,0 1 0,1 0 0,-1 0 0,1 0 0,0 0 0,0 0 0,1 1 0,-1-1 0,1 0 0,0 0 0,0 0 0,0 1 0,1-1 0,-1 0 0,1 0 0,0 0 0,3 7 0,-2-5 0,2-1 0,-1 1 0,0-1 0,1 0 0,0 0 0,1 0 0,-1 0 0,1-1 0,0 0 0,0 0 0,0 0 0,0 0 0,6 2 0,10 5 43,1-1 0,0-1-1,0-1 1,1 0 0,0-2-1,0-1 1,31 3 0,-18-5-385,-1-2 1,1-1 0,0-2-1,40-7 1,-19-2-6485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6.865"/>
    </inkml:context>
    <inkml:brush xml:id="br0">
      <inkml:brushProperty name="width" value="0.05" units="cm"/>
      <inkml:brushProperty name="height" value="0.05" units="cm"/>
    </inkml:brush>
  </inkml:definitions>
  <inkml:trace contextRef="#ctx0" brushRef="#br0">5 50 24575,'0'-1'0,"-1"1"0,1 0 0,0-1 0,-1 1 0,1-1 0,-1 1 0,1-1 0,0 1 0,0-1 0,-1 1 0,1-1 0,0 1 0,0-1 0,0 1 0,-1-1 0,1 1 0,0-1 0,0 0 0,0 1 0,0-1 0,0 1 0,0-1 0,0 1 0,0-1 0,0 0 0,1 1 0,-1-1 0,0 1 0,0-1 0,0 1 0,1-1 0,-1 1 0,0-1 0,1 1 0,-1-1 0,0 1 0,1-1 0,-1 1 0,0 0 0,1-1 0,-1 1 0,1 0 0,-1-1 0,1 1 0,-1 0 0,1-1 0,-1 1 0,1 0 0,-1 0 0,1 0 0,0-1 0,0 1 0,31-9 0,-31 9 0,18-4 0,1-1 0,0 2 0,23-1 0,-38 3 0,0 1 0,0 0 0,0 1 0,0-1 0,0 1 0,0 0 0,0 1 0,0-1 0,0 1 0,0 0 0,-1 0 0,1 0 0,7 5 0,-10-5 0,-1 0 0,1-1 0,0 1 0,-1 0 0,0 0 0,1 0 0,-1 0 0,0 0 0,0 0 0,0 0 0,0 0 0,0 1 0,-1-1 0,1 0 0,-1 1 0,1-1 0,-1 0 0,0 1 0,0-1 0,0 0 0,0 1 0,0-1 0,-1 0 0,1 1 0,-1-1 0,0 0 0,1 1 0,-1-1 0,-2 3 0,0 3 0,-2 0 0,1 0 0,-1-1 0,0 1 0,0-1 0,-10 10 0,-43 36 0,36-35 0,-35 39 0,56-56 0,0 0 0,0 0 0,0 0 0,0 0 0,1 0 0,-1 0 0,0 0 0,1 0 0,-1 0 0,1 0 0,-1 0 0,1 1 0,0-1 0,-1 0 0,1 0 0,0 1 0,0-1 0,0 0 0,0 0 0,0 1 0,0-1 0,0 0 0,1 0 0,-1 1 0,0-1 0,1 0 0,0 2 0,0-1 0,1 0 0,0 1 0,0-1 0,0 0 0,0-1 0,0 1 0,0 0 0,1 0 0,-1-1 0,1 0 0,4 3 0,9 2 0,-1-1 0,1-1 0,20 4 0,-36-8 0,93 11-1365,-49-8-5461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8.317"/>
    </inkml:context>
    <inkml:brush xml:id="br0">
      <inkml:brushProperty name="width" value="0.05" units="cm"/>
      <inkml:brushProperty name="height" value="0.05" units="cm"/>
    </inkml:brush>
  </inkml:definitions>
  <inkml:trace contextRef="#ctx0" brushRef="#br0">1 1 24575,'16'325'0,"-4"-132"0,8 350 0,-6-149 0,-12-342 0,30 579 0,-24-96 0,-10-321 0,-6-63 0,4-98 0,1 1 0,7 79 0,6 4 0,2 12 0,-5-65 0,-6 124 0,-3-98 0,1 19 0,3 136 0,5-184 0,3 43 0,-11-93 0,0-21 0,0 1 0,1-1 0,1 1 0,0-1 0,2 12 0,1-16 171,-1-8 0,0-11-1878,0-4-5119</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8.734"/>
    </inkml:context>
    <inkml:brush xml:id="br0">
      <inkml:brushProperty name="width" value="0.05" units="cm"/>
      <inkml:brushProperty name="height" value="0.05" units="cm"/>
    </inkml:brush>
  </inkml:definitions>
  <inkml:trace contextRef="#ctx0" brushRef="#br0">0 1 24575,'1'7'0,"0"1"0,0-1 0,0 0 0,1 1 0,0-1 0,1 0 0,-1 0 0,2-1 0,-1 1 0,6 8 0,6 8 0,26 29 0,-35-44 0,8 9 0,41 46 0,-48-55 0,1 0 0,1-1 0,-1 0 0,1-1 0,14 8 0,-20-12 0,1-1 0,0 1 0,0-1 0,0 0 0,0 0 0,-1 0 0,1 0 0,1-1 0,-1 1 0,0-1 0,0 0 0,0 0 0,0-1 0,0 1 0,0-1 0,0 0 0,0 0 0,0 0 0,-1-1 0,1 1 0,0-1 0,-1 0 0,1 0 0,5-5 0,5-4 0,-1-1 0,0-1 0,-1 0 0,16-22 0,4-5 0,-23 31 0,11-16 0,-23 24 0,-10 6 0,-11 6 0,-78 35-1365,74-34-5461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39.724"/>
    </inkml:context>
    <inkml:brush xml:id="br0">
      <inkml:brushProperty name="width" value="0.05" units="cm"/>
      <inkml:brushProperty name="height" value="0.05" units="cm"/>
    </inkml:brush>
  </inkml:definitions>
  <inkml:trace contextRef="#ctx0" brushRef="#br0">16 1 24575,'0'7'0,"-10"324"0,8-310 0,0-9 0,1 0 0,0 1 0,1-1 0,2 21 0,-2-33 0,0 1 0,0-1 0,0 1 0,0-1 0,0 0 0,1 1 0,-1-1 0,0 1 0,0-1 0,0 0 0,0 1 0,0-1 0,1 0 0,-1 1 0,0-1 0,0 0 0,0 1 0,1-1 0,-1 0 0,0 1 0,1-1 0,-1 0 0,0 0 0,1 1 0,-1-1 0,0 0 0,1 0 0,-1 0 0,0 1 0,1-1 0,10-7 0,7-20 0,-17 26 0,32-67 0,-25 49 0,1 0 0,1 1 0,20-29 0,-29 45 0,0 1 0,1-1 0,-1 1 0,0-1 0,1 1 0,-1 0 0,1 0 0,-1-1 0,1 1 0,0 0 0,0 0 0,-1 0 0,1 1 0,0-1 0,0 0 0,0 1 0,0-1 0,0 1 0,0 0 0,3-1 0,-3 2 0,1-1 0,0 1 0,-1-1 0,1 1 0,-1 0 0,1 0 0,0 0 0,-1 1 0,0-1 0,1 1 0,-1-1 0,0 1 0,2 2 0,7 6 0,-1 2 0,0-1 0,-1 1 0,10 18 0,-16-24 0,0-2 0,2 3 0,0 1 0,0 1 0,-1-1 0,0 0 0,4 13 0,-8-20 0,0 1 0,1 0 0,-1-1 0,0 1 0,0 0 0,1 0 0,-2-1 0,1 1 0,0 0 0,0 0 0,0-1 0,-1 1 0,1 0 0,-1-1 0,1 1 0,-1 0 0,0-1 0,0 1 0,0-1 0,0 1 0,0-1 0,0 1 0,0-1 0,0 0 0,0 0 0,-1 0 0,1 1 0,0-1 0,-1 0 0,1 0 0,-1-1 0,1 1 0,-1 0 0,-3 1 0,-15 4-137,-1-1-1,-1 0 1,1-2-1,-1 0 0,1-1 1,-40-3-1,51 1-264,-17 0-6424</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0.111"/>
    </inkml:context>
    <inkml:brush xml:id="br0">
      <inkml:brushProperty name="width" value="0.05" units="cm"/>
      <inkml:brushProperty name="height" value="0.05" units="cm"/>
    </inkml:brush>
  </inkml:definitions>
  <inkml:trace contextRef="#ctx0" brushRef="#br0">1 73 24575,'0'-1'0,"0"-1"0,0 0 0,0 0 0,0 1 0,0-1 0,0 0 0,1 1 0,-1-1 0,0 1 0,1-1 0,-1 0 0,1 1 0,0-1 0,0 1 0,-1-1 0,1 1 0,0 0 0,0-1 0,0 1 0,3-2 0,-3 2 0,1 1 0,-1-1 0,1 1 0,-1 0 0,1-1 0,-1 1 0,1 0 0,0 0 0,-1 0 0,1 0 0,-1 1 0,1-1 0,-1 0 0,1 1 0,-1-1 0,1 1 0,-1-1 0,1 1 0,-1 0 0,1-1 0,-1 1 0,2 2 0,7 3 0,-2 0 0,1 0 0,-1 1 0,0 0 0,0 1 0,-1 0 0,10 13 0,-13-15 0,0 0 0,0 0 0,-1 0 0,0 0 0,0 1 0,-1-1 0,0 1 0,0-1 0,0 1 0,-1 0 0,0 0 0,0 11 0,-1-16 0,0 0 0,0 1 0,0-1 0,-1 0 0,1 0 0,-1-1 0,0 1 0,1 0 0,-1 0 0,0 0 0,0 0 0,0 0 0,0-1 0,-1 1 0,1-1 0,0 1 0,-1-1 0,1 1 0,-1-1 0,1 0 0,-1 1 0,0-1 0,1 0 0,-1 0 0,0 0 0,0-1 0,0 1 0,0 0 0,-2 0 0,2-1 0,1 0 0,-1 1 0,1-1 0,-1 0 0,0 0 0,1-1 0,-1 1 0,0 0 0,1 0 0,-1-1 0,0 1 0,1-1 0,-1 1 0,1-1 0,-1 0 0,1 0 0,0 0 0,-1 0 0,1 0 0,0 0 0,-1 0 0,1 0 0,0 0 0,0 0 0,0-1 0,0 1 0,0 0 0,0-1 0,1 1 0,-1-1 0,0 1 0,1-1 0,-1 1 0,1-1 0,-1-3 0,0-3 0,0 0 0,1 0 0,0 1 0,0-1 0,0 0 0,1 0 0,1 0 0,-1 0 0,2 0 0,-1 1 0,6-14 0,-3 11 0,-1 0 0,2 0 0,-1 1 0,1 0 0,1 0 0,0 0 0,0 1 0,9-8 0,-13 13-195,1 0 0,0 1 0,0-1 0,0 1 0,0 0 0,8-3 0,3 1-6631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0.712"/>
    </inkml:context>
    <inkml:brush xml:id="br0">
      <inkml:brushProperty name="width" value="0.05" units="cm"/>
      <inkml:brushProperty name="height" value="0.05" units="cm"/>
    </inkml:brush>
  </inkml:definitions>
  <inkml:trace contextRef="#ctx0" brushRef="#br0">133 133 24575,'-1'-1'0,"1"-1"0,0 1 0,0-1 0,-1 1 0,1 0 0,0-1 0,-1 1 0,1 0 0,-1-1 0,0 1 0,1 0 0,-1 0 0,-1-2 0,1 2 0,0 0 0,0 0 0,1 0 0,-1 0 0,0 0 0,1 0 0,-1 0 0,1 0 0,0 0 0,-1 0 0,1 0 0,0 0 0,-1 0 0,1-1 0,0 1 0,0 0 0,0 0 0,0 0 0,0 0 0,0-1 0,1 1 0,-1 0 0,0 0 0,1 0 0,-1-1 0,2-2 0,-1 0 0,0 1 0,0-1 0,-1 0 0,1 1 0,-1-1 0,0 0 0,0 0 0,0 1 0,0-1 0,-1 0 0,1 0 0,-1 1 0,-2-7 0,2 9 0,1-1 0,-1 1 0,0 0 0,0-1 0,0 1 0,0 0 0,0 0 0,0 0 0,0 0 0,-1-1 0,1 2 0,0-1 0,-1 0 0,1 0 0,0 0 0,-1 1 0,1-1 0,-1 0 0,1 1 0,-1 0 0,0-1 0,1 1 0,-1 0 0,1 0 0,-1 0 0,1 0 0,-1 0 0,0 0 0,1 0 0,-1 0 0,1 1 0,-1-1 0,1 1 0,-1-1 0,1 1 0,-1-1 0,-1 2 0,-1 0 0,-1 1 0,1-1 0,0 1 0,0 0 0,0 0 0,0 0 0,0 0 0,1 1 0,-1-1 0,1 1 0,0 0 0,0 0 0,1 1 0,-1-1 0,1 0 0,0 1 0,-2 5 0,3-8 0,0 1 0,1-1 0,-1 0 0,1 0 0,-1 1 0,1-1 0,0 0 0,0 1 0,0-1 0,0 0 0,0 1 0,1-1 0,-1 0 0,1 0 0,-1 1 0,1-1 0,0 0 0,0 0 0,0 0 0,0 0 0,0 0 0,1 0 0,-1 0 0,0 0 0,1 0 0,0-1 0,-1 1 0,1 0 0,0-1 0,0 0 0,0 1 0,0-1 0,0 0 0,0 0 0,0 0 0,0 0 0,0 0 0,3 0 0,-1 0 0,1 1 0,-1-1 0,0 0 0,1-1 0,-1 1 0,1-1 0,-1 0 0,1 0 0,0 0 0,-1 0 0,1-1 0,-1 0 0,0 0 0,1 0 0,-1 0 0,0-1 0,1 0 0,-1 0 0,4-3 0,0 0 0,-1-1 0,0-1 0,0 1 0,-1-1 0,0 0 0,0 0 0,0-1 0,4-9 0,-9 16 0,-1 0 0,0 0 0,1 0 0,-1 0 0,1 1 0,0-1 0,-1 0 0,1 0 0,-1 1 0,1-1 0,0 0 0,0 1 0,-1-1 0,1 1 0,0-1 0,0 1 0,0-1 0,1 0 0,-2 1 0,1 1 0,-1-1 0,1 0 0,-1 1 0,1-1 0,-1 0 0,0 0 0,1 1 0,-1-1 0,0 1 0,1-1 0,-1 0 0,0 1 0,0-1 0,1 1 0,-1-1 0,0 0 0,0 1 0,0-1 0,0 1 0,0-1 0,0 1 0,1-1 0,-1 1 0,0 0 0,1 48 0,-1-35 0,1 0-273,1 1 0,1 0 0,0-1 0,6 17 0,-4-14-6553</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1.085"/>
    </inkml:context>
    <inkml:brush xml:id="br0">
      <inkml:brushProperty name="width" value="0.05" units="cm"/>
      <inkml:brushProperty name="height" value="0.05" units="cm"/>
    </inkml:brush>
  </inkml:definitions>
  <inkml:trace contextRef="#ctx0" brushRef="#br0">1 13 24575,'24'118'0,"-18"-106"0,-6-12 0,0 0 0,0 0 0,0 1 0,0-1 0,0 0 0,0 0 0,1 0 0,-1 0 0,0 0 0,0 0 0,0 0 0,0 0 0,0 0 0,0 0 0,1 0 0,-1 0 0,0 0 0,0 0 0,0 0 0,0 0 0,0 0 0,0 0 0,1-1 0,-1 1 0,0 0 0,0 0 0,0 0 0,0 0 0,0 0 0,0 0 0,0 0 0,0 0 0,0 0 0,1 0 0,-1-1 0,0 1 0,0 0 0,0 0 0,0 0 0,0 0 0,0 0 0,0 0 0,0 0 0,0-1 0,0 1 0,7-26 0,-3 8 0,-3 17 0,22-49 0,-21 46 0,0 0 0,1 0 0,0 0 0,-1 0 0,2 1 0,-1-1 0,0 1 0,1 0 0,5-4 0,-9 6 0,1 0 0,0 1 0,0-1 0,0 1 0,0 0 0,0-1 0,0 1 0,0 0 0,0-1 0,0 1 0,0 0 0,0 0 0,0 0 0,0 0 0,0 0 0,1 0 0,-1 0 0,0 0 0,0 0 0,0 1 0,0-1 0,0 0 0,1 1 0,0 1 0,0-1 0,-1 0 0,1 1 0,-1-1 0,1 1 0,-1-1 0,0 1 0,1-1 0,-1 1 0,0 0 0,1 2 0,3 6 0,-2 0 0,1 0 0,3 18 0,-7-25 0,24 112-1365,-19-99-5461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1.692"/>
    </inkml:context>
    <inkml:brush xml:id="br0">
      <inkml:brushProperty name="width" value="0.05" units="cm"/>
      <inkml:brushProperty name="height" value="0.05" units="cm"/>
    </inkml:brush>
  </inkml:definitions>
  <inkml:trace contextRef="#ctx0" brushRef="#br0">189 91 24575,'-1'-3'0,"-1"1"0,1-1 0,-1 1 0,1 0 0,-1 0 0,0 0 0,0 0 0,0 0 0,0 0 0,0 0 0,0 1 0,-1-1 0,-2-1 0,0 0 0,-2-2 0,-1 0 0,0 1 0,0 0 0,0 0 0,0 1 0,-1 0 0,-15-3 0,22 6 0,-1-1 0,1 0 0,0 1 0,-1 0 0,1 0 0,-1 0 0,1 0 0,0 0 0,-1 0 0,1 0 0,-1 1 0,1 0 0,0-1 0,-1 1 0,1 0 0,0 0 0,0 0 0,0 0 0,0 0 0,0 1 0,0-1 0,0 1 0,0-1 0,0 1 0,0 0 0,1-1 0,-1 1 0,1 0 0,0 0 0,-1 0 0,1 0 0,-2 5 0,2-1 0,-1 0 0,1 1 0,0-1 0,1 0 0,-1 1 0,1-1 0,1 0 0,-1 1 0,1-1 0,0 0 0,0 0 0,1 1 0,0-1 0,0 0 0,0-1 0,1 1 0,0 0 0,0-1 0,0 1 0,1-1 0,0 0 0,0 0 0,6 5 0,-7-7 0,0 1 0,1-1 0,0 0 0,-1 0 0,1-1 0,0 1 0,1-1 0,-1 0 0,0 0 0,0 0 0,1-1 0,-1 1 0,1-1 0,0 0 0,-1-1 0,1 1 0,0-1 0,0 0 0,-1 0 0,1 0 0,0 0 0,-1-1 0,1 0 0,0 0 0,-1 0 0,1-1 0,-1 0 0,0 0 0,1 0 0,-1 0 0,6-4 0,-3-1 0,1 1 0,-1-1 0,0-1 0,-1 1 0,1-1 0,-2 0 0,1-1 0,-1 1 0,0-1 0,-1 0 0,0 0 0,-1-1 0,1 1 0,-2-1 0,0 0 0,0 1 0,0-1 0,-1 0 0,-1 0 0,0-11 0,-5 0 0,0 16 0,0 14 0,1 17 0,2 0 0,0 0 0,1 0 0,2 0 0,5 36 0,-5-49 0,7 39 0,-7-50 0,-1 1 0,1-1 0,-1 0 0,1 0 0,0-1 0,0 1 0,-1 0 0,1 0 0,1 0 0,-1 0 0,0-1 0,0 1 0,1-1 0,-1 1 0,1-1 0,-1 1 0,1-1 0,0 0 0,-1 0 0,3 1 0,-2-1 0,0-1 0,0 0 0,0 0 0,0 0 0,0 0 0,0 0 0,0 0 0,0-1 0,-1 1 0,1-1 0,0 1 0,0-1 0,0 0 0,0 0 0,-1 0 0,1 0 0,0 0 0,-1 0 0,1 0 0,-1 0 0,3-3 0,30-34 0,-29 32 0,-2 2 0,4-6 0,1 0 0,1 1 0,0 0 0,18-14 0,-26 22 0,1 0 0,-1 0 0,1 0 0,-1 0 0,1 0 0,0 0 0,-1 0 0,1 1 0,0-1 0,0 0 0,0 1 0,-1 0 0,1-1 0,0 1 0,0 0 0,0 0 0,0 0 0,0 0 0,0 0 0,0 1 0,-1-1 0,1 0 0,0 1 0,0 0 0,0-1 0,-1 1 0,1 0 0,0 0 0,-1 0 0,1 0 0,-1 0 0,1 0 0,-1 0 0,1 1 0,-1-1 0,0 0 0,0 1 0,0-1 0,0 1 0,0 0 0,1 1 0,8 16 0,-1 0 0,-1 1 0,11 38 0,3 8 0,-10-38-1365,0-5-5461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2.569"/>
    </inkml:context>
    <inkml:brush xml:id="br0">
      <inkml:brushProperty name="width" value="0.05" units="cm"/>
      <inkml:brushProperty name="height" value="0.05" units="cm"/>
    </inkml:brush>
  </inkml:definitions>
  <inkml:trace contextRef="#ctx0" brushRef="#br0">13 75 24575,'-1'-1'0,"0"-1"0,-1 1 0,1-1 0,0 0 0,0 1 0,0-1 0,0 0 0,1 0 0,-1 0 0,1 0 0,-1 0 0,1 0 0,-1 0 0,1 0 0,0 0 0,0 0 0,0 0 0,0 0 0,0 0 0,1 0 0,-1 0 0,0 1 0,2-4 0,-2 4 0,1 0 0,-1 0 0,1 0 0,-1 0 0,1 0 0,0 0 0,0 0 0,-1 0 0,1 0 0,0 1 0,0-1 0,0 0 0,0 1 0,0-1 0,0 0 0,0 1 0,0-1 0,0 1 0,0-1 0,0 1 0,0 0 0,0-1 0,1 1 0,-1 0 0,0 0 0,0 0 0,0 0 0,0 0 0,1 0 0,-1 0 0,0 0 0,0 1 0,0-1 0,0 0 0,0 1 0,0-1 0,1 1 0,-1-1 0,1 2 0,3 1 0,1 0 0,-1 1 0,-1 0 0,1 0 0,-1 0 0,1 1 0,-1-1 0,-1 1 0,1 0 0,-1 0 0,1 0 0,-1 1 0,-1-1 0,3 8 0,1 2 0,-1 0 0,0 0 0,-1 1 0,1 19 0,-2-9 0,-2 0 0,-2 28 0,7-73 0,0 1 0,11-24 0,-11 28 0,-5 10 0,19-44 0,43-77 0,-63 123 0,1 1 0,0-1 0,0 1 0,1-1 0,-1 1 0,0-1 0,0 1 0,1 0 0,-1-1 0,1 1 0,-1 0 0,1 0 0,0 0 0,-1 0 0,1 0 0,2 0 0,-3 1 0,0 0 0,0 0 0,0 0 0,0 0 0,0 1 0,1-1 0,-1 0 0,0 0 0,0 1 0,0-1 0,0 1 0,0-1 0,0 1 0,0 0 0,0-1 0,-1 1 0,1 0 0,0 0 0,0-1 0,0 1 0,-1 0 0,1 0 0,0 0 0,-1 0 0,1 0 0,-1 0 0,1 0 0,-1 1 0,15 30 0,-3 0 0,0 1 0,12 63 0,-22-81 0,-2-12 0,0 0 0,0 0 0,0 0 0,1 0 0,-1-1 0,1 1 0,0 0 0,0 0 0,0-1 0,0 1 0,0 0 0,1-1 0,1 3 0,-2-4 0,-1-1 0,1 0 0,-1 0 0,1 0 0,-1 0 0,1 0 0,-1 0 0,1-1 0,-1 1 0,1 0 0,-1 0 0,1 0 0,-1 0 0,1-1 0,-1 1 0,1 0 0,-1 0 0,1-1 0,-1 1 0,1 0 0,-1-1 0,0 1 0,1-1 0,-1 1 0,0 0 0,1-2 0,12-14 0,-11 13 0,11-14 0,-2 0 0,2 1 0,0 1 0,1 0 0,21-18 0,-34 32 0,-1 1 0,1-1 0,0 0 0,0 1 0,0-1 0,-1 1 0,1-1 0,0 1 0,0-1 0,0 1 0,0 0 0,0-1 0,0 1 0,0 0 0,0 0 0,0 0 0,0-1 0,0 1 0,0 0 0,0 0 0,0 1 0,0-1 0,0 0 0,0 0 0,0 0 0,0 1 0,0-1 0,0 0 0,0 1 0,0-1 0,-1 1 0,1-1 0,0 1 0,0 0 0,0-1 0,-1 1 0,1 0 0,0-1 0,-1 1 0,1 0 0,0 0 0,-1 0 0,1 0 0,-1-1 0,1 1 0,-1 0 0,0 0 0,1 0 0,-1 1 0,3 9 0,0-1 0,0 0 0,1 22 0,-1-14 0,-2-12-170,0 0-1,0 0 0,1 0 1,0 0-1,1-1 0,-1 1 1,6 8-1,2-2-6655</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3.327"/>
    </inkml:context>
    <inkml:brush xml:id="br0">
      <inkml:brushProperty name="width" value="0.05" units="cm"/>
      <inkml:brushProperty name="height" value="0.05" units="cm"/>
    </inkml:brush>
  </inkml:definitions>
  <inkml:trace contextRef="#ctx0" brushRef="#br0">152 132 24575,'7'-34'0,"-4"26"0,-1-1 0,0 1 0,1-15 0,-3 21 0,0 1 0,0-1 0,0 1 0,0 0 0,0-1 0,0 1 0,-1 0 0,1-1 0,0 1 0,-1 0 0,1-1 0,-1 1 0,1 0 0,-1 0 0,0-1 0,0 1 0,1 0 0,-1 0 0,0 0 0,0 0 0,0 0 0,0 0 0,0 0 0,0 1 0,0-1 0,-1 0 0,-1-1 0,-1 2 0,1-1 0,0 1 0,-1-1 0,1 1 0,-1 0 0,1 1 0,0-1 0,-1 1 0,1-1 0,0 1 0,-1 0 0,1 0 0,0 0 0,0 1 0,0-1 0,0 1 0,-3 2 0,-7 3 0,1 2 0,-17 14 0,26-21 0,0 1 0,0 0 0,0 1 0,0-1 0,1 0 0,0 1 0,0-1 0,0 1 0,0 0 0,0 0 0,1 0 0,-1 0 0,1 0 0,0 0 0,1 0 0,-1 0 0,0 9 0,1-11 0,1 1 0,-1-1 0,1 1 0,-1-1 0,1 1 0,0-1 0,-1 1 0,1-1 0,1 0 0,-1 1 0,0-1 0,0 0 0,1 0 0,-1 0 0,1 0 0,0 0 0,0 0 0,0 0 0,0-1 0,0 1 0,0 0 0,0-1 0,0 0 0,1 0 0,-1 0 0,0 0 0,1 0 0,-1 0 0,1 0 0,2 0 0,18 3 0,-19-4 0,0 0 0,-1 1 0,1-1 0,-1 1 0,1 0 0,-1 0 0,1 0 0,-1 1 0,0-1 0,0 1 0,1 0 0,-1 0 0,0 0 0,-1 0 0,1 0 0,0 1 0,3 3 0,-4-3 0,1 0 0,-1 0 0,1 0 0,0 0 0,0 0 0,1-1 0,-1 0 0,0 1 0,1-1 0,0 0 0,-1-1 0,1 1 0,0 0 0,0-1 0,0 0 0,0 0 0,0 0 0,0-1 0,0 1 0,0-1 0,0 0 0,0 0 0,0-1 0,1 1 0,-1-1 0,6-1 0,2-2 0,-1 0 0,0-1 0,0 0 0,0 0 0,-1-1 0,1-1 0,-1 0 0,15-14 0,-1-1 0,-2-1 0,21-27 0,-42 48 0,29-39 0,-28 37 0,1 0 0,-1 0 0,-1 1 0,1-1 0,0 0 0,-1-1 0,0 1 0,0 0 0,1-7 0,-2 10 0,0 0 0,0 1 0,0-1 0,0 0 0,0 1 0,0-1 0,0 1 0,0-1 0,0 0 0,-1 1 0,1-1 0,0 1 0,0-1 0,0 0 0,-1 1 0,1-1 0,0 1 0,-1-1 0,1 1 0,0-1 0,-1 1 0,1-1 0,-1 1 0,1 0 0,-1-1 0,1 1 0,-1-1 0,1 1 0,-1 0 0,1 0 0,-1-1 0,0 1 0,-1 0 0,0 0 0,0 0 0,1 0 0,-1 0 0,0 0 0,0 0 0,0 1 0,1-1 0,-1 1 0,0-1 0,-2 2 0,-4 2 0,-1 1 0,0 0 0,-8 6 0,13-8 0,0 0 0,0 0 0,1 1 0,-1-1 0,1 1 0,0-1 0,0 1 0,0 0 0,-3 7 0,5-10 0,0 1 0,1 0 0,-1 0 0,1-1 0,0 1 0,0 0 0,-1 0 0,1 0 0,0-1 0,1 1 0,-1 0 0,0 0 0,0 0 0,1-1 0,-1 1 0,1 0 0,-1-1 0,1 1 0,0 0 0,0-1 0,0 1 0,0-1 0,0 1 0,0-1 0,0 1 0,0-1 0,1 0 0,1 2 0,5 3 0,0 0 0,0-1 0,0 1 0,1-2 0,0 1 0,0-2 0,0 1 0,11 2 0,-11-3 0,1 0 0,-1 0 0,0 1 0,0 1 0,0 0 0,0 0 0,11 9 0,-19-13 0,1 1 0,-1-1 0,0 1 0,1 0 0,-1 0 0,0-1 0,0 1 0,0 0 0,0 0 0,0 0 0,-1 0 0,1 0 0,-1 0 0,1 0 0,-1 0 0,0 0 0,1 1 0,-1-1 0,0 0 0,-1 0 0,1 0 0,0 0 0,0 0 0,-1 0 0,0 0 0,1 0 0,-1 0 0,0 0 0,0 0 0,0 0 0,0 0 0,0 0 0,-2 1 0,2-1 0,0 0 0,-1 0 0,1-1 0,-1 1 0,1-1 0,-1 1 0,0-1 0,0 0 0,0 1 0,1-1 0,-1 0 0,0 0 0,0 0 0,0-1 0,-1 1 0,1 0 0,0-1 0,0 1 0,0-1 0,0 0 0,-1 0 0,1 0 0,0 0 0,0 0 0,0 0 0,0-1 0,-1 1 0,1-1 0,0 1 0,0-1 0,-3-1 0,4 1-72,0 0 1,0 1-1,0-1 0,0 0 0,0 0 0,0 0 0,0 0 0,0 0 1,0 0-1,1 0 0,-1 0 0,0 0 0,1 0 0,-1-1 0,0 1 1,1 0-1,0 0 0,-1-3 0,0-9-6754</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3.683"/>
    </inkml:context>
    <inkml:brush xml:id="br0">
      <inkml:brushProperty name="width" value="0.05" units="cm"/>
      <inkml:brushProperty name="height" value="0.05" units="cm"/>
    </inkml:brush>
  </inkml:definitions>
  <inkml:trace contextRef="#ctx0" brushRef="#br0">0 25 24575,'2'-3'0,"-1"0"0,1 1 0,0-1 0,-1 1 0,1-1 0,0 1 0,3-2 0,-5 3 0,0 1 0,1 0 0,-1 0 0,0-1 0,0 1 0,1 0 0,-1 0 0,0 0 0,1 0 0,-1-1 0,0 1 0,1 0 0,-1 0 0,1 0 0,-1 0 0,0 0 0,1 0 0,-1 0 0,0 0 0,1 0 0,-1 0 0,0 0 0,1 0 0,0 1 0,-1-1 0,1 1 0,0-1 0,-1 1 0,1-1 0,-1 1 0,0 0 0,1-1 0,-1 1 0,1 0 0,-1-1 0,0 1 0,0 0 0,1 0 0,-1-1 0,0 1 0,0 0 0,0 1 0,3 24 0,-1 0 0,-1 29 0,-1-26 0,4 33 0,-3-52 0,1 1 0,0-1 0,1 1 0,0-1 0,1 0 0,9 17 0,5 1-1365,-11-18-5461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4.024"/>
    </inkml:context>
    <inkml:brush xml:id="br0">
      <inkml:brushProperty name="width" value="0.05" units="cm"/>
      <inkml:brushProperty name="height" value="0.05" units="cm"/>
    </inkml:brush>
  </inkml:definitions>
  <inkml:trace contextRef="#ctx0" brushRef="#br0">37 138 24575,'-17'-9'0,"16"9"0,-1-1 0,1 1 0,0-1 0,-1 1 0,1-1 0,0 0 0,0 1 0,0-1 0,0 0 0,0 0 0,0 0 0,0 1 0,0-1 0,0 0 0,-1-2 0,2 3 0,0-1 0,0 1 0,0-1 0,0 1 0,0 0 0,0-1 0,0 1 0,0-1 0,0 1 0,1 0 0,-1-1 0,0 1 0,0-1 0,0 1 0,1 0 0,-1-1 0,0 1 0,0 0 0,1-1 0,-1 1 0,0 0 0,1 0 0,-1-1 0,0 1 0,1 0 0,-1 0 0,1 0 0,-1-1 0,0 1 0,1 0 0,-1 0 0,1 0 0,-1 0 0,0 0 0,1 0 0,-1 0 0,1 0 0,-1 0 0,0 0 0,2 0 0,20-2 0,-21 2 0,72-1 0,-47 2 0,1-2 0,-1 0 0,42-8 0,-66 9 0,-1-1 0,1 1 0,0 0 0,-1-1 0,1 1 0,0-1 0,-1 0 0,1 1 0,-1-1 0,1 0 0,-1 0 0,0 0 0,1 0 0,-1 0 0,0-1 0,1 1 0,-1 0 0,0 0 0,1-3 0,-2 3 0,1 0 0,-1 0 0,0 0 0,0-1 0,0 1 0,0 0 0,0 0 0,0 0 0,0 0 0,0-1 0,-1 1 0,1 0 0,0 0 0,-1 0 0,1 0 0,-1 0 0,1-1 0,-1 1 0,1 0 0,-2-1 0,-1-2 0,-1 0 0,1 0 0,-1 1 0,0-1 0,0 1 0,0 0 0,0 0 0,0 0 0,-1 1 0,1 0 0,-8-3 0,5 3 0,0 0 0,1 1 0,-1-1 0,0 2 0,0-1 0,0 1 0,0 0 0,0 0 0,-9 2 0,13-1 0,1-1 0,0 1 0,0 0 0,0-1 0,0 1 0,0 0 0,0 0 0,1 0 0,-1 1 0,0-1 0,0 0 0,1 1 0,-1-1 0,1 1 0,-1-1 0,1 1 0,0 0 0,0 0 0,-1-1 0,1 1 0,0 0 0,1 0 0,-1 0 0,0 0 0,1 0 0,-1 1 0,1-1 0,-1 0 0,1 0 0,0 0 0,0 0 0,0 0 0,1 5 0,0-2 0,0 1 0,1-1 0,-1 1 0,1-1 0,1 0 0,-1 1 0,1-1 0,0 0 0,0-1 0,0 1 0,0 0 0,1-1 0,0 0 0,0 0 0,0 0 0,1 0 0,-1-1 0,8 4 0,7 6 0,1-2 0,0-1 0,27 10 0,-25-12-682,39 9-1,-24-10-6143</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44.362"/>
    </inkml:context>
    <inkml:brush xml:id="br0">
      <inkml:brushProperty name="width" value="0.05" units="cm"/>
      <inkml:brushProperty name="height" value="0.05" units="cm"/>
    </inkml:brush>
  </inkml:definitions>
  <inkml:trace contextRef="#ctx0" brushRef="#br0">97 191 24575,'-12'-13'0,"1"-1"0,-12-17 0,15 19 0,-1 0 0,0 0 0,-16-15 0,66 85 0,-39-55 0,41 58 0,-39-54 0,0 1 0,0-1 0,-1 0 0,0 1 0,0 0 0,-1 0 0,2 8 0,-4-13 0,0-1 0,0 0 0,0 1 0,0-1 0,-1 0 0,1 1 0,-1-1 0,0 0 0,1 1 0,-1-1 0,0 0 0,-2 3 0,3-5 0,0 1 0,-1-1 0,1 0 0,0 1 0,-1-1 0,1 1 0,-1-1 0,1 0 0,0 1 0,-1-1 0,1 0 0,-1 1 0,1-1 0,-1 0 0,1 0 0,-1 1 0,1-1 0,-1 0 0,1 0 0,-1 0 0,1 0 0,-2 0 0,2 0 0,-1 0 0,0 0 0,0-1 0,0 1 0,1-1 0,-1 1 0,0 0 0,1-1 0,-1 1 0,0-1 0,1 0 0,-1 1 0,0-1 0,1 1 0,-1-1 0,1 0 0,-1 0 0,1 1 0,-1-2 0,-2-4 0,1 1 0,0-1 0,-1 0 0,2 0 0,-1 0 0,1 0 0,0 0 0,0 0 0,1 0 0,-1 0 0,2 0 0,-1-1 0,0 1 0,1 0 0,0 0 0,1 0 0,0 0 0,-1 0 0,2 1 0,4-10 0,-2 4 0,0 1 0,1 1 0,1-1 0,-1 1 0,1 0 0,1 1 0,0-1 0,0 1 0,1 1 0,12-9 0,-10 9 38,1 1 0,0 0 0,0 0 0,0 2 0,0-1 0,1 2 0,0-1 0,25-2 0,-31 6-133,0-1 0,0 1 0,0 0 0,0 1 1,0-1-1,0 1 0,0 1 0,0-1 0,0 1 0,0 1 1,-1-1-1,1 1 0,-1 0 0,1 1 0,-1-1 1,0 1-1,9 9 0,5 8-6731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51.148"/>
    </inkml:context>
    <inkml:brush xml:id="br0">
      <inkml:brushProperty name="width" value="0.05" units="cm"/>
      <inkml:brushProperty name="height" value="0.05" units="cm"/>
    </inkml:brush>
  </inkml:definitions>
  <inkml:trace contextRef="#ctx0" brushRef="#br0">2237 269 24575,'1'-2'0,"0"1"0,0-1 0,0 1 0,0-1 0,0 1 0,0 0 0,0 0 0,0-1 0,0 1 0,1 0 0,-1 0 0,1 0 0,-1 0 0,0 1 0,3-2 0,10-1 0,-13 3 0,-1 0 0,0 0 0,1 0 0,-1 0 0,0 1 0,0-1 0,1 0 0,-1 0 0,0 0 0,0 1 0,1-1 0,-1 0 0,0 0 0,0 1 0,1-1 0,-1 0 0,0 1 0,0-1 0,0 0 0,0 1 0,0-1 0,0 0 0,1 1 0,-1-1 0,0 0 0,0 1 0,0-1 0,0 0 0,0 1 0,0-1 0,0 0 0,0 1 0,0-1 0,-1 0 0,1 1 0,-4 17 0,0-1 0,-2 0 0,0 1 0,-16 30 0,5-11 0,-3 7 0,-3 0 0,-1-1 0,-2-1 0,-2-2 0,-55 62 0,69-87 0,-1-1 0,0-1 0,-1 0 0,-1-1 0,0-1 0,-1-1 0,0 0 0,0-1 0,-32 10 0,18-10 0,-1-1 0,0-2 0,0-1 0,0-2 0,-38 0 0,-15-5 0,-160-25 0,-83-38 0,230 43 0,40 9 0,0-2 0,-57-23 0,97 30 0,0 0 0,0-2 0,0 0 0,2-1 0,-1-1 0,1-1 0,1 0 0,0-1 0,-20-24 0,-133-180 0,96 122 0,35 48 0,9 13 0,-31-51 0,57 80 0,0 0 0,0-1 0,0 1 0,1-1 0,0 0 0,0 0 0,1 0 0,0 0 0,0 0 0,0-9 0,2 16-17,-1 0-1,0 0 0,0 0 1,0 0-1,0 0 1,0 0-1,0 0 1,0 0-1,0 1 0,0-1 1,0 0-1,0 0 1,1 0-1,-1 0 0,0 0 1,0 0-1,0 0 1,0 0-1,0 0 0,0 0 1,0 0-1,0 0 1,0 0-1,1 0 0,-1 0 1,0 0-1,0 0 1,0 0-1,0 0 0,0 0 1,0 0-1,0-1 1,0 1-1,0 0 0,1 0 1,-1 0-1,0 0 1,0 0-1,0 0 1,0 0-1,0 0 0,0 0 1,0 0-1,0 0 1,0 0-1,0-1 0,0 1 1,0 0-1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3:51.594"/>
    </inkml:context>
    <inkml:brush xml:id="br0">
      <inkml:brushProperty name="width" value="0.05" units="cm"/>
      <inkml:brushProperty name="height" value="0.05" units="cm"/>
    </inkml:brush>
  </inkml:definitions>
  <inkml:trace contextRef="#ctx0" brushRef="#br0">626 29 24575,'1'0'0,"-1"0"0,1 0 0,-1-1 0,1 1 0,-1 0 0,1-1 0,-1 1 0,0 0 0,1-1 0,-1 1 0,0 0 0,1-1 0,-1 1 0,0-1 0,1 1 0,-1-1 0,0 1 0,0-1 0,0 1 0,1-1 0,-1 1 0,0-1 0,0 1 0,0-1 0,0 1 0,0-1 0,0 0 0,0 1 0,0-1 0,0 1 0,0-1 0,0 1 0,0-1 0,-1 1 0,1-1 0,0 1 0,0-1 0,-1 1 0,1-1 0,0 1 0,0-1 0,-1 1 0,1 0 0,0-1 0,-1 1 0,1-1 0,-1 1 0,1 0 0,-1-1 0,-2 0 0,1 0 0,0 0 0,-1 0 0,1 1 0,-1-1 0,1 0 0,-1 1 0,1 0 0,-5 0 0,-30 3 0,0 2 0,-38 10 0,8-1 0,-286 49 0,324-55 0,29-8 0,0 0 0,0 0 0,0 0 0,0 0 0,0 0 0,0 0 0,0 0 0,0 1 0,0-1 0,0 0 0,0 0 0,0 0 0,0 0 0,0 0 0,0 0 0,0 0 0,0 0 0,0 0 0,0 0 0,0 1 0,0-1 0,0 0 0,0 0 0,0 0 0,0 0 0,0 0 0,0 0 0,0 0 0,0 0 0,0 0 0,0 1 0,0-1 0,0 0 0,0 0 0,0 0 0,0 0 0,0 0 0,0 0 0,0 0 0,0 0 0,0 0 0,0 0 0,0 0 0,1 0 0,-1 0 0,0 0 0,0 0 0,0 1 0,0-1 0,0 0 0,0 0 0,0 0 0,0 0 0,0 0 0,0 0 0,1 0 0,-1 0 0,0 0 0,0 0 0,0 0 0,17 3 0,-7-2 0,-1 1 0,1 0 0,-1 0 0,1 1 0,-1 0 0,0 1 0,0 0 0,0 0 0,-1 1 0,1 0 0,-1 1 0,8 6 0,-11-6 0,1-1 0,-1 1 0,-1 0 0,1 0 0,-1 0 0,0 0 0,0 1 0,-1 0 0,0 0 0,0 0 0,0 0 0,-1 0 0,0 1 0,-1-1 0,0 1 0,1 8 0,-2 99 150,-2-65-1665,2-34-5311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4.771"/>
    </inkml:context>
    <inkml:brush xml:id="br0">
      <inkml:brushProperty name="width" value="0.05" units="cm"/>
      <inkml:brushProperty name="height" value="0.05" units="cm"/>
    </inkml:brush>
  </inkml:definitions>
  <inkml:trace contextRef="#ctx0" brushRef="#br0">16 2783 24575,'0'6'0,"-1"1"0,0-1 0,0 0 0,-4 10 0,-2 20 0,13-46 0,2-11 0,62-187-201,10 5 1,8 2-1,8 5 0,220-329 0,-223 395-175,5 5-1,6 4 1,5 5-1,153-127 1,-161 162 398,4 5 0,2 4 0,4 5-1,2 5 1,206-81 0,-156 88-514,2 7-1,2 7 0,201-23 0,-76 34-574,305 9 0,-238 27 820,696 106 0,-798-63 272,-2 12 0,-3 10-1,343 148 1,-402-130 2,-3 9-1,243 169 1,-274-154 102,-6 8 0,245 249 0,-306-268 617,90 127 0,-125-146 655,-3 3-1,52 113 1,-60-87-854,42 158-1,-85-261-545,-2-4 114,0-3-238,-1 1 0,0-1-1,1 0 1,0 0 0,-1 0-1,1 0 1,0 1-1,0-1 1,0 0 0,1-1-1,1 4 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5.159"/>
    </inkml:context>
    <inkml:brush xml:id="br0">
      <inkml:brushProperty name="width" value="0.05" units="cm"/>
      <inkml:brushProperty name="height" value="0.05" units="cm"/>
    </inkml:brush>
  </inkml:definitions>
  <inkml:trace contextRef="#ctx0" brushRef="#br0">91 13 24575,'-34'-6'0,"30"5"0,1-1 0,-1 1 0,0 1 0,1-1 0,-1 0 0,0 1 0,1 0 0,-1 0 0,0 0 0,-4 1 0,7-1 0,1 0 0,-1 1 0,0-1 0,1 0 0,-1 1 0,1-1 0,-1 0 0,1 1 0,-1-1 0,1 1 0,-1-1 0,1 1 0,-1-1 0,1 1 0,-1-1 0,1 1 0,0 0 0,-1-1 0,1 1 0,0 0 0,0-1 0,-1 1 0,1 0 0,0-1 0,0 1 0,0 0 0,0-1 0,0 1 0,0 0 0,0-1 0,0 1 0,0 0 0,0-1 0,0 1 0,1 0 0,-1-1 0,0 1 0,0 0 0,1-1 0,0 2 0,14 27 0,-15-28 0,17 22 0,0-1 0,2 0 0,0-1 0,1-1 0,1-1 0,34 24 0,-50-40 0,46 30 0,-47-30 0,1-1 0,-1 0 0,1 0 0,0 0 0,0 0 0,0-1 0,0 0 0,0 0 0,6 1 0,-8-3 0,-1 1 0,0-1 0,0 1 0,1-1 0,-1 0 0,0 0 0,0 0 0,0 0 0,0 0 0,0 0 0,0-1 0,0 1 0,0-1 0,-1 1 0,1-1 0,-1 0 0,1 1 0,-1-1 0,1 0 0,-1 0 0,1-3 0,5-7 0,-2 0 0,8-19 0,-8 17 0,7-15-1365,-6 18-5461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5.711"/>
    </inkml:context>
    <inkml:brush xml:id="br0">
      <inkml:brushProperty name="width" value="0.05" units="cm"/>
      <inkml:brushProperty name="height" value="0.05" units="cm"/>
    </inkml:brush>
  </inkml:definitions>
  <inkml:trace contextRef="#ctx0" brushRef="#br0">390 362 24575,'10'-22'0,"-2"-1"0,8-29 0,3-8 0,-6 27 0,-6 17 0,-1 0 0,-1-1 0,0 1 0,-1-1 0,3-20 0,-7 35 0,0 0 0,0 0 0,-1 0 0,1 0 0,0 0 0,-1 0 0,1 0 0,-1 0 0,0 1 0,0-1 0,0 0 0,1 0 0,-1 1 0,-1-1 0,1 0 0,0 1 0,0-1 0,-1 1 0,1 0 0,-1-1 0,1 1 0,-1 0 0,1 0 0,-1 0 0,0 0 0,0 0 0,1 0 0,-1 1 0,0-1 0,0 0 0,0 1 0,-3-1 0,-6-1 0,0 1 0,0-1 0,-1 2 0,-13 0 0,8 2 0,1 0 0,-1 1 0,1 1 0,0 0 0,0 2 0,1-1 0,0 2 0,0 0 0,0 1 0,1 0 0,0 1 0,0 1 0,1 0 0,1 1 0,-1 0 0,-10 14 0,11-11 0,0 0 0,0 1 0,2 0 0,0 1 0,0 0 0,2 1 0,0 0 0,1 0 0,1 0 0,0 1 0,1 0 0,1 0 0,1 1 0,-1 20 0,4-27 0,0 1 0,1-1 0,1 1 0,0-1 0,1 0 0,0 0 0,1 0 0,0 0 0,1 0 0,0-1 0,1 0 0,0 0 0,0 0 0,2-1 0,-1 0 0,15 14 0,-9-12 0,0 0 0,1-1 0,1 0 0,0-1 0,0-1 0,1-1 0,0 0 0,0-1 0,1 0 0,34 7 0,11-2-1365,-8-5-5461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6.065"/>
    </inkml:context>
    <inkml:brush xml:id="br0">
      <inkml:brushProperty name="width" value="0.05" units="cm"/>
      <inkml:brushProperty name="height" value="0.05" units="cm"/>
    </inkml:brush>
  </inkml:definitions>
  <inkml:trace contextRef="#ctx0" brushRef="#br0">151 203 24575,'2'-3'0,"0"1"0,0-1 0,-1 0 0,0 1 0,1-1 0,-1 0 0,0 0 0,0 0 0,-1 0 0,1 0 0,0-5 0,1-34 0,-3 35 0,1 1 0,-2-1 0,1 1 0,-1-1 0,0 1 0,0 0 0,0 0 0,-1 0 0,-7-11 0,8 13 0,0 1 0,-1-1 0,0 0 0,0 1 0,0 0 0,0 0 0,0 0 0,-1 0 0,1 0 0,-1 1 0,0-1 0,0 1 0,0 0 0,0 0 0,-5-1 0,7 3 0,-1-1 0,1 1 0,0 0 0,-1 0 0,1 1 0,0-1 0,0 0 0,-1 1 0,1-1 0,0 1 0,0 0 0,0 0 0,0 0 0,0 0 0,0 0 0,0 0 0,0 0 0,0 1 0,0-1 0,1 1 0,-1-1 0,0 1 0,1 0 0,0 0 0,-1-1 0,1 1 0,0 0 0,-2 4 0,-1 3 0,0 0 0,0 0 0,1 0 0,0 0 0,-3 15 0,4-11 0,1 0 0,0 0 0,1 0 0,1 0 0,-1 0 0,2 0 0,0 0 0,1 0 0,4 14 0,-5-20 0,0-1 0,1 0 0,0 0 0,0 0 0,0 0 0,1 0 0,-1 0 0,1-1 0,1 0 0,-1 0 0,1 0 0,0 0 0,0-1 0,0 0 0,0 0 0,1 0 0,0-1 0,0 0 0,10 5 0,-14-8 0,0 1 0,0 0 0,0-1 0,0 0 0,0 1 0,0-1 0,1 0 0,-1 0 0,0 0 0,0 0 0,0 0 0,0-1 0,1 1 0,-1-1 0,0 1 0,0-1 0,0 0 0,0 0 0,0 0 0,0 0 0,-1 0 0,1 0 0,0-1 0,0 1 0,-1 0 0,1-1 0,-1 0 0,1 1 0,-1-1 0,0 0 0,1 0 0,-1 1 0,0-1 0,0 0 0,-1 0 0,1 0 0,1-3 0,2-9 0,0 0 0,-1 0 0,0 0 0,0-22 0,-1 20 0,-1 9 0,2-21 0,-1-28 0,-2 49 0,0 0 0,0 0 0,-1 1 0,0-1 0,-1 0 0,1 1 0,-1-1 0,-1 1 0,-5-12 0,2 11-1365</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7.166"/>
    </inkml:context>
    <inkml:brush xml:id="br0">
      <inkml:brushProperty name="width" value="0.05" units="cm"/>
      <inkml:brushProperty name="height" value="0.05" units="cm"/>
    </inkml:brush>
  </inkml:definitions>
  <inkml:trace contextRef="#ctx0" brushRef="#br0">4 95 24575,'-1'-25'0,"0"18"0,0 0 0,1 1 0,0-1 0,0 0 0,1 0 0,0 0 0,0 0 0,2-7 0,1 13 0,-1 8 0,0 8 0,3 52 0,-6 105 0,-2-85 0,23-153 0,-7 11 0,2 1 0,24-54 0,-38 103 0,0 1 0,0 0 0,1 0 0,-1 0 0,1 1 0,0-1 0,5-4 0,-8 7 0,1 1 0,-1 0 0,0 0 0,1-1 0,-1 1 0,0 0 0,1 0 0,-1 0 0,1-1 0,-1 1 0,0 0 0,1 0 0,-1 0 0,1 0 0,-1 0 0,0 0 0,1 0 0,-1 0 0,1 0 0,-1 0 0,1 0 0,-1 0 0,0 0 0,1 0 0,-1 0 0,1 0 0,-1 0 0,0 1 0,1-1 0,0 0 0,0 1 0,0 1 0,0-1 0,-1 0 0,1 1 0,0-1 0,-1 1 0,1-1 0,-1 1 0,1-1 0,-1 1 0,0-1 0,1 1 0,-1 2 0,3 39 0,-4 68 0,-1-49 0,2-62 0,0 1 0,-1-1 0,1 0 0,0 1 0,0-1 0,0 0 0,0 1 0,0-1 0,0 0 0,0 1 0,0-1 0,0 0 0,0 1 0,0-1 0,0 0 0,0 1 0,0-1 0,1 0 0,-1 1 0,0-1 0,0 0 0,0 0 0,0 1 0,1-1 0,-1 0 0,0 1 0,0-1 0,0 0 0,1 0 0,-1 0 0,1 1 0,6-10 0,12-33 0,-12 27 0,2-3 0,2-8 0,1 1 0,2 1 0,0 0 0,19-22 0,-33 45 0,1 1 0,-1-1 0,1 0 0,-1 1 0,1-1 0,0 0 0,-1 1 0,1-1 0,0 1 0,-1-1 0,1 1 0,0-1 0,0 1 0,-1 0 0,1-1 0,0 1 0,0 0 0,0 0 0,0-1 0,-1 1 0,2 0 0,-1 0 0,0 1 0,-1-1 0,1 0 0,-1 1 0,1-1 0,-1 1 0,1-1 0,-1 0 0,0 1 0,1-1 0,-1 1 0,0-1 0,1 1 0,-1 0 0,0-1 0,1 1 0,-1-1 0,0 1 0,0-1 0,0 1 0,1 1 0,1 40 0,-2-38 0,-3 42 0,2-32 0,0-1 0,0 1 0,1 0 0,1-1 0,5 27 0,-6-39 0,0-1 0,0 1 0,0 0 0,0 0 0,0-1 0,1 1 0,-1 0 0,0-1 0,0 1 0,1 0 0,-1-1 0,1 1 0,-1-1 0,0 1 0,1 0 0,-1-1 0,1 1 0,0-1 0,-1 1 0,1-1 0,-1 0 0,1 1 0,0-1 0,-1 0 0,1 1 0,0-1 0,-1 0 0,2 1 0,-1-2 0,0 1 0,0 0 0,0-1 0,0 1 0,0-1 0,0 1 0,0-1 0,-1 1 0,1-1 0,0 0 0,0 1 0,0-1 0,-1 0 0,1 0 0,0 1 0,0-3 0,4-4 0,0 0 0,-1-1 0,5-10 0,5-17 0,-7 15 0,2 1 0,0-1 0,12-17 0,-20 36 0,-1 1 0,0-1 0,0 1 0,0-1 0,1 1 0,-1 0 0,0-1 0,1 1 0,-1-1 0,0 1 0,1-1 0,-1 1 0,0 0 0,1-1 0,-1 1 0,1 0 0,-1 0 0,1-1 0,-1 1 0,1 0 0,-1 0 0,1 0 0,-1-1 0,1 1 0,-1 0 0,1 0 0,-1 0 0,1 0 0,-1 0 0,1 0 0,0 0 0,0 1 0,-1 0 0,1-1 0,0 1 0,-1 0 0,1 0 0,-1 0 0,1 0 0,-1-1 0,0 1 0,1 0 0,-1 0 0,0 0 0,1 0 0,-1 0 0,0 1 0,2 43 0,-2-42 0,0 39 0,0 44 0,1-76 0,1 0 0,-1 0 0,1 0 0,1 0 0,0 0 0,6 12 0,-8-20 0,-1-1 0,1 0 0,-1 0 0,1 1 0,0-1 0,-1 0 0,1 0 0,0 0 0,0 0 0,0 0 0,0 0 0,0 0 0,0 0 0,0-1 0,0 1 0,0 0 0,0 0 0,1-1 0,1 1 0,-2 0 0,0-2 0,0 1 0,0 0 0,0 0 0,0 0 0,0 0 0,0-1 0,0 1 0,0 0 0,0-1 0,0 1 0,0-1 0,0 1 0,0-1 0,-1 1 0,1-1 0,0 0 0,0 1 0,1-2 0,3-6 0,1 1 0,-1-1 0,0 1 0,5-14 0,-6 15 0,0-4 0,9-14 0,0 0 0,26-36 0,-39 59 0,0 1 0,1-1 0,-1 1 0,0-1 0,0 1 0,0 0 0,1-1 0,-1 1 0,0 0 0,0-1 0,1 1 0,-1 0 0,0-1 0,1 1 0,-1 0 0,0 0 0,1-1 0,-1 1 0,0 0 0,1 0 0,-1 0 0,1-1 0,-1 1 0,0 0 0,1 0 0,-1 0 0,1 0 0,-1 0 0,1 0 0,-1 0 0,0 0 0,1 0 0,-1 0 0,1 0 0,-1 0 0,1 0 0,-1 0 0,0 1 0,1-1 0,-1 0 0,1 0 0,-1 0 0,0 1 0,1-1 0,-1 0 0,0 0 0,1 1 0,-1-1 0,0 0 0,1 1 0,-1-1 0,0 0 0,0 1 0,1-1 0,-1 0 0,0 1 0,0-1 0,0 1 0,0-1 0,1 0 0,-1 1 0,0-1 0,0 1 0,0-1 0,0 1 0,5 37 0,-4-28 0,3 18 0,-3-14 0,1 0 0,1 0 0,0 0 0,0-1 0,2 1 0,9 21 0,-13-33-30,0-1 0,0 1-1,0-1 1,0 0 0,0 1-1,1-1 1,-1 0 0,0 0-1,0 0 1,1 0 0,-1 0-1,1 0 1,-1 0 0,1 0-1,0-1 1,-1 1-1,1 0 1,0-1 0,-1 0-1,1 1 1,0-1 0,-1 0-1,1 0 1,0 0 0,0 0-1,-1 0 1,1 0 0,0 0-1,-1-1 1,1 1 0,0-1-1,-1 1 1,1-1 0,0 0-1,-1 1 1,1-1 0,-1 0-1,1 0 1,-1 0 0,0 0-1,1 0 1,-1-1 0,0 1-1,2-2 1,4-8-6796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7.522"/>
    </inkml:context>
    <inkml:brush xml:id="br0">
      <inkml:brushProperty name="width" value="0.05" units="cm"/>
      <inkml:brushProperty name="height" value="0.05" units="cm"/>
    </inkml:brush>
  </inkml:definitions>
  <inkml:trace contextRef="#ctx0" brushRef="#br0">60 44 24575,'-2'-3'0,"-5"-4"0,-4-1 0,-2-1 0,-3 0 0,5 2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07.858"/>
    </inkml:context>
    <inkml:brush xml:id="br0">
      <inkml:brushProperty name="width" value="0.05" units="cm"/>
      <inkml:brushProperty name="height" value="0.05" units="cm"/>
    </inkml:brush>
  </inkml:definitions>
  <inkml:trace contextRef="#ctx0" brushRef="#br0">233 39 24575,'-12'-16'0,"12"15"0,-1-1 0,0 0 0,-1 1 0,1-1 0,0 1 0,0-1 0,-1 1 0,1-1 0,0 1 0,-1 0 0,0 0 0,1-1 0,-1 1 0,0 1 0,-3-3 0,5 3 0,-1 0 0,1 0 0,-1 0 0,1 1 0,-1-1 0,1 0 0,0 0 0,-1 0 0,1 0 0,-1 1 0,1-1 0,-1 0 0,1 0 0,0 1 0,-1-1 0,1 0 0,-1 1 0,1-1 0,0 0 0,0 1 0,-1-1 0,1 1 0,0-1 0,0 0 0,-1 1 0,1-1 0,0 1 0,0-1 0,0 1 0,0-1 0,0 1 0,-1-1 0,1 1 0,-2 20 0,1-19 0,-1 72 0,4-1 0,10 76 0,-2-52 0,-5-28 0,25 206 0,-28-265-195,0-1 0,0 0 0,0 0 0,1 0 0,1 0 0,5 10 0,-1-8-6631</inkml:trace>
  <inkml:trace contextRef="#ctx0" brushRef="#br0" timeOffset="1">97 482 24575,'-6'-3'0,"-8"-4"0,-4-3 0,-2 0 0,-1 1 0,7 2 0,11 3 0,12 2 0,10 1 0,11 1 0,9 0 0,6 1 0,1-1 0,3 0 0,-6 1 0,-3-1 0,-9 0-8191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1.262"/>
    </inkml:context>
    <inkml:brush xml:id="br0">
      <inkml:brushProperty name="width" value="0.05" units="cm"/>
      <inkml:brushProperty name="height" value="0.05" units="cm"/>
    </inkml:brush>
  </inkml:definitions>
  <inkml:trace contextRef="#ctx0" brushRef="#br0">0 44 24575,'0'-3'0,"0"-1"0,1 1 0,-1 0 0,1-1 0,-1 1 0,1 0 0,0 0 0,2-5 0,-3 8 0,1-1 0,-1 0 0,1 1 0,-1-1 0,0 0 0,1 1 0,0-1 0,-1 1 0,1-1 0,-1 1 0,1-1 0,-1 1 0,1 0 0,0-1 0,-1 1 0,1-1 0,0 1 0,0 0 0,-1 0 0,1 0 0,0-1 0,-1 1 0,1 0 0,0 0 0,0 0 0,-1 0 0,1 0 0,0 0 0,0 0 0,-1 1 0,1-1 0,0 0 0,0 0 0,-1 0 0,1 1 0,0-1 0,-1 0 0,1 1 0,0-1 0,-1 1 0,1-1 0,-1 1 0,2 0 0,60 43 0,-1 2 0,-3 4 0,-2 1 0,81 96 0,-109-108 0,-1 1 0,-2 1 0,-1 2 0,-3 0 0,30 87 0,47 242 0,89 885-778,-172-976 1167,-16-229-292,-3 0 1,-1 0-1,-17 70 0,6-55-97,14-62 342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1.709"/>
    </inkml:context>
    <inkml:brush xml:id="br0">
      <inkml:brushProperty name="width" value="0.05" units="cm"/>
      <inkml:brushProperty name="height" value="0.05" units="cm"/>
    </inkml:brush>
  </inkml:definitions>
  <inkml:trace contextRef="#ctx0" brushRef="#br0">65 7 24575,'-20'-3'0,"17"2"0,-1 0 0,1 1 0,0-1 0,-1 1 0,1 0 0,-7 0 0,9 0 0,0 1 0,0-1 0,1 0 0,-1 1 0,0-1 0,0 0 0,1 1 0,-1-1 0,0 1 0,1-1 0,-1 1 0,0 0 0,1-1 0,-1 1 0,1 0 0,-1-1 0,1 1 0,-1 0 0,1 0 0,0-1 0,-1 1 0,1 0 0,0 0 0,0 0 0,-1-1 0,1 1 0,0 0 0,0 0 0,0 0 0,0 0 0,0-1 0,0 1 0,0 1 0,2 14 0,1-1 0,0 0 0,1 1 0,1-1 0,0-1 0,13 26 0,-3-4 0,-8-20 0,0 1 0,1-2 0,0 1 0,1-1 0,1 0 0,22 25 0,-28-36 0,0 0 0,0 0 0,0-1 0,0 1 0,1-1 0,0 0 0,-1-1 0,1 1 0,0-1 0,0 0 0,0 0 0,1 0 0,-1-1 0,0 0 0,1 0 0,-1 0 0,1 0 0,-1-1 0,0 0 0,1 0 0,-1-1 0,1 0 0,-1 0 0,1 0 0,-1 0 0,7-3 0,2-2 0,-1-1 0,1 0 0,-1 0 0,0-2 0,-1 1 0,11-11 0,7-9 0,25-30 0,-69 90 0,12-28 0,-22 42 0,-50 71 0,73-116-124,0 1 0,-1 0 0,1-1 0,-1 1 0,1-1 0,-1 0-1,1 1 1,-1-1 0,0 0 0,-2 1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2.381"/>
    </inkml:context>
    <inkml:brush xml:id="br0">
      <inkml:brushProperty name="width" value="0.05" units="cm"/>
      <inkml:brushProperty name="height" value="0.05" units="cm"/>
    </inkml:brush>
  </inkml:definitions>
  <inkml:trace contextRef="#ctx0" brushRef="#br0">13 292 24575,'0'0'0,"0"0"0,0 0 0,0-1 0,0 1 0,0 0 0,0 0 0,-1 0 0,1 0 0,0-1 0,0 1 0,0 0 0,-1 0 0,1 0 0,0 0 0,0 0 0,0 0 0,-1-1 0,1 1 0,0 0 0,0 0 0,-1 0 0,1 0 0,0 0 0,0 0 0,0 0 0,-1 0 0,1 0 0,0 0 0,0 0 0,-1 0 0,1 0 0,0 0 0,0 0 0,-1 0 0,1 1 0,0-1 0,0 0 0,0 0 0,-1 0 0,-3 11 0,3 16 0,33 465 0,-32-479 0,0-1 0,0 1 0,-1 0 0,-1-1 0,0 1 0,-4 12 0,6-25 0,0 0 0,0 0 0,0-1 0,0 1 0,-1 0 0,1 0 0,0 0 0,0 0 0,0 0 0,0 0 0,0 0 0,0-1 0,0 1 0,0 0 0,0 0 0,0 0 0,-1 0 0,1 0 0,0 0 0,0 0 0,0 0 0,0 0 0,0 0 0,0 0 0,-1 0 0,1 0 0,0 0 0,0 0 0,0 0 0,0 0 0,0 0 0,0 0 0,-1 0 0,1 0 0,0 0 0,0 0 0,0 0 0,0 0 0,0 0 0,-1 0 0,1 0 0,0 0 0,0 0 0,0 0 0,0 0 0,0 0 0,0 0 0,-1 1 0,0-17 0,-1-344 0,3 190 0,-1 116 0,-1 7 0,2 0 0,1 1 0,11-50 0,-13 91 0,2 0 0,-1 0 0,0 1 0,1-1 0,0 0 0,0 1 0,0 0 0,1-1 0,-1 1 0,1 0 0,0 0 0,0 0 0,1 1 0,-1-1 0,5-2 0,-5 4 0,0 0 0,1 1 0,-1-1 0,0 1 0,0 0 0,1 0 0,-1 0 0,1 0 0,-1 1 0,1-1 0,-1 1 0,1 0 0,-1 0 0,1 1 0,-1-1 0,0 1 0,1-1 0,-1 1 0,1 0 0,-1 0 0,6 3 0,4 2 0,0 1 0,0 1 0,0 0 0,-1 1 0,-1 0 0,1 0 0,-1 1 0,14 18 0,-12-12 0,0 0 0,-2 1 0,1 1 0,-2 0 0,12 29 0,-19-40 0,-1 0 0,0-1 0,0 1 0,0 0 0,-1 1 0,0-1 0,0 0 0,-1 0 0,0 0 0,-1 0 0,1 1 0,-1-1 0,0 0 0,-1 0 0,-3 9 0,2-10 0,1 0 0,-2 0 0,1-1 0,-1 1 0,1-1 0,-2 0 0,1 0 0,0 0 0,-1-1 0,0 1 0,0-1 0,0 0 0,-1-1 0,1 1 0,-1-1 0,0 0 0,-6 2 0,-24 7-1365,2-4-5461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2.761"/>
    </inkml:context>
    <inkml:brush xml:id="br0">
      <inkml:brushProperty name="width" value="0.05" units="cm"/>
      <inkml:brushProperty name="height" value="0.05" units="cm"/>
    </inkml:brush>
  </inkml:definitions>
  <inkml:trace contextRef="#ctx0" brushRef="#br0">38 114 24575,'-1'0'0,"1"0"0,0 0 0,0-1 0,-1 1 0,1 0 0,0 0 0,0-1 0,-1 1 0,1 0 0,0 0 0,-1 0 0,1-1 0,0 1 0,-1 0 0,1 0 0,0 0 0,-1 0 0,1 0 0,0 0 0,-1 0 0,1 0 0,-1 0 0,1 0 0,0 0 0,-1 0 0,1 0 0,0 0 0,-1 0 0,1 0 0,0 0 0,-1 1 0,-8 9 0,-1 18 0,7-5 0,0 1 0,2-1 0,0 1 0,6 43 0,-3-50 0,1 1 0,1-1 0,1-1 0,0 1 0,1-1 0,1 1 0,10 18 0,-14-30 0,1 0 0,-1 0 0,1-1 0,0 1 0,0-1 0,0 1 0,0-1 0,1 0 0,0-1 0,8 6 0,-11-8 0,1 0 0,-1 0 0,0 0 0,1-1 0,-1 1 0,1-1 0,-1 1 0,1-1 0,-1 0 0,1 0 0,-1 0 0,1 0 0,-1-1 0,1 1 0,-1-1 0,0 1 0,1-1 0,-1 0 0,0 0 0,1 0 0,-1 0 0,0 0 0,0 0 0,0-1 0,0 1 0,0-1 0,3-3 0,7-7 0,-2 0 0,0-1 0,0 0 0,-1-1 0,-1 0 0,0 0 0,-1-1 0,-1 0 0,8-24 0,-3-4 0,-1 1 0,6-59 0,-16 99 0,3-20 0,-1-30 0,-2 47 0,0 0 0,-1-1 0,1 1 0,-1-1 0,-1 1 0,1 0 0,-1 0 0,1 0 0,-1 0 0,-1 0 0,-2-5 0,4 9-38,0 0 0,0 0 0,0 0 1,0 0-1,0 0 0,0 0 0,0 0 0,0 0 0,-1 1 0,1-1 0,0 0 0,0 1 0,-1-1 0,1 1 0,0-1 0,-1 1 1,1 0-1,-1 0 0,1-1 0,0 1 0,-1 0 0,1 0 0,-1 1 0,1-1 0,-1 0 0,1 0 0,0 1 0,-1-1 0,1 0 1,0 1-1,-1 0 0,1-1 0,0 1 0,0 0 0,-2 0 0,-12 9-6788</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3.120"/>
    </inkml:context>
    <inkml:brush xml:id="br0">
      <inkml:brushProperty name="width" value="0.05" units="cm"/>
      <inkml:brushProperty name="height" value="0.05" units="cm"/>
    </inkml:brush>
  </inkml:definitions>
  <inkml:trace contextRef="#ctx0" brushRef="#br0">97 290 24575,'6'-6'0,"0"-1"0,-1 0 0,0-1 0,-1 1 0,1-1 0,-2 0 0,1 0 0,-1 0 0,0 0 0,-1-1 0,0 1 0,0-1 0,-1 0 0,0 0 0,0 1 0,-2-16 0,1 18 0,0 0 0,-1-1 0,0 1 0,0-1 0,-1 1 0,0 0 0,0 0 0,0 0 0,-1 0 0,1 0 0,-2 1 0,1-1 0,0 1 0,-1 0 0,0 0 0,-1 0 0,1 0 0,-1 1 0,0 0 0,0 0 0,0 0 0,0 0 0,-9-4 0,13 8 0,-1-1 0,1 0 0,-1 0 0,1 0 0,-1 1 0,0-1 0,0 1 0,1-1 0,-1 1 0,0 0 0,1-1 0,-1 1 0,0 0 0,0 0 0,1 0 0,-1 1 0,0-1 0,0 0 0,1 1 0,-1-1 0,0 1 0,1-1 0,-1 1 0,0 0 0,1 0 0,-1 0 0,1 0 0,-1 0 0,1 0 0,0 0 0,0 0 0,-1 0 0,1 1 0,0-1 0,-1 3 0,0 0 0,0-1 0,1 1 0,0 0 0,0 0 0,0 0 0,0 1 0,1-1 0,-1 0 0,1 0 0,0 0 0,0 0 0,1 0 0,-1 1 0,2 4 0,3 7 0,0-1 0,0 0 0,2 1 0,13 23 0,40 52 0,-40-63 0,-1 0 0,24 49 0,-41-71 0,1-1 0,-1 1 0,-1-1 0,1 1 0,-1 0 0,0-1 0,0 1 0,0 10 0,-1-14 0,0 0 0,-1 0 0,1 0 0,-1 0 0,1-1 0,-1 1 0,0 0 0,1 0 0,-1-1 0,0 1 0,0-1 0,0 1 0,0-1 0,0 1 0,-1-1 0,1 1 0,0-1 0,-1 0 0,1 0 0,-1 0 0,1 0 0,-1 0 0,0 0 0,1 0 0,-1-1 0,0 1 0,0 0 0,1-1 0,-1 1 0,-3-1 0,-4 1-136,1 0-1,-1-1 1,1-1-1,-1 1 1,1-1-1,0-1 1,-1 1-1,1-2 0,-16-5 1,2 0-6690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3.498"/>
    </inkml:context>
    <inkml:brush xml:id="br0">
      <inkml:brushProperty name="width" value="0.05" units="cm"/>
      <inkml:brushProperty name="height" value="0.05" units="cm"/>
    </inkml:brush>
  </inkml:definitions>
  <inkml:trace contextRef="#ctx0" brushRef="#br0">1 85 24575,'4'-6'0,"1"-1"0,-1 1 0,0-1 0,-1 1 0,0-1 0,0 0 0,2-8 0,4-8 0,-13 87 0,-10 83 0,9 246 0,5-376 0,0-4 0,0 0 0,1 0 0,0-1 0,1 1 0,1-1 0,6 23 0,-8-35 0,-1 1 0,0 0 0,0-1 0,1 1 0,-1-1 0,1 1 0,-1-1 0,0 1 0,1 0 0,-1-1 0,1 1 0,-1-1 0,1 0 0,-1 1 0,1-1 0,-1 1 0,1-1 0,0 0 0,-1 1 0,1-1 0,0 0 0,-1 0 0,1 0 0,0 1 0,-1-1 0,1 0 0,0 0 0,-1 0 0,1 0 0,0 0 0,-1 0 0,1 0 0,0 0 0,-1-1 0,1 1 0,0 0 0,-1 0 0,1-1 0,0 1 0,-1 0 0,1 0 0,-1-1 0,1 1 0,-1-1 0,1 1 0,0-1 0,3-3 0,0 1 0,-1-1 0,1 0 0,-1 0 0,3-4 0,18-28 0,-12 16 0,2 0 0,-1 1 0,2 1 0,1 0 0,0 1 0,25-20 0,-39 36 0,-1-1 0,1 1 0,0 0 0,0 0 0,-1 0 0,1 0 0,0 0 0,0 0 0,0 1 0,0-1 0,0 1 0,0-1 0,0 1 0,0 0 0,0 0 0,1 0 0,-1 0 0,0 0 0,3 1 0,-2 0 0,-1 0 0,-1 0 0,1 0 0,0 1 0,0-1 0,0 1 0,-1-1 0,1 1 0,-1 0 0,1-1 0,-1 1 0,0 0 0,1 0 0,-1 0 0,0 0 0,0 0 0,1 4 0,9 27 166,11 48 0,3 14-1863,-20-81-5129</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4.929"/>
    </inkml:context>
    <inkml:brush xml:id="br0">
      <inkml:brushProperty name="width" value="0.05" units="cm"/>
      <inkml:brushProperty name="height" value="0.05" units="cm"/>
    </inkml:brush>
  </inkml:definitions>
  <inkml:trace contextRef="#ctx0" brushRef="#br0">1 1 24575,'778'27'0,"-732"-23"0,-25-2 0,1 0 0,-1-1 0,1-2 0,22-2 0,-35-1-1365</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3T08:04:15.284"/>
    </inkml:context>
    <inkml:brush xml:id="br0">
      <inkml:brushProperty name="width" value="0.05" units="cm"/>
      <inkml:brushProperty name="height" value="0.05" units="cm"/>
    </inkml:brush>
  </inkml:definitions>
  <inkml:trace contextRef="#ctx0" brushRef="#br0">14 1 24575,'-12'6'0,"12"-6"0,0 0 0,0 0 0,0 1 0,-1-1 0,1 0 0,0 0 0,0 0 0,0 0 0,0 0 0,0 1 0,0-1 0,0 0 0,0 0 0,-1 0 0,1 1 0,0-1 0,0 0 0,0 0 0,0 0 0,0 0 0,0 1 0,0-1 0,0 0 0,0 0 0,0 0 0,0 1 0,0-1 0,0 0 0,1 0 0,-1 0 0,0 0 0,0 1 0,0-1 0,0 0 0,0 0 0,0 0 0,0 0 0,0 1 0,1-1 0,-1 0 0,0 0 0,0 0 0,0 0 0,0 0 0,0 0 0,1 0 0,-1 0 0,0 1 0,0-1 0,0 0 0,0 0 0,1 0 0,-1 0 0,0 0 0,0 0 0,0 0 0,1 0 0,-1 0 0,0 0 0,0 0 0,0 0 0,0 0 0,1 0 0,-1 0 0,0 0 0,0 0 0,0-1 0,1 1 0,14 1 0,1-1 0,28-5 0,3 1 0,479-2-31,-361 7-1303,-127-1-5492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4"/>
        <p:cNvGrpSpPr/>
        <p:nvPr/>
      </p:nvGrpSpPr>
      <p:grpSpPr>
        <a:xfrm>
          <a:off x="0" y="0"/>
          <a:ext cx="0" cy="0"/>
          <a:chOff x="0" y="0"/>
          <a:chExt cx="0" cy="0"/>
        </a:xfrm>
      </p:grpSpPr>
      <p:sp>
        <p:nvSpPr>
          <p:cNvPr id="1905" name="Google Shape;1905;p10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06" name="Google Shape;1906;p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2"/>
        <p:cNvGrpSpPr/>
        <p:nvPr/>
      </p:nvGrpSpPr>
      <p:grpSpPr>
        <a:xfrm>
          <a:off x="0" y="0"/>
          <a:ext cx="0" cy="0"/>
          <a:chOff x="0" y="0"/>
          <a:chExt cx="0" cy="0"/>
        </a:xfrm>
      </p:grpSpPr>
      <p:sp>
        <p:nvSpPr>
          <p:cNvPr id="2013" name="Google Shape;2013;p1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4" name="Google Shape;2014;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2"/>
        <p:cNvGrpSpPr/>
        <p:nvPr/>
      </p:nvGrpSpPr>
      <p:grpSpPr>
        <a:xfrm>
          <a:off x="0" y="0"/>
          <a:ext cx="0" cy="0"/>
          <a:chOff x="0" y="0"/>
          <a:chExt cx="0" cy="0"/>
        </a:xfrm>
      </p:grpSpPr>
      <p:sp>
        <p:nvSpPr>
          <p:cNvPr id="2013" name="Google Shape;2013;p1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4" name="Google Shape;2014;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2"/>
        <p:cNvGrpSpPr/>
        <p:nvPr/>
      </p:nvGrpSpPr>
      <p:grpSpPr>
        <a:xfrm>
          <a:off x="0" y="0"/>
          <a:ext cx="0" cy="0"/>
          <a:chOff x="0" y="0"/>
          <a:chExt cx="0" cy="0"/>
        </a:xfrm>
      </p:grpSpPr>
      <p:sp>
        <p:nvSpPr>
          <p:cNvPr id="2013" name="Google Shape;2013;p1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4" name="Google Shape;2014;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2"/>
        <p:cNvGrpSpPr/>
        <p:nvPr/>
      </p:nvGrpSpPr>
      <p:grpSpPr>
        <a:xfrm>
          <a:off x="0" y="0"/>
          <a:ext cx="0" cy="0"/>
          <a:chOff x="0" y="0"/>
          <a:chExt cx="0" cy="0"/>
        </a:xfrm>
      </p:grpSpPr>
      <p:sp>
        <p:nvSpPr>
          <p:cNvPr id="2013" name="Google Shape;2013;p1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4" name="Google Shape;2014;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518525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2"/>
        <p:cNvGrpSpPr/>
        <p:nvPr/>
      </p:nvGrpSpPr>
      <p:grpSpPr>
        <a:xfrm>
          <a:off x="0" y="0"/>
          <a:ext cx="0" cy="0"/>
          <a:chOff x="0" y="0"/>
          <a:chExt cx="0" cy="0"/>
        </a:xfrm>
      </p:grpSpPr>
      <p:sp>
        <p:nvSpPr>
          <p:cNvPr id="2013" name="Google Shape;2013;p1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4" name="Google Shape;2014;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5398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5"/>
        <p:cNvGrpSpPr/>
        <p:nvPr/>
      </p:nvGrpSpPr>
      <p:grpSpPr>
        <a:xfrm>
          <a:off x="0" y="0"/>
          <a:ext cx="0" cy="0"/>
          <a:chOff x="0" y="0"/>
          <a:chExt cx="0" cy="0"/>
        </a:xfrm>
      </p:grpSpPr>
      <p:sp>
        <p:nvSpPr>
          <p:cNvPr id="1816" name="Google Shape;1816;p10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7" name="Google Shape;1817;p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2"/>
        <p:cNvGrpSpPr/>
        <p:nvPr/>
      </p:nvGrpSpPr>
      <p:grpSpPr>
        <a:xfrm>
          <a:off x="0" y="0"/>
          <a:ext cx="0" cy="0"/>
          <a:chOff x="0" y="0"/>
          <a:chExt cx="0" cy="0"/>
        </a:xfrm>
      </p:grpSpPr>
      <p:sp>
        <p:nvSpPr>
          <p:cNvPr id="1833" name="Google Shape;1833;p10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4" name="Google Shape;1834;p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2"/>
        <p:cNvGrpSpPr/>
        <p:nvPr/>
      </p:nvGrpSpPr>
      <p:grpSpPr>
        <a:xfrm>
          <a:off x="0" y="0"/>
          <a:ext cx="0" cy="0"/>
          <a:chOff x="0" y="0"/>
          <a:chExt cx="0" cy="0"/>
        </a:xfrm>
      </p:grpSpPr>
      <p:sp>
        <p:nvSpPr>
          <p:cNvPr id="1863" name="Google Shape;1863;p10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64" name="Google Shape;1864;p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74548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fld id="{425404F2-BE9A-4460-8815-8F645183555F}" type="datetimeFigureOut">
              <a:rPr kumimoji="0" lang="en-US" sz="1600" b="0" i="0" u="none" strike="noStrike" kern="0" cap="none" spc="0" normalizeH="0" baseline="0" noProof="0" smtClean="0">
                <a:ln>
                  <a:noFill/>
                </a:ln>
                <a:solidFill>
                  <a:srgbClr val="918E8D"/>
                </a:solidFill>
                <a:effectLst/>
                <a:uLnTx/>
                <a:uFillTx/>
                <a:latin typeface="Quattrocento Sans"/>
                <a:sym typeface="Quattrocento Sans"/>
              </a:rPr>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t>9/10/2025</a:t>
            </a:fld>
            <a:endParaRPr kumimoji="0" lang="en-US" sz="1600" b="0" i="0" u="none" strike="noStrike" kern="0" cap="none" spc="0" normalizeH="0" baseline="0" noProof="0">
              <a:ln>
                <a:noFill/>
              </a:ln>
              <a:solidFill>
                <a:srgbClr val="918E8D"/>
              </a:solidFill>
              <a:effectLst/>
              <a:uLnTx/>
              <a:uFillTx/>
              <a:latin typeface="Quattrocento Sans"/>
              <a:sym typeface="Quattrocento San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lang="en-US" sz="1600" b="0" i="0" u="none" strike="noStrike" kern="0" cap="none" spc="0" normalizeH="0" baseline="0" noProof="0">
              <a:ln>
                <a:noFill/>
              </a:ln>
              <a:solidFill>
                <a:srgbClr val="918E8D"/>
              </a:solidFill>
              <a:effectLst/>
              <a:uLnTx/>
              <a:uFillTx/>
              <a:latin typeface="Quattrocento Sans"/>
              <a:sym typeface="Quattrocento Sans"/>
            </a:endParaRPr>
          </a:p>
        </p:txBody>
      </p:sp>
      <p:sp>
        <p:nvSpPr>
          <p:cNvPr id="4" name="Slide Number Placeholder 3"/>
          <p:cNvSpPr>
            <a:spLocks noGrp="1"/>
          </p:cNvSpPr>
          <p:nvPr>
            <p:ph type="sldNum" sz="quarter" idx="12"/>
          </p:nvPr>
        </p:nvSpPr>
        <p:spPr/>
        <p:txBody>
          <a:bodyPr/>
          <a:lstStyle>
            <a:lvl1pPr>
              <a:defRPr/>
            </a:lvl1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18E8D"/>
                </a:solidFill>
                <a:effectLst/>
                <a:uLnTx/>
                <a:uFillTx/>
                <a:latin typeface="Quattrocento Sans"/>
                <a:sym typeface="Quattrocento Sans"/>
              </a:rPr>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IN" sz="1400" b="0" i="0" u="none" strike="noStrike" kern="0" cap="none" spc="0" normalizeH="0" baseline="0" noProof="0">
                  <a:ln>
                    <a:noFill/>
                  </a:ln>
                  <a:solidFill>
                    <a:srgbClr val="000000"/>
                  </a:solidFill>
                  <a:effectLst/>
                  <a:uLnTx/>
                  <a:uFillTx/>
                  <a:latin typeface="Arial"/>
                  <a:cs typeface="Arial"/>
                  <a:sym typeface="Arial"/>
                </a:endParaRPr>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33438571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9/10/2025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9/10/2025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theme" Target="../theme/theme2.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image" Target="../media/image1.png"/><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3.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 id="2147483745" r:id="rId8"/>
    <p:sldLayoutId id="214748374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9/10/2025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hyperlink" Target="http://eclipse.abapgit.org/updatesite/"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610.png"/><Relationship Id="rId42" Type="http://schemas.openxmlformats.org/officeDocument/2006/relationships/image" Target="../media/image2710.png"/><Relationship Id="rId47" Type="http://schemas.openxmlformats.org/officeDocument/2006/relationships/customXml" Target="../ink/ink23.xml"/><Relationship Id="rId63" Type="http://schemas.openxmlformats.org/officeDocument/2006/relationships/customXml" Target="../ink/ink31.xml"/><Relationship Id="rId68" Type="http://schemas.openxmlformats.org/officeDocument/2006/relationships/image" Target="../media/image4000.png"/><Relationship Id="rId84" Type="http://schemas.openxmlformats.org/officeDocument/2006/relationships/image" Target="../media/image4800.png"/><Relationship Id="rId89" Type="http://schemas.openxmlformats.org/officeDocument/2006/relationships/customXml" Target="../ink/ink44.xml"/><Relationship Id="rId16" Type="http://schemas.openxmlformats.org/officeDocument/2006/relationships/customXml" Target="../ink/ink7.xml"/><Relationship Id="rId11" Type="http://schemas.openxmlformats.org/officeDocument/2006/relationships/image" Target="../media/image1110.png"/><Relationship Id="rId32" Type="http://schemas.openxmlformats.org/officeDocument/2006/relationships/customXml" Target="../ink/ink15.xml"/><Relationship Id="rId37"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image" Target="../media/image3500.png"/><Relationship Id="rId74" Type="http://schemas.openxmlformats.org/officeDocument/2006/relationships/image" Target="../media/image4300.png"/><Relationship Id="rId79" Type="http://schemas.openxmlformats.org/officeDocument/2006/relationships/customXml" Target="../ink/ink39.xml"/><Relationship Id="rId5" Type="http://schemas.openxmlformats.org/officeDocument/2006/relationships/image" Target="../media/image800.png"/><Relationship Id="rId90" Type="http://schemas.openxmlformats.org/officeDocument/2006/relationships/image" Target="../media/image5100.png"/><Relationship Id="rId95" Type="http://schemas.openxmlformats.org/officeDocument/2006/relationships/customXml" Target="../ink/ink47.xml"/><Relationship Id="rId22" Type="http://schemas.openxmlformats.org/officeDocument/2006/relationships/customXml" Target="../ink/ink10.xml"/><Relationship Id="rId27" Type="http://schemas.openxmlformats.org/officeDocument/2006/relationships/image" Target="../media/image2010.png"/><Relationship Id="rId43" Type="http://schemas.openxmlformats.org/officeDocument/2006/relationships/customXml" Target="../ink/ink21.xml"/><Relationship Id="rId48" Type="http://schemas.openxmlformats.org/officeDocument/2006/relationships/image" Target="../media/image3020.png"/><Relationship Id="rId64" Type="http://schemas.openxmlformats.org/officeDocument/2006/relationships/image" Target="../media/image3800.png"/><Relationship Id="rId69" Type="http://schemas.openxmlformats.org/officeDocument/2006/relationships/customXml" Target="../ink/ink34.xml"/><Relationship Id="rId80" Type="http://schemas.openxmlformats.org/officeDocument/2006/relationships/image" Target="../media/image4600.png"/><Relationship Id="rId85" Type="http://schemas.openxmlformats.org/officeDocument/2006/relationships/customXml" Target="../ink/ink42.xml"/><Relationship Id="rId3" Type="http://schemas.openxmlformats.org/officeDocument/2006/relationships/image" Target="../media/image6.png"/><Relationship Id="rId12" Type="http://schemas.openxmlformats.org/officeDocument/2006/relationships/customXml" Target="../ink/ink5.xml"/><Relationship Id="rId17" Type="http://schemas.openxmlformats.org/officeDocument/2006/relationships/image" Target="../media/image1410.png"/><Relationship Id="rId25" Type="http://schemas.openxmlformats.org/officeDocument/2006/relationships/image" Target="../media/image1910.png"/><Relationship Id="rId33" Type="http://schemas.openxmlformats.org/officeDocument/2006/relationships/customXml" Target="../ink/ink16.xml"/><Relationship Id="rId38" Type="http://schemas.openxmlformats.org/officeDocument/2006/relationships/image" Target="../media/image2510.png"/><Relationship Id="rId46" Type="http://schemas.openxmlformats.org/officeDocument/2006/relationships/image" Target="../media/image2910.png"/><Relationship Id="rId59" Type="http://schemas.openxmlformats.org/officeDocument/2006/relationships/customXml" Target="../ink/ink29.xml"/><Relationship Id="rId67" Type="http://schemas.openxmlformats.org/officeDocument/2006/relationships/customXml" Target="../ink/ink33.xml"/><Relationship Id="rId20" Type="http://schemas.openxmlformats.org/officeDocument/2006/relationships/customXml" Target="../ink/ink9.xml"/><Relationship Id="rId41" Type="http://schemas.openxmlformats.org/officeDocument/2006/relationships/customXml" Target="../ink/ink20.xml"/><Relationship Id="rId54" Type="http://schemas.openxmlformats.org/officeDocument/2006/relationships/image" Target="../media/image3300.png"/><Relationship Id="rId62" Type="http://schemas.openxmlformats.org/officeDocument/2006/relationships/image" Target="../media/image3700.png"/><Relationship Id="rId70" Type="http://schemas.openxmlformats.org/officeDocument/2006/relationships/image" Target="../media/image4100.png"/><Relationship Id="rId75" Type="http://schemas.openxmlformats.org/officeDocument/2006/relationships/customXml" Target="../ink/ink37.xml"/><Relationship Id="rId83" Type="http://schemas.openxmlformats.org/officeDocument/2006/relationships/customXml" Target="../ink/ink41.xml"/><Relationship Id="rId88" Type="http://schemas.openxmlformats.org/officeDocument/2006/relationships/image" Target="../media/image5000.png"/><Relationship Id="rId91" Type="http://schemas.openxmlformats.org/officeDocument/2006/relationships/customXml" Target="../ink/ink45.xml"/><Relationship Id="rId96" Type="http://schemas.openxmlformats.org/officeDocument/2006/relationships/image" Target="../media/image5400.png"/><Relationship Id="rId1" Type="http://schemas.openxmlformats.org/officeDocument/2006/relationships/themeOverride" Target="../theme/themeOverride1.xml"/><Relationship Id="rId6" Type="http://schemas.openxmlformats.org/officeDocument/2006/relationships/customXml" Target="../ink/ink2.xml"/><Relationship Id="rId15" Type="http://schemas.openxmlformats.org/officeDocument/2006/relationships/image" Target="../media/image1300.png"/><Relationship Id="rId23" Type="http://schemas.openxmlformats.org/officeDocument/2006/relationships/image" Target="../media/image1810.png"/><Relationship Id="rId28" Type="http://schemas.openxmlformats.org/officeDocument/2006/relationships/customXml" Target="../ink/ink13.xml"/><Relationship Id="rId36" Type="http://schemas.openxmlformats.org/officeDocument/2006/relationships/image" Target="../media/image2410.png"/><Relationship Id="rId49" Type="http://schemas.openxmlformats.org/officeDocument/2006/relationships/customXml" Target="../ink/ink24.xml"/><Relationship Id="rId57" Type="http://schemas.openxmlformats.org/officeDocument/2006/relationships/customXml" Target="../ink/ink28.xml"/><Relationship Id="rId10" Type="http://schemas.openxmlformats.org/officeDocument/2006/relationships/customXml" Target="../ink/ink4.xml"/><Relationship Id="rId31" Type="http://schemas.openxmlformats.org/officeDocument/2006/relationships/image" Target="../media/image2210.png"/><Relationship Id="rId44" Type="http://schemas.openxmlformats.org/officeDocument/2006/relationships/image" Target="../media/image2810.png"/><Relationship Id="rId52" Type="http://schemas.openxmlformats.org/officeDocument/2006/relationships/image" Target="../media/image3200.png"/><Relationship Id="rId60" Type="http://schemas.openxmlformats.org/officeDocument/2006/relationships/image" Target="../media/image3600.png"/><Relationship Id="rId65" Type="http://schemas.openxmlformats.org/officeDocument/2006/relationships/customXml" Target="../ink/ink32.xml"/><Relationship Id="rId73" Type="http://schemas.openxmlformats.org/officeDocument/2006/relationships/customXml" Target="../ink/ink36.xml"/><Relationship Id="rId78" Type="http://schemas.openxmlformats.org/officeDocument/2006/relationships/image" Target="../media/image4500.png"/><Relationship Id="rId81" Type="http://schemas.openxmlformats.org/officeDocument/2006/relationships/customXml" Target="../ink/ink40.xml"/><Relationship Id="rId86" Type="http://schemas.openxmlformats.org/officeDocument/2006/relationships/image" Target="../media/image4900.png"/><Relationship Id="rId94" Type="http://schemas.openxmlformats.org/officeDocument/2006/relationships/image" Target="../media/image5300.png"/><Relationship Id="rId4" Type="http://schemas.openxmlformats.org/officeDocument/2006/relationships/customXml" Target="../ink/ink1.xml"/><Relationship Id="rId9" Type="http://schemas.openxmlformats.org/officeDocument/2006/relationships/image" Target="../media/image1000.png"/><Relationship Id="rId13" Type="http://schemas.openxmlformats.org/officeDocument/2006/relationships/image" Target="../media/image1200.png"/><Relationship Id="rId18" Type="http://schemas.openxmlformats.org/officeDocument/2006/relationships/customXml" Target="../ink/ink8.xml"/><Relationship Id="rId39" Type="http://schemas.openxmlformats.org/officeDocument/2006/relationships/customXml" Target="../ink/ink19.xml"/><Relationship Id="rId34" Type="http://schemas.openxmlformats.org/officeDocument/2006/relationships/image" Target="../media/image2310.png"/><Relationship Id="rId50" Type="http://schemas.openxmlformats.org/officeDocument/2006/relationships/image" Target="../media/image3110.png"/><Relationship Id="rId55" Type="http://schemas.openxmlformats.org/officeDocument/2006/relationships/customXml" Target="../ink/ink27.xml"/><Relationship Id="rId76" Type="http://schemas.openxmlformats.org/officeDocument/2006/relationships/image" Target="../media/image4400.png"/><Relationship Id="rId97" Type="http://schemas.openxmlformats.org/officeDocument/2006/relationships/customXml" Target="../ink/ink48.xml"/><Relationship Id="rId7" Type="http://schemas.openxmlformats.org/officeDocument/2006/relationships/image" Target="../media/image900.png"/><Relationship Id="rId71" Type="http://schemas.openxmlformats.org/officeDocument/2006/relationships/customXml" Target="../ink/ink35.xml"/><Relationship Id="rId92" Type="http://schemas.openxmlformats.org/officeDocument/2006/relationships/image" Target="../media/image5200.png"/><Relationship Id="rId2" Type="http://schemas.openxmlformats.org/officeDocument/2006/relationships/slideLayout" Target="../slideLayouts/slideLayout9.xml"/><Relationship Id="rId29" Type="http://schemas.openxmlformats.org/officeDocument/2006/relationships/image" Target="../media/image2110.png"/><Relationship Id="rId24" Type="http://schemas.openxmlformats.org/officeDocument/2006/relationships/customXml" Target="../ink/ink11.xml"/><Relationship Id="rId40" Type="http://schemas.openxmlformats.org/officeDocument/2006/relationships/image" Target="../media/image2610.png"/><Relationship Id="rId45" Type="http://schemas.openxmlformats.org/officeDocument/2006/relationships/customXml" Target="../ink/ink22.xml"/><Relationship Id="rId66" Type="http://schemas.openxmlformats.org/officeDocument/2006/relationships/image" Target="../media/image3900.png"/><Relationship Id="rId87" Type="http://schemas.openxmlformats.org/officeDocument/2006/relationships/customXml" Target="../ink/ink43.xml"/><Relationship Id="rId61" Type="http://schemas.openxmlformats.org/officeDocument/2006/relationships/customXml" Target="../ink/ink30.xml"/><Relationship Id="rId82" Type="http://schemas.openxmlformats.org/officeDocument/2006/relationships/image" Target="../media/image4700.png"/><Relationship Id="rId19" Type="http://schemas.openxmlformats.org/officeDocument/2006/relationships/image" Target="../media/image1510.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customXml" Target="../ink/ink17.xml"/><Relationship Id="rId56" Type="http://schemas.openxmlformats.org/officeDocument/2006/relationships/image" Target="../media/image3400.png"/><Relationship Id="rId77" Type="http://schemas.openxmlformats.org/officeDocument/2006/relationships/customXml" Target="../ink/ink38.xml"/><Relationship Id="rId8" Type="http://schemas.openxmlformats.org/officeDocument/2006/relationships/customXml" Target="../ink/ink3.xml"/><Relationship Id="rId51" Type="http://schemas.openxmlformats.org/officeDocument/2006/relationships/customXml" Target="../ink/ink25.xml"/><Relationship Id="rId72" Type="http://schemas.openxmlformats.org/officeDocument/2006/relationships/image" Target="../media/image4200.png"/><Relationship Id="rId93" Type="http://schemas.openxmlformats.org/officeDocument/2006/relationships/customXml" Target="../ink/ink46.xml"/><Relationship Id="rId98" Type="http://schemas.openxmlformats.org/officeDocument/2006/relationships/image" Target="../media/image5500.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9.xml"/><Relationship Id="rId1" Type="http://schemas.openxmlformats.org/officeDocument/2006/relationships/themeOverride" Target="../theme/themeOverride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9.xml"/><Relationship Id="rId1" Type="http://schemas.openxmlformats.org/officeDocument/2006/relationships/themeOverride" Target="../theme/themeOverride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2.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jpeg"/><Relationship Id="rId7" Type="http://schemas.openxmlformats.org/officeDocument/2006/relationships/image" Target="../media/image17.tiff"/><Relationship Id="rId2" Type="http://schemas.openxmlformats.org/officeDocument/2006/relationships/notesSlide" Target="../notesSlides/notesSlide12.xml"/><Relationship Id="rId1" Type="http://schemas.openxmlformats.org/officeDocument/2006/relationships/slideLayout" Target="../slideLayouts/slideLayout39.xml"/><Relationship Id="rId6" Type="http://schemas.openxmlformats.org/officeDocument/2006/relationships/image" Target="../media/image16.tiff"/><Relationship Id="rId5" Type="http://schemas.openxmlformats.org/officeDocument/2006/relationships/image" Target="../media/image15.tiff"/><Relationship Id="rId4" Type="http://schemas.openxmlformats.org/officeDocument/2006/relationships/image" Target="../media/image14.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DAY-15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1076224"/>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ABAP Git</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373010"/>
            <a:ext cx="2597506" cy="369332"/>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Cloud Transport</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Webhooks</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CI CD Service</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07"/>
        <p:cNvGrpSpPr/>
        <p:nvPr/>
      </p:nvGrpSpPr>
      <p:grpSpPr>
        <a:xfrm>
          <a:off x="0" y="0"/>
          <a:ext cx="0" cy="0"/>
          <a:chOff x="0" y="0"/>
          <a:chExt cx="0" cy="0"/>
        </a:xfrm>
      </p:grpSpPr>
      <p:sp>
        <p:nvSpPr>
          <p:cNvPr id="1909" name="Google Shape;1909;p108"/>
          <p:cNvSpPr txBox="1"/>
          <p:nvPr/>
        </p:nvSpPr>
        <p:spPr>
          <a:xfrm>
            <a:off x="224979" y="788088"/>
            <a:ext cx="11806237" cy="286232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Git is a source code repository management system, git hub is a repository on internet. We interact with </a:t>
            </a:r>
            <a:r>
              <a:rPr kumimoji="0" lang="en-US" sz="1800" b="0" i="0" u="none" strike="noStrike" kern="0" cap="none" spc="0" normalizeH="0" baseline="0" noProof="0" dirty="0" err="1">
                <a:ln>
                  <a:noFill/>
                </a:ln>
                <a:solidFill>
                  <a:srgbClr val="433835"/>
                </a:solidFill>
                <a:effectLst/>
                <a:uLnTx/>
                <a:uFillTx/>
                <a:latin typeface="Calibri"/>
                <a:ea typeface="Calibri"/>
                <a:cs typeface="Calibri"/>
                <a:sym typeface="Calibri"/>
              </a:rPr>
              <a:t>github</a:t>
            </a: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 using git software. If I want to take a backup of all our code which we created in AOC system, git is a great choice. This way we can also export import our code between cloud and on-premise system.</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For cloud system, we use git plugin in eclipse which is provided by SAP. The installation was covered in 3</a:t>
            </a:r>
            <a:r>
              <a:rPr kumimoji="0" lang="en-US" sz="1800" b="0" i="0" u="none" strike="noStrike" kern="0" cap="none" spc="0" normalizeH="0" baseline="30000" noProof="0" dirty="0">
                <a:ln>
                  <a:noFill/>
                </a:ln>
                <a:solidFill>
                  <a:srgbClr val="433835"/>
                </a:solidFill>
                <a:effectLst/>
                <a:uLnTx/>
                <a:uFillTx/>
                <a:latin typeface="Calibri"/>
                <a:ea typeface="Calibri"/>
                <a:cs typeface="Calibri"/>
                <a:sym typeface="Calibri"/>
              </a:rPr>
              <a:t>rd</a:t>
            </a: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 session.</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Steps:</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342900" marR="0" lvl="0" indent="-342900" algn="l" defTabSz="914400" rtl="0" eaLnBrk="1" fontAlgn="auto" latinLnBrk="0" hangingPunct="1">
              <a:lnSpc>
                <a:spcPct val="100000"/>
              </a:lnSpc>
              <a:spcBef>
                <a:spcPts val="0"/>
              </a:spcBef>
              <a:spcAft>
                <a:spcPts val="0"/>
              </a:spcAft>
              <a:buClr>
                <a:srgbClr val="433835"/>
              </a:buClr>
              <a:buSzPts val="1800"/>
              <a:buFont typeface="Calibri"/>
              <a:buAutoNum type="arabicPeriod"/>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We need to add the plugin for </a:t>
            </a:r>
            <a:r>
              <a:rPr kumimoji="0" lang="en-US" sz="1800" b="0" i="0" u="none" strike="noStrike" kern="0" cap="none" spc="0" normalizeH="0" baseline="0" noProof="0" dirty="0" err="1">
                <a:ln>
                  <a:noFill/>
                </a:ln>
                <a:solidFill>
                  <a:srgbClr val="433835"/>
                </a:solidFill>
                <a:effectLst/>
                <a:uLnTx/>
                <a:uFillTx/>
                <a:latin typeface="Calibri"/>
                <a:ea typeface="Calibri"/>
                <a:cs typeface="Calibri"/>
                <a:sym typeface="Calibri"/>
              </a:rPr>
              <a:t>abap</a:t>
            </a: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 git in ADT - </a:t>
            </a:r>
            <a:r>
              <a:rPr kumimoji="0" lang="en-US" sz="1400" b="0" i="0" u="sng" strike="noStrike" kern="0" cap="none" spc="0" normalizeH="0" baseline="0" noProof="0" dirty="0">
                <a:ln>
                  <a:noFill/>
                </a:ln>
                <a:solidFill>
                  <a:srgbClr val="E6EDF3"/>
                </a:solidFill>
                <a:effectLst/>
                <a:uLnTx/>
                <a:uFillTx/>
                <a:latin typeface="Arial"/>
                <a:ea typeface="Arial"/>
                <a:cs typeface="Arial"/>
                <a:sym typeface="Arial"/>
                <a:hlinkClick r:id="rId3">
                  <a:extLst>
                    <a:ext uri="{A12FA001-AC4F-418D-AE19-62706E023703}">
                      <ahyp:hlinkClr xmlns:ahyp="http://schemas.microsoft.com/office/drawing/2018/hyperlinkcolor" val="tx"/>
                    </a:ext>
                  </a:extLst>
                </a:hlinkClick>
              </a:rPr>
              <a:t>http://eclipse.abapgit.org/updatesite/</a:t>
            </a:r>
            <a:endParaRPr kumimoji="0" sz="1400" b="0" i="0" u="none" strike="noStrike" kern="0" cap="none" spc="0" normalizeH="0" baseline="0" noProof="0" dirty="0">
              <a:ln>
                <a:noFill/>
              </a:ln>
              <a:solidFill>
                <a:srgbClr val="E6EDF3"/>
              </a:solidFill>
              <a:effectLst/>
              <a:uLnTx/>
              <a:uFillTx/>
              <a:latin typeface="Arial"/>
              <a:ea typeface="Arial"/>
              <a:cs typeface="Arial"/>
              <a:sym typeface="Arial"/>
            </a:endParaRPr>
          </a:p>
          <a:p>
            <a:pPr marL="342900" marR="0" lvl="0" indent="-342900" algn="l" defTabSz="914400" rtl="0" eaLnBrk="1" fontAlgn="auto" latinLnBrk="0" hangingPunct="1">
              <a:lnSpc>
                <a:spcPct val="100000"/>
              </a:lnSpc>
              <a:spcBef>
                <a:spcPts val="0"/>
              </a:spcBef>
              <a:spcAft>
                <a:spcPts val="0"/>
              </a:spcAft>
              <a:buClr>
                <a:srgbClr val="433835"/>
              </a:buClr>
              <a:buSzPts val="1800"/>
              <a:buFont typeface="Calibri"/>
              <a:buAutoNum type="arabicPeriod"/>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Create a </a:t>
            </a:r>
            <a:r>
              <a:rPr kumimoji="0" lang="en-US" sz="1800" b="0" i="0" u="none" strike="noStrike" kern="0" cap="none" spc="0" normalizeH="0" baseline="0" noProof="0" dirty="0" err="1">
                <a:ln>
                  <a:noFill/>
                </a:ln>
                <a:solidFill>
                  <a:srgbClr val="433835"/>
                </a:solidFill>
                <a:effectLst/>
                <a:uLnTx/>
                <a:uFillTx/>
                <a:latin typeface="Calibri"/>
                <a:ea typeface="Calibri"/>
                <a:cs typeface="Calibri"/>
                <a:sym typeface="Calibri"/>
              </a:rPr>
              <a:t>github</a:t>
            </a: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 account and add a PAT token under developer setting</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342900" marR="0" lvl="0" indent="-342900" algn="l" defTabSz="914400" rtl="0" eaLnBrk="1" fontAlgn="auto" latinLnBrk="0" hangingPunct="1">
              <a:lnSpc>
                <a:spcPct val="100000"/>
              </a:lnSpc>
              <a:spcBef>
                <a:spcPts val="0"/>
              </a:spcBef>
              <a:spcAft>
                <a:spcPts val="0"/>
              </a:spcAft>
              <a:buClr>
                <a:srgbClr val="433835"/>
              </a:buClr>
              <a:buSzPts val="1800"/>
              <a:buFont typeface="Calibri"/>
              <a:buAutoNum type="arabicPeriod"/>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Create a repository in git hub</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342900" marR="0" lvl="0" indent="-342900" algn="l" defTabSz="914400" rtl="0" eaLnBrk="1" fontAlgn="auto" latinLnBrk="0" hangingPunct="1">
              <a:lnSpc>
                <a:spcPct val="100000"/>
              </a:lnSpc>
              <a:spcBef>
                <a:spcPts val="0"/>
              </a:spcBef>
              <a:spcAft>
                <a:spcPts val="0"/>
              </a:spcAft>
              <a:buClr>
                <a:srgbClr val="433835"/>
              </a:buClr>
              <a:buSzPts val="1800"/>
              <a:buFont typeface="Calibri"/>
              <a:buAutoNum type="arabicPeriod"/>
              <a:tabLst/>
              <a:defRPr/>
            </a:pP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Click on Add to link a repository and paste </a:t>
            </a:r>
            <a:r>
              <a:rPr kumimoji="0" lang="en-US" sz="1800" b="0" i="0" u="none" strike="noStrike" kern="0" cap="none" spc="0" normalizeH="0" baseline="0" noProof="0" dirty="0" err="1">
                <a:ln>
                  <a:noFill/>
                </a:ln>
                <a:solidFill>
                  <a:srgbClr val="433835"/>
                </a:solidFill>
                <a:effectLst/>
                <a:uLnTx/>
                <a:uFillTx/>
                <a:latin typeface="Calibri"/>
                <a:ea typeface="Calibri"/>
                <a:cs typeface="Calibri"/>
                <a:sym typeface="Calibri"/>
              </a:rPr>
              <a:t>url</a:t>
            </a:r>
            <a:r>
              <a:rPr kumimoji="0" lang="en-US" sz="1800" b="0" i="0" u="none" strike="noStrike" kern="0" cap="none" spc="0" normalizeH="0" baseline="0" noProof="0" dirty="0">
                <a:ln>
                  <a:noFill/>
                </a:ln>
                <a:solidFill>
                  <a:srgbClr val="433835"/>
                </a:solidFill>
                <a:effectLst/>
                <a:uLnTx/>
                <a:uFillTx/>
                <a:latin typeface="Calibri"/>
                <a:ea typeface="Calibri"/>
                <a:cs typeface="Calibri"/>
                <a:sym typeface="Calibri"/>
              </a:rPr>
              <a:t> from step 3</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342900" marR="0" lvl="0" indent="-228600" algn="l" defTabSz="914400" rtl="0" eaLnBrk="1" fontAlgn="auto" latinLnBrk="0" hangingPunct="1">
              <a:lnSpc>
                <a:spcPct val="100000"/>
              </a:lnSpc>
              <a:spcBef>
                <a:spcPts val="0"/>
              </a:spcBef>
              <a:spcAft>
                <a:spcPts val="0"/>
              </a:spcAft>
              <a:buClr>
                <a:srgbClr val="433835"/>
              </a:buClr>
              <a:buSzPts val="1800"/>
              <a:buFont typeface="Calibri"/>
              <a:buNone/>
              <a:tabLst/>
              <a:defRPr/>
            </a:pPr>
            <a:endParaRPr kumimoji="0" sz="1800" b="0" i="0" u="none" strike="noStrike" kern="0" cap="none" spc="0" normalizeH="0" baseline="0" noProof="0" dirty="0">
              <a:ln>
                <a:noFill/>
              </a:ln>
              <a:solidFill>
                <a:srgbClr val="433835"/>
              </a:solidFill>
              <a:effectLst/>
              <a:uLnTx/>
              <a:uFillTx/>
              <a:latin typeface="Calibri"/>
              <a:ea typeface="Calibri"/>
              <a:cs typeface="Calibri"/>
              <a:sym typeface="Calibri"/>
            </a:endParaRPr>
          </a:p>
        </p:txBody>
      </p:sp>
      <p:sp>
        <p:nvSpPr>
          <p:cNvPr id="1910" name="Google Shape;1910;p108"/>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err="1">
                <a:ln>
                  <a:noFill/>
                </a:ln>
                <a:solidFill>
                  <a:srgbClr val="FFC000"/>
                </a:solidFill>
                <a:effectLst/>
                <a:uLnTx/>
                <a:uFillTx/>
                <a:latin typeface="Cooper Black" panose="0208090404030B020404" pitchFamily="18" charset="0"/>
                <a:ea typeface="Corben"/>
                <a:cs typeface="Corben"/>
                <a:sym typeface="Corben"/>
              </a:rPr>
              <a:t>Git</a:t>
            </a: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 and ABAP on </a:t>
            </a:r>
            <a:r>
              <a:rPr kumimoji="0" lang="en-US" sz="3599" b="0" i="0" u="none" strike="noStrike" kern="0" cap="none" spc="0" normalizeH="0" baseline="0" noProof="0" dirty="0" err="1">
                <a:ln>
                  <a:noFill/>
                </a:ln>
                <a:solidFill>
                  <a:srgbClr val="FFC000"/>
                </a:solidFill>
                <a:effectLst/>
                <a:uLnTx/>
                <a:uFillTx/>
                <a:latin typeface="Cooper Black" panose="0208090404030B020404" pitchFamily="18" charset="0"/>
                <a:ea typeface="Corben"/>
                <a:cs typeface="Corben"/>
                <a:sym typeface="Corben"/>
              </a:rPr>
              <a:t>git</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solidFill>
                  <a:schemeClr val="accent1"/>
                </a:solidFill>
              </a:rPr>
              <a:t>Git and Git HUB</a:t>
            </a:r>
          </a:p>
        </p:txBody>
      </p:sp>
      <p:pic>
        <p:nvPicPr>
          <p:cNvPr id="47" name="Picture 46">
            <a:extLst>
              <a:ext uri="{FF2B5EF4-FFF2-40B4-BE49-F238E27FC236}">
                <a16:creationId xmlns:a16="http://schemas.microsoft.com/office/drawing/2014/main" id="{56007C54-3524-9466-6672-46E876D55D02}"/>
              </a:ext>
            </a:extLst>
          </p:cNvPr>
          <p:cNvPicPr>
            <a:picLocks noChangeAspect="1"/>
          </p:cNvPicPr>
          <p:nvPr/>
        </p:nvPicPr>
        <p:blipFill>
          <a:blip r:embed="rId3"/>
          <a:stretch>
            <a:fillRect/>
          </a:stretch>
        </p:blipFill>
        <p:spPr>
          <a:xfrm>
            <a:off x="477787" y="980728"/>
            <a:ext cx="10969943" cy="5519564"/>
          </a:xfrm>
          <a:prstGeom prst="rect">
            <a:avLst/>
          </a:prstGeom>
        </p:spPr>
      </p:pic>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F975E96B-4839-068F-69C5-0193F1C19467}"/>
                  </a:ext>
                </a:extLst>
              </p14:cNvPr>
              <p14:cNvContentPartPr/>
              <p14:nvPr/>
            </p14:nvContentPartPr>
            <p14:xfrm>
              <a:off x="2166480" y="1066680"/>
              <a:ext cx="8994240" cy="1333440"/>
            </p14:xfrm>
          </p:contentPart>
        </mc:Choice>
        <mc:Fallback xmlns="">
          <p:pic>
            <p:nvPicPr>
              <p:cNvPr id="3" name="Ink 2">
                <a:extLst>
                  <a:ext uri="{FF2B5EF4-FFF2-40B4-BE49-F238E27FC236}">
                    <a16:creationId xmlns:a16="http://schemas.microsoft.com/office/drawing/2014/main" id="{F975E96B-4839-068F-69C5-0193F1C19467}"/>
                  </a:ext>
                </a:extLst>
              </p:cNvPr>
              <p:cNvPicPr/>
              <p:nvPr/>
            </p:nvPicPr>
            <p:blipFill>
              <a:blip r:embed="rId5"/>
              <a:stretch>
                <a:fillRect/>
              </a:stretch>
            </p:blipFill>
            <p:spPr>
              <a:xfrm>
                <a:off x="2157120" y="1057320"/>
                <a:ext cx="9012960" cy="1352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1ECAAA55-31B3-5D74-32AC-F4B9C53806C0}"/>
                  </a:ext>
                </a:extLst>
              </p14:cNvPr>
              <p14:cNvContentPartPr/>
              <p14:nvPr/>
            </p14:nvContentPartPr>
            <p14:xfrm>
              <a:off x="9726772" y="4123822"/>
              <a:ext cx="785520" cy="360"/>
            </p14:xfrm>
          </p:contentPart>
        </mc:Choice>
        <mc:Fallback xmlns="">
          <p:pic>
            <p:nvPicPr>
              <p:cNvPr id="4" name="Ink 3">
                <a:extLst>
                  <a:ext uri="{FF2B5EF4-FFF2-40B4-BE49-F238E27FC236}">
                    <a16:creationId xmlns:a16="http://schemas.microsoft.com/office/drawing/2014/main" id="{1ECAAA55-31B3-5D74-32AC-F4B9C53806C0}"/>
                  </a:ext>
                </a:extLst>
              </p:cNvPr>
              <p:cNvPicPr/>
              <p:nvPr/>
            </p:nvPicPr>
            <p:blipFill>
              <a:blip r:embed="rId7"/>
              <a:stretch>
                <a:fillRect/>
              </a:stretch>
            </p:blipFill>
            <p:spPr>
              <a:xfrm>
                <a:off x="9717772" y="4115182"/>
                <a:ext cx="803160" cy="18000"/>
              </a:xfrm>
              <a:prstGeom prst="rect">
                <a:avLst/>
              </a:prstGeom>
            </p:spPr>
          </p:pic>
        </mc:Fallback>
      </mc:AlternateContent>
      <p:grpSp>
        <p:nvGrpSpPr>
          <p:cNvPr id="41" name="Group 40">
            <a:extLst>
              <a:ext uri="{FF2B5EF4-FFF2-40B4-BE49-F238E27FC236}">
                <a16:creationId xmlns:a16="http://schemas.microsoft.com/office/drawing/2014/main" id="{49D090D8-CF5F-4637-C7CE-8C9A80A79A21}"/>
              </a:ext>
            </a:extLst>
          </p:cNvPr>
          <p:cNvGrpSpPr/>
          <p:nvPr/>
        </p:nvGrpSpPr>
        <p:grpSpPr>
          <a:xfrm>
            <a:off x="10415812" y="2669062"/>
            <a:ext cx="1684080" cy="2331360"/>
            <a:chOff x="10415812" y="2669062"/>
            <a:chExt cx="1684080" cy="2331360"/>
          </a:xfrm>
        </p:grpSpPr>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CF0D8E1-819A-67E7-BCC2-FE39A3377601}"/>
                    </a:ext>
                  </a:extLst>
                </p14:cNvPr>
                <p14:cNvContentPartPr/>
                <p14:nvPr/>
              </p14:nvContentPartPr>
              <p14:xfrm>
                <a:off x="11524972" y="2757262"/>
                <a:ext cx="62280" cy="179640"/>
              </p14:xfrm>
            </p:contentPart>
          </mc:Choice>
          <mc:Fallback xmlns="">
            <p:pic>
              <p:nvPicPr>
                <p:cNvPr id="5" name="Ink 4">
                  <a:extLst>
                    <a:ext uri="{FF2B5EF4-FFF2-40B4-BE49-F238E27FC236}">
                      <a16:creationId xmlns:a16="http://schemas.microsoft.com/office/drawing/2014/main" id="{2CF0D8E1-819A-67E7-BCC2-FE39A3377601}"/>
                    </a:ext>
                  </a:extLst>
                </p:cNvPr>
                <p:cNvPicPr/>
                <p:nvPr/>
              </p:nvPicPr>
              <p:blipFill>
                <a:blip r:embed="rId9"/>
                <a:stretch>
                  <a:fillRect/>
                </a:stretch>
              </p:blipFill>
              <p:spPr>
                <a:xfrm>
                  <a:off x="11515972" y="2748262"/>
                  <a:ext cx="7992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99B15593-7119-791A-E1E2-8DCD16F4BE6F}"/>
                    </a:ext>
                  </a:extLst>
                </p14:cNvPr>
                <p14:cNvContentPartPr/>
                <p14:nvPr/>
              </p14:nvContentPartPr>
              <p14:xfrm>
                <a:off x="11603812" y="2783182"/>
                <a:ext cx="106920" cy="168120"/>
              </p14:xfrm>
            </p:contentPart>
          </mc:Choice>
          <mc:Fallback xmlns="">
            <p:pic>
              <p:nvPicPr>
                <p:cNvPr id="6" name="Ink 5">
                  <a:extLst>
                    <a:ext uri="{FF2B5EF4-FFF2-40B4-BE49-F238E27FC236}">
                      <a16:creationId xmlns:a16="http://schemas.microsoft.com/office/drawing/2014/main" id="{99B15593-7119-791A-E1E2-8DCD16F4BE6F}"/>
                    </a:ext>
                  </a:extLst>
                </p:cNvPr>
                <p:cNvPicPr/>
                <p:nvPr/>
              </p:nvPicPr>
              <p:blipFill>
                <a:blip r:embed="rId11"/>
                <a:stretch>
                  <a:fillRect/>
                </a:stretch>
              </p:blipFill>
              <p:spPr>
                <a:xfrm>
                  <a:off x="11595172" y="2774182"/>
                  <a:ext cx="12456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335B5930-8FD1-3236-4B71-1D1BC04330A8}"/>
                    </a:ext>
                  </a:extLst>
                </p14:cNvPr>
                <p14:cNvContentPartPr/>
                <p14:nvPr/>
              </p14:nvContentPartPr>
              <p14:xfrm>
                <a:off x="11813332" y="2827462"/>
                <a:ext cx="9000" cy="24120"/>
              </p14:xfrm>
            </p:contentPart>
          </mc:Choice>
          <mc:Fallback xmlns="">
            <p:pic>
              <p:nvPicPr>
                <p:cNvPr id="7" name="Ink 6">
                  <a:extLst>
                    <a:ext uri="{FF2B5EF4-FFF2-40B4-BE49-F238E27FC236}">
                      <a16:creationId xmlns:a16="http://schemas.microsoft.com/office/drawing/2014/main" id="{335B5930-8FD1-3236-4B71-1D1BC04330A8}"/>
                    </a:ext>
                  </a:extLst>
                </p:cNvPr>
                <p:cNvPicPr/>
                <p:nvPr/>
              </p:nvPicPr>
              <p:blipFill>
                <a:blip r:embed="rId13"/>
                <a:stretch>
                  <a:fillRect/>
                </a:stretch>
              </p:blipFill>
              <p:spPr>
                <a:xfrm>
                  <a:off x="11804332" y="2818822"/>
                  <a:ext cx="2664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DD736712-5169-FA35-BD7E-BCDA880C9572}"/>
                    </a:ext>
                  </a:extLst>
                </p14:cNvPr>
                <p14:cNvContentPartPr/>
                <p14:nvPr/>
              </p14:nvContentPartPr>
              <p14:xfrm>
                <a:off x="11798212" y="2945542"/>
                <a:ext cx="3240" cy="2880"/>
              </p14:xfrm>
            </p:contentPart>
          </mc:Choice>
          <mc:Fallback xmlns="">
            <p:pic>
              <p:nvPicPr>
                <p:cNvPr id="8" name="Ink 7">
                  <a:extLst>
                    <a:ext uri="{FF2B5EF4-FFF2-40B4-BE49-F238E27FC236}">
                      <a16:creationId xmlns:a16="http://schemas.microsoft.com/office/drawing/2014/main" id="{DD736712-5169-FA35-BD7E-BCDA880C9572}"/>
                    </a:ext>
                  </a:extLst>
                </p:cNvPr>
                <p:cNvPicPr/>
                <p:nvPr/>
              </p:nvPicPr>
              <p:blipFill>
                <a:blip r:embed="rId15"/>
                <a:stretch>
                  <a:fillRect/>
                </a:stretch>
              </p:blipFill>
              <p:spPr>
                <a:xfrm>
                  <a:off x="11789572" y="2936542"/>
                  <a:ext cx="20880" cy="205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6B658275-0BB5-F681-C9B5-849CE8F07C7E}"/>
                    </a:ext>
                  </a:extLst>
                </p14:cNvPr>
                <p14:cNvContentPartPr/>
                <p14:nvPr/>
              </p14:nvContentPartPr>
              <p14:xfrm>
                <a:off x="11893612" y="2845462"/>
                <a:ext cx="73080" cy="114120"/>
              </p14:xfrm>
            </p:contentPart>
          </mc:Choice>
          <mc:Fallback xmlns="">
            <p:pic>
              <p:nvPicPr>
                <p:cNvPr id="9" name="Ink 8">
                  <a:extLst>
                    <a:ext uri="{FF2B5EF4-FFF2-40B4-BE49-F238E27FC236}">
                      <a16:creationId xmlns:a16="http://schemas.microsoft.com/office/drawing/2014/main" id="{6B658275-0BB5-F681-C9B5-849CE8F07C7E}"/>
                    </a:ext>
                  </a:extLst>
                </p:cNvPr>
                <p:cNvPicPr/>
                <p:nvPr/>
              </p:nvPicPr>
              <p:blipFill>
                <a:blip r:embed="rId17"/>
                <a:stretch>
                  <a:fillRect/>
                </a:stretch>
              </p:blipFill>
              <p:spPr>
                <a:xfrm>
                  <a:off x="11884612" y="2836822"/>
                  <a:ext cx="90720" cy="131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72343452-9AD9-DA5E-08F4-210941789787}"/>
                    </a:ext>
                  </a:extLst>
                </p14:cNvPr>
                <p14:cNvContentPartPr/>
                <p14:nvPr/>
              </p14:nvContentPartPr>
              <p14:xfrm>
                <a:off x="11991892" y="2872102"/>
                <a:ext cx="91800" cy="111600"/>
              </p14:xfrm>
            </p:contentPart>
          </mc:Choice>
          <mc:Fallback xmlns="">
            <p:pic>
              <p:nvPicPr>
                <p:cNvPr id="10" name="Ink 9">
                  <a:extLst>
                    <a:ext uri="{FF2B5EF4-FFF2-40B4-BE49-F238E27FC236}">
                      <a16:creationId xmlns:a16="http://schemas.microsoft.com/office/drawing/2014/main" id="{72343452-9AD9-DA5E-08F4-210941789787}"/>
                    </a:ext>
                  </a:extLst>
                </p:cNvPr>
                <p:cNvPicPr/>
                <p:nvPr/>
              </p:nvPicPr>
              <p:blipFill>
                <a:blip r:embed="rId19"/>
                <a:stretch>
                  <a:fillRect/>
                </a:stretch>
              </p:blipFill>
              <p:spPr>
                <a:xfrm>
                  <a:off x="11982892" y="2863462"/>
                  <a:ext cx="1094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0B65B8CC-037E-25C9-0D80-C2742DFF0C5C}"/>
                    </a:ext>
                  </a:extLst>
                </p14:cNvPr>
                <p14:cNvContentPartPr/>
                <p14:nvPr/>
              </p14:nvContentPartPr>
              <p14:xfrm>
                <a:off x="10726492" y="2669062"/>
                <a:ext cx="81360" cy="164160"/>
              </p14:xfrm>
            </p:contentPart>
          </mc:Choice>
          <mc:Fallback xmlns="">
            <p:pic>
              <p:nvPicPr>
                <p:cNvPr id="11" name="Ink 10">
                  <a:extLst>
                    <a:ext uri="{FF2B5EF4-FFF2-40B4-BE49-F238E27FC236}">
                      <a16:creationId xmlns:a16="http://schemas.microsoft.com/office/drawing/2014/main" id="{0B65B8CC-037E-25C9-0D80-C2742DFF0C5C}"/>
                    </a:ext>
                  </a:extLst>
                </p:cNvPr>
                <p:cNvPicPr/>
                <p:nvPr/>
              </p:nvPicPr>
              <p:blipFill>
                <a:blip r:embed="rId21"/>
                <a:stretch>
                  <a:fillRect/>
                </a:stretch>
              </p:blipFill>
              <p:spPr>
                <a:xfrm>
                  <a:off x="10717492" y="2660422"/>
                  <a:ext cx="9900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Ink 11">
                  <a:extLst>
                    <a:ext uri="{FF2B5EF4-FFF2-40B4-BE49-F238E27FC236}">
                      <a16:creationId xmlns:a16="http://schemas.microsoft.com/office/drawing/2014/main" id="{6990AF5F-5243-C12E-9CE7-E4EBF430F8E1}"/>
                    </a:ext>
                  </a:extLst>
                </p14:cNvPr>
                <p14:cNvContentPartPr/>
                <p14:nvPr/>
              </p14:nvContentPartPr>
              <p14:xfrm>
                <a:off x="10886332" y="2728102"/>
                <a:ext cx="12960" cy="98280"/>
              </p14:xfrm>
            </p:contentPart>
          </mc:Choice>
          <mc:Fallback xmlns="">
            <p:pic>
              <p:nvPicPr>
                <p:cNvPr id="12" name="Ink 11">
                  <a:extLst>
                    <a:ext uri="{FF2B5EF4-FFF2-40B4-BE49-F238E27FC236}">
                      <a16:creationId xmlns:a16="http://schemas.microsoft.com/office/drawing/2014/main" id="{6990AF5F-5243-C12E-9CE7-E4EBF430F8E1}"/>
                    </a:ext>
                  </a:extLst>
                </p:cNvPr>
                <p:cNvPicPr/>
                <p:nvPr/>
              </p:nvPicPr>
              <p:blipFill>
                <a:blip r:embed="rId23"/>
                <a:stretch>
                  <a:fillRect/>
                </a:stretch>
              </p:blipFill>
              <p:spPr>
                <a:xfrm>
                  <a:off x="10877332" y="2719102"/>
                  <a:ext cx="3060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F6323F0E-C2DD-57D8-3080-401010719FD3}"/>
                    </a:ext>
                  </a:extLst>
                </p14:cNvPr>
                <p14:cNvContentPartPr/>
                <p14:nvPr/>
              </p14:nvContentPartPr>
              <p14:xfrm>
                <a:off x="11580052" y="3296902"/>
                <a:ext cx="55440" cy="156600"/>
              </p14:xfrm>
            </p:contentPart>
          </mc:Choice>
          <mc:Fallback xmlns="">
            <p:pic>
              <p:nvPicPr>
                <p:cNvPr id="15" name="Ink 14">
                  <a:extLst>
                    <a:ext uri="{FF2B5EF4-FFF2-40B4-BE49-F238E27FC236}">
                      <a16:creationId xmlns:a16="http://schemas.microsoft.com/office/drawing/2014/main" id="{F6323F0E-C2DD-57D8-3080-401010719FD3}"/>
                    </a:ext>
                  </a:extLst>
                </p:cNvPr>
                <p:cNvPicPr/>
                <p:nvPr/>
              </p:nvPicPr>
              <p:blipFill>
                <a:blip r:embed="rId25"/>
                <a:stretch>
                  <a:fillRect/>
                </a:stretch>
              </p:blipFill>
              <p:spPr>
                <a:xfrm>
                  <a:off x="11571412" y="3287902"/>
                  <a:ext cx="7308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371532C0-06DB-132C-CD56-706C7C2ABCA5}"/>
                    </a:ext>
                  </a:extLst>
                </p14:cNvPr>
                <p14:cNvContentPartPr/>
                <p14:nvPr/>
              </p14:nvContentPartPr>
              <p14:xfrm>
                <a:off x="11671492" y="3294742"/>
                <a:ext cx="63000" cy="118800"/>
              </p14:xfrm>
            </p:contentPart>
          </mc:Choice>
          <mc:Fallback xmlns="">
            <p:pic>
              <p:nvPicPr>
                <p:cNvPr id="16" name="Ink 15">
                  <a:extLst>
                    <a:ext uri="{FF2B5EF4-FFF2-40B4-BE49-F238E27FC236}">
                      <a16:creationId xmlns:a16="http://schemas.microsoft.com/office/drawing/2014/main" id="{371532C0-06DB-132C-CD56-706C7C2ABCA5}"/>
                    </a:ext>
                  </a:extLst>
                </p:cNvPr>
                <p:cNvPicPr/>
                <p:nvPr/>
              </p:nvPicPr>
              <p:blipFill>
                <a:blip r:embed="rId27"/>
                <a:stretch>
                  <a:fillRect/>
                </a:stretch>
              </p:blipFill>
              <p:spPr>
                <a:xfrm>
                  <a:off x="11662492" y="3286102"/>
                  <a:ext cx="8064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48FA5E19-4D8A-0361-BCDE-ECB58F6F8767}"/>
                    </a:ext>
                  </a:extLst>
                </p14:cNvPr>
                <p14:cNvContentPartPr/>
                <p14:nvPr/>
              </p14:nvContentPartPr>
              <p14:xfrm>
                <a:off x="11666812" y="3308422"/>
                <a:ext cx="120960" cy="151920"/>
              </p14:xfrm>
            </p:contentPart>
          </mc:Choice>
          <mc:Fallback xmlns="">
            <p:pic>
              <p:nvPicPr>
                <p:cNvPr id="17" name="Ink 16">
                  <a:extLst>
                    <a:ext uri="{FF2B5EF4-FFF2-40B4-BE49-F238E27FC236}">
                      <a16:creationId xmlns:a16="http://schemas.microsoft.com/office/drawing/2014/main" id="{48FA5E19-4D8A-0361-BCDE-ECB58F6F8767}"/>
                    </a:ext>
                  </a:extLst>
                </p:cNvPr>
                <p:cNvPicPr/>
                <p:nvPr/>
              </p:nvPicPr>
              <p:blipFill>
                <a:blip r:embed="rId29"/>
                <a:stretch>
                  <a:fillRect/>
                </a:stretch>
              </p:blipFill>
              <p:spPr>
                <a:xfrm>
                  <a:off x="11657812" y="3299422"/>
                  <a:ext cx="138600" cy="169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154784CA-6C70-CB0B-4035-214CEE09E3DA}"/>
                    </a:ext>
                  </a:extLst>
                </p14:cNvPr>
                <p14:cNvContentPartPr/>
                <p14:nvPr/>
              </p14:nvContentPartPr>
              <p14:xfrm>
                <a:off x="11807212" y="3349462"/>
                <a:ext cx="10800" cy="13680"/>
              </p14:xfrm>
            </p:contentPart>
          </mc:Choice>
          <mc:Fallback xmlns="">
            <p:pic>
              <p:nvPicPr>
                <p:cNvPr id="18" name="Ink 17">
                  <a:extLst>
                    <a:ext uri="{FF2B5EF4-FFF2-40B4-BE49-F238E27FC236}">
                      <a16:creationId xmlns:a16="http://schemas.microsoft.com/office/drawing/2014/main" id="{154784CA-6C70-CB0B-4035-214CEE09E3DA}"/>
                    </a:ext>
                  </a:extLst>
                </p:cNvPr>
                <p:cNvPicPr/>
                <p:nvPr/>
              </p:nvPicPr>
              <p:blipFill>
                <a:blip r:embed="rId31"/>
                <a:stretch>
                  <a:fillRect/>
                </a:stretch>
              </p:blipFill>
              <p:spPr>
                <a:xfrm>
                  <a:off x="11798572" y="3340822"/>
                  <a:ext cx="2844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C405B77B-DE4E-92B7-1EF2-2138DFF947F4}"/>
                    </a:ext>
                  </a:extLst>
                </p14:cNvPr>
                <p14:cNvContentPartPr/>
                <p14:nvPr/>
              </p14:nvContentPartPr>
              <p14:xfrm>
                <a:off x="11819452" y="3436222"/>
                <a:ext cx="3960" cy="4320"/>
              </p14:xfrm>
            </p:contentPart>
          </mc:Choice>
          <mc:Fallback xmlns="">
            <p:pic>
              <p:nvPicPr>
                <p:cNvPr id="19" name="Ink 18">
                  <a:extLst>
                    <a:ext uri="{FF2B5EF4-FFF2-40B4-BE49-F238E27FC236}">
                      <a16:creationId xmlns:a16="http://schemas.microsoft.com/office/drawing/2014/main" id="{C405B77B-DE4E-92B7-1EF2-2138DFF947F4}"/>
                    </a:ext>
                  </a:extLst>
                </p:cNvPr>
                <p:cNvPicPr/>
                <p:nvPr/>
              </p:nvPicPr>
              <p:blipFill>
                <a:blip r:embed="rId15"/>
                <a:stretch>
                  <a:fillRect/>
                </a:stretch>
              </p:blipFill>
              <p:spPr>
                <a:xfrm>
                  <a:off x="11810812" y="3427582"/>
                  <a:ext cx="216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0" name="Ink 19">
                  <a:extLst>
                    <a:ext uri="{FF2B5EF4-FFF2-40B4-BE49-F238E27FC236}">
                      <a16:creationId xmlns:a16="http://schemas.microsoft.com/office/drawing/2014/main" id="{734A665E-EBCA-CEA2-96AF-1738D76E275A}"/>
                    </a:ext>
                  </a:extLst>
                </p14:cNvPr>
                <p14:cNvContentPartPr/>
                <p14:nvPr/>
              </p14:nvContentPartPr>
              <p14:xfrm>
                <a:off x="11882452" y="3330382"/>
                <a:ext cx="89280" cy="154800"/>
              </p14:xfrm>
            </p:contentPart>
          </mc:Choice>
          <mc:Fallback xmlns="">
            <p:pic>
              <p:nvPicPr>
                <p:cNvPr id="20" name="Ink 19">
                  <a:extLst>
                    <a:ext uri="{FF2B5EF4-FFF2-40B4-BE49-F238E27FC236}">
                      <a16:creationId xmlns:a16="http://schemas.microsoft.com/office/drawing/2014/main" id="{734A665E-EBCA-CEA2-96AF-1738D76E275A}"/>
                    </a:ext>
                  </a:extLst>
                </p:cNvPr>
                <p:cNvPicPr/>
                <p:nvPr/>
              </p:nvPicPr>
              <p:blipFill>
                <a:blip r:embed="rId34"/>
                <a:stretch>
                  <a:fillRect/>
                </a:stretch>
              </p:blipFill>
              <p:spPr>
                <a:xfrm>
                  <a:off x="11873812" y="3321742"/>
                  <a:ext cx="10692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1" name="Ink 20">
                  <a:extLst>
                    <a:ext uri="{FF2B5EF4-FFF2-40B4-BE49-F238E27FC236}">
                      <a16:creationId xmlns:a16="http://schemas.microsoft.com/office/drawing/2014/main" id="{E37B2A87-8B78-4F9B-A200-A32BF1A5CF53}"/>
                    </a:ext>
                  </a:extLst>
                </p14:cNvPr>
                <p14:cNvContentPartPr/>
                <p14:nvPr/>
              </p14:nvContentPartPr>
              <p14:xfrm>
                <a:off x="12012412" y="3389062"/>
                <a:ext cx="87480" cy="91440"/>
              </p14:xfrm>
            </p:contentPart>
          </mc:Choice>
          <mc:Fallback xmlns="">
            <p:pic>
              <p:nvPicPr>
                <p:cNvPr id="21" name="Ink 20">
                  <a:extLst>
                    <a:ext uri="{FF2B5EF4-FFF2-40B4-BE49-F238E27FC236}">
                      <a16:creationId xmlns:a16="http://schemas.microsoft.com/office/drawing/2014/main" id="{E37B2A87-8B78-4F9B-A200-A32BF1A5CF53}"/>
                    </a:ext>
                  </a:extLst>
                </p:cNvPr>
                <p:cNvPicPr/>
                <p:nvPr/>
              </p:nvPicPr>
              <p:blipFill>
                <a:blip r:embed="rId36"/>
                <a:stretch>
                  <a:fillRect/>
                </a:stretch>
              </p:blipFill>
              <p:spPr>
                <a:xfrm>
                  <a:off x="12003412" y="3380062"/>
                  <a:ext cx="105120" cy="109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2" name="Ink 21">
                  <a:extLst>
                    <a:ext uri="{FF2B5EF4-FFF2-40B4-BE49-F238E27FC236}">
                      <a16:creationId xmlns:a16="http://schemas.microsoft.com/office/drawing/2014/main" id="{1B7B5434-146A-3F71-C1B5-1BC096C21032}"/>
                    </a:ext>
                  </a:extLst>
                </p14:cNvPr>
                <p14:cNvContentPartPr/>
                <p14:nvPr/>
              </p14:nvContentPartPr>
              <p14:xfrm>
                <a:off x="10844932" y="3241822"/>
                <a:ext cx="201600" cy="138240"/>
              </p14:xfrm>
            </p:contentPart>
          </mc:Choice>
          <mc:Fallback xmlns="">
            <p:pic>
              <p:nvPicPr>
                <p:cNvPr id="22" name="Ink 21">
                  <a:extLst>
                    <a:ext uri="{FF2B5EF4-FFF2-40B4-BE49-F238E27FC236}">
                      <a16:creationId xmlns:a16="http://schemas.microsoft.com/office/drawing/2014/main" id="{1B7B5434-146A-3F71-C1B5-1BC096C21032}"/>
                    </a:ext>
                  </a:extLst>
                </p:cNvPr>
                <p:cNvPicPr/>
                <p:nvPr/>
              </p:nvPicPr>
              <p:blipFill>
                <a:blip r:embed="rId38"/>
                <a:stretch>
                  <a:fillRect/>
                </a:stretch>
              </p:blipFill>
              <p:spPr>
                <a:xfrm>
                  <a:off x="10836292" y="3232822"/>
                  <a:ext cx="21924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3" name="Ink 22">
                  <a:extLst>
                    <a:ext uri="{FF2B5EF4-FFF2-40B4-BE49-F238E27FC236}">
                      <a16:creationId xmlns:a16="http://schemas.microsoft.com/office/drawing/2014/main" id="{95B1E83E-ADC9-884D-927C-4202A8608E95}"/>
                    </a:ext>
                  </a:extLst>
                </p14:cNvPr>
                <p14:cNvContentPartPr/>
                <p14:nvPr/>
              </p14:nvContentPartPr>
              <p14:xfrm>
                <a:off x="11044732" y="3252982"/>
                <a:ext cx="108000" cy="135000"/>
              </p14:xfrm>
            </p:contentPart>
          </mc:Choice>
          <mc:Fallback xmlns="">
            <p:pic>
              <p:nvPicPr>
                <p:cNvPr id="23" name="Ink 22">
                  <a:extLst>
                    <a:ext uri="{FF2B5EF4-FFF2-40B4-BE49-F238E27FC236}">
                      <a16:creationId xmlns:a16="http://schemas.microsoft.com/office/drawing/2014/main" id="{95B1E83E-ADC9-884D-927C-4202A8608E95}"/>
                    </a:ext>
                  </a:extLst>
                </p:cNvPr>
                <p:cNvPicPr/>
                <p:nvPr/>
              </p:nvPicPr>
              <p:blipFill>
                <a:blip r:embed="rId40"/>
                <a:stretch>
                  <a:fillRect/>
                </a:stretch>
              </p:blipFill>
              <p:spPr>
                <a:xfrm>
                  <a:off x="11035732" y="3243982"/>
                  <a:ext cx="1256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8B155516-A2B5-283F-64E9-6EF42EFD4BFE}"/>
                    </a:ext>
                  </a:extLst>
                </p14:cNvPr>
                <p14:cNvContentPartPr/>
                <p14:nvPr/>
              </p14:nvContentPartPr>
              <p14:xfrm>
                <a:off x="11457292" y="2908462"/>
                <a:ext cx="55080" cy="1683720"/>
              </p14:xfrm>
            </p:contentPart>
          </mc:Choice>
          <mc:Fallback xmlns="">
            <p:pic>
              <p:nvPicPr>
                <p:cNvPr id="26" name="Ink 25">
                  <a:extLst>
                    <a:ext uri="{FF2B5EF4-FFF2-40B4-BE49-F238E27FC236}">
                      <a16:creationId xmlns:a16="http://schemas.microsoft.com/office/drawing/2014/main" id="{8B155516-A2B5-283F-64E9-6EF42EFD4BFE}"/>
                    </a:ext>
                  </a:extLst>
                </p:cNvPr>
                <p:cNvPicPr/>
                <p:nvPr/>
              </p:nvPicPr>
              <p:blipFill>
                <a:blip r:embed="rId42"/>
                <a:stretch>
                  <a:fillRect/>
                </a:stretch>
              </p:blipFill>
              <p:spPr>
                <a:xfrm>
                  <a:off x="11448652" y="2899822"/>
                  <a:ext cx="72720" cy="1701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385F4EAB-78B5-4A21-8FC9-B5517E061C4C}"/>
                    </a:ext>
                  </a:extLst>
                </p14:cNvPr>
                <p14:cNvContentPartPr/>
                <p14:nvPr/>
              </p14:nvContentPartPr>
              <p14:xfrm>
                <a:off x="11438932" y="4430542"/>
                <a:ext cx="168480" cy="111960"/>
              </p14:xfrm>
            </p:contentPart>
          </mc:Choice>
          <mc:Fallback xmlns="">
            <p:pic>
              <p:nvPicPr>
                <p:cNvPr id="27" name="Ink 26">
                  <a:extLst>
                    <a:ext uri="{FF2B5EF4-FFF2-40B4-BE49-F238E27FC236}">
                      <a16:creationId xmlns:a16="http://schemas.microsoft.com/office/drawing/2014/main" id="{385F4EAB-78B5-4A21-8FC9-B5517E061C4C}"/>
                    </a:ext>
                  </a:extLst>
                </p:cNvPr>
                <p:cNvPicPr/>
                <p:nvPr/>
              </p:nvPicPr>
              <p:blipFill>
                <a:blip r:embed="rId44"/>
                <a:stretch>
                  <a:fillRect/>
                </a:stretch>
              </p:blipFill>
              <p:spPr>
                <a:xfrm>
                  <a:off x="11429932" y="4421902"/>
                  <a:ext cx="186120" cy="129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A6EE78B0-9813-7656-2566-1117D04C0A7B}"/>
                    </a:ext>
                  </a:extLst>
                </p14:cNvPr>
                <p14:cNvContentPartPr/>
                <p14:nvPr/>
              </p14:nvContentPartPr>
              <p14:xfrm>
                <a:off x="11009812" y="4608382"/>
                <a:ext cx="108360" cy="167040"/>
              </p14:xfrm>
            </p:contentPart>
          </mc:Choice>
          <mc:Fallback xmlns="">
            <p:pic>
              <p:nvPicPr>
                <p:cNvPr id="28" name="Ink 27">
                  <a:extLst>
                    <a:ext uri="{FF2B5EF4-FFF2-40B4-BE49-F238E27FC236}">
                      <a16:creationId xmlns:a16="http://schemas.microsoft.com/office/drawing/2014/main" id="{A6EE78B0-9813-7656-2566-1117D04C0A7B}"/>
                    </a:ext>
                  </a:extLst>
                </p:cNvPr>
                <p:cNvPicPr/>
                <p:nvPr/>
              </p:nvPicPr>
              <p:blipFill>
                <a:blip r:embed="rId46"/>
                <a:stretch>
                  <a:fillRect/>
                </a:stretch>
              </p:blipFill>
              <p:spPr>
                <a:xfrm>
                  <a:off x="11000812" y="4599742"/>
                  <a:ext cx="126000" cy="184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FC3857C7-31E2-BBA4-B751-3976C6584B93}"/>
                    </a:ext>
                  </a:extLst>
                </p14:cNvPr>
                <p14:cNvContentPartPr/>
                <p14:nvPr/>
              </p14:nvContentPartPr>
              <p14:xfrm>
                <a:off x="11119612" y="4692982"/>
                <a:ext cx="73080" cy="92160"/>
              </p14:xfrm>
            </p:contentPart>
          </mc:Choice>
          <mc:Fallback xmlns="">
            <p:pic>
              <p:nvPicPr>
                <p:cNvPr id="29" name="Ink 28">
                  <a:extLst>
                    <a:ext uri="{FF2B5EF4-FFF2-40B4-BE49-F238E27FC236}">
                      <a16:creationId xmlns:a16="http://schemas.microsoft.com/office/drawing/2014/main" id="{FC3857C7-31E2-BBA4-B751-3976C6584B93}"/>
                    </a:ext>
                  </a:extLst>
                </p:cNvPr>
                <p:cNvPicPr/>
                <p:nvPr/>
              </p:nvPicPr>
              <p:blipFill>
                <a:blip r:embed="rId48"/>
                <a:stretch>
                  <a:fillRect/>
                </a:stretch>
              </p:blipFill>
              <p:spPr>
                <a:xfrm>
                  <a:off x="11110972" y="4684342"/>
                  <a:ext cx="907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F64F6B6-D09B-36C6-35FF-859C018A7FBB}"/>
                    </a:ext>
                  </a:extLst>
                </p14:cNvPr>
                <p14:cNvContentPartPr/>
                <p14:nvPr/>
              </p14:nvContentPartPr>
              <p14:xfrm>
                <a:off x="11213572" y="4683622"/>
                <a:ext cx="87480" cy="84240"/>
              </p14:xfrm>
            </p:contentPart>
          </mc:Choice>
          <mc:Fallback xmlns="">
            <p:pic>
              <p:nvPicPr>
                <p:cNvPr id="30" name="Ink 29">
                  <a:extLst>
                    <a:ext uri="{FF2B5EF4-FFF2-40B4-BE49-F238E27FC236}">
                      <a16:creationId xmlns:a16="http://schemas.microsoft.com/office/drawing/2014/main" id="{9F64F6B6-D09B-36C6-35FF-859C018A7FBB}"/>
                    </a:ext>
                  </a:extLst>
                </p:cNvPr>
                <p:cNvPicPr/>
                <p:nvPr/>
              </p:nvPicPr>
              <p:blipFill>
                <a:blip r:embed="rId50"/>
                <a:stretch>
                  <a:fillRect/>
                </a:stretch>
              </p:blipFill>
              <p:spPr>
                <a:xfrm>
                  <a:off x="11204932" y="4674982"/>
                  <a:ext cx="105120" cy="1018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049BA573-6B12-5A35-8B4E-5AAD3E138B57}"/>
                    </a:ext>
                  </a:extLst>
                </p14:cNvPr>
                <p14:cNvContentPartPr/>
                <p14:nvPr/>
              </p14:nvContentPartPr>
              <p14:xfrm>
                <a:off x="11322292" y="4677862"/>
                <a:ext cx="70560" cy="77760"/>
              </p14:xfrm>
            </p:contentPart>
          </mc:Choice>
          <mc:Fallback xmlns="">
            <p:pic>
              <p:nvPicPr>
                <p:cNvPr id="31" name="Ink 30">
                  <a:extLst>
                    <a:ext uri="{FF2B5EF4-FFF2-40B4-BE49-F238E27FC236}">
                      <a16:creationId xmlns:a16="http://schemas.microsoft.com/office/drawing/2014/main" id="{049BA573-6B12-5A35-8B4E-5AAD3E138B57}"/>
                    </a:ext>
                  </a:extLst>
                </p:cNvPr>
                <p:cNvPicPr/>
                <p:nvPr/>
              </p:nvPicPr>
              <p:blipFill>
                <a:blip r:embed="rId52"/>
                <a:stretch>
                  <a:fillRect/>
                </a:stretch>
              </p:blipFill>
              <p:spPr>
                <a:xfrm>
                  <a:off x="11313652" y="4669222"/>
                  <a:ext cx="88200" cy="954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AFC771DF-E8A7-26A1-4686-879155E238D7}"/>
                    </a:ext>
                  </a:extLst>
                </p14:cNvPr>
                <p14:cNvContentPartPr/>
                <p14:nvPr/>
              </p14:nvContentPartPr>
              <p14:xfrm>
                <a:off x="11438572" y="4662022"/>
                <a:ext cx="215640" cy="153720"/>
              </p14:xfrm>
            </p:contentPart>
          </mc:Choice>
          <mc:Fallback xmlns="">
            <p:pic>
              <p:nvPicPr>
                <p:cNvPr id="32" name="Ink 31">
                  <a:extLst>
                    <a:ext uri="{FF2B5EF4-FFF2-40B4-BE49-F238E27FC236}">
                      <a16:creationId xmlns:a16="http://schemas.microsoft.com/office/drawing/2014/main" id="{AFC771DF-E8A7-26A1-4686-879155E238D7}"/>
                    </a:ext>
                  </a:extLst>
                </p:cNvPr>
                <p:cNvPicPr/>
                <p:nvPr/>
              </p:nvPicPr>
              <p:blipFill>
                <a:blip r:embed="rId54"/>
                <a:stretch>
                  <a:fillRect/>
                </a:stretch>
              </p:blipFill>
              <p:spPr>
                <a:xfrm>
                  <a:off x="11429572" y="4653022"/>
                  <a:ext cx="233280" cy="1713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FF11803A-7C78-F556-2D6B-04D78F8BC2D0}"/>
                    </a:ext>
                  </a:extLst>
                </p14:cNvPr>
                <p14:cNvContentPartPr/>
                <p14:nvPr/>
              </p14:nvContentPartPr>
              <p14:xfrm>
                <a:off x="11115292" y="4876222"/>
                <a:ext cx="213480" cy="105480"/>
              </p14:xfrm>
            </p:contentPart>
          </mc:Choice>
          <mc:Fallback xmlns="">
            <p:pic>
              <p:nvPicPr>
                <p:cNvPr id="33" name="Ink 32">
                  <a:extLst>
                    <a:ext uri="{FF2B5EF4-FFF2-40B4-BE49-F238E27FC236}">
                      <a16:creationId xmlns:a16="http://schemas.microsoft.com/office/drawing/2014/main" id="{FF11803A-7C78-F556-2D6B-04D78F8BC2D0}"/>
                    </a:ext>
                  </a:extLst>
                </p:cNvPr>
                <p:cNvPicPr/>
                <p:nvPr/>
              </p:nvPicPr>
              <p:blipFill>
                <a:blip r:embed="rId56"/>
                <a:stretch>
                  <a:fillRect/>
                </a:stretch>
              </p:blipFill>
              <p:spPr>
                <a:xfrm>
                  <a:off x="11106652" y="4867582"/>
                  <a:ext cx="231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4" name="Ink 33">
                  <a:extLst>
                    <a:ext uri="{FF2B5EF4-FFF2-40B4-BE49-F238E27FC236}">
                      <a16:creationId xmlns:a16="http://schemas.microsoft.com/office/drawing/2014/main" id="{6132BD0D-B782-C05F-F696-9CE4C2FA65F4}"/>
                    </a:ext>
                  </a:extLst>
                </p14:cNvPr>
                <p14:cNvContentPartPr/>
                <p14:nvPr/>
              </p14:nvContentPartPr>
              <p14:xfrm>
                <a:off x="11365852" y="4892782"/>
                <a:ext cx="207360" cy="107640"/>
              </p14:xfrm>
            </p:contentPart>
          </mc:Choice>
          <mc:Fallback xmlns="">
            <p:pic>
              <p:nvPicPr>
                <p:cNvPr id="34" name="Ink 33">
                  <a:extLst>
                    <a:ext uri="{FF2B5EF4-FFF2-40B4-BE49-F238E27FC236}">
                      <a16:creationId xmlns:a16="http://schemas.microsoft.com/office/drawing/2014/main" id="{6132BD0D-B782-C05F-F696-9CE4C2FA65F4}"/>
                    </a:ext>
                  </a:extLst>
                </p:cNvPr>
                <p:cNvPicPr/>
                <p:nvPr/>
              </p:nvPicPr>
              <p:blipFill>
                <a:blip r:embed="rId58"/>
                <a:stretch>
                  <a:fillRect/>
                </a:stretch>
              </p:blipFill>
              <p:spPr>
                <a:xfrm>
                  <a:off x="11356852" y="4884142"/>
                  <a:ext cx="225000" cy="1252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5" name="Ink 34">
                  <a:extLst>
                    <a:ext uri="{FF2B5EF4-FFF2-40B4-BE49-F238E27FC236}">
                      <a16:creationId xmlns:a16="http://schemas.microsoft.com/office/drawing/2014/main" id="{86F8E225-E0AD-E1C5-D12B-FD755EFC97D1}"/>
                    </a:ext>
                  </a:extLst>
                </p14:cNvPr>
                <p14:cNvContentPartPr/>
                <p14:nvPr/>
              </p14:nvContentPartPr>
              <p14:xfrm>
                <a:off x="11604892" y="4869742"/>
                <a:ext cx="34560" cy="122400"/>
              </p14:xfrm>
            </p:contentPart>
          </mc:Choice>
          <mc:Fallback xmlns="">
            <p:pic>
              <p:nvPicPr>
                <p:cNvPr id="35" name="Ink 34">
                  <a:extLst>
                    <a:ext uri="{FF2B5EF4-FFF2-40B4-BE49-F238E27FC236}">
                      <a16:creationId xmlns:a16="http://schemas.microsoft.com/office/drawing/2014/main" id="{86F8E225-E0AD-E1C5-D12B-FD755EFC97D1}"/>
                    </a:ext>
                  </a:extLst>
                </p:cNvPr>
                <p:cNvPicPr/>
                <p:nvPr/>
              </p:nvPicPr>
              <p:blipFill>
                <a:blip r:embed="rId60"/>
                <a:stretch>
                  <a:fillRect/>
                </a:stretch>
              </p:blipFill>
              <p:spPr>
                <a:xfrm>
                  <a:off x="11595892" y="4860742"/>
                  <a:ext cx="5220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6" name="Ink 35">
                  <a:extLst>
                    <a:ext uri="{FF2B5EF4-FFF2-40B4-BE49-F238E27FC236}">
                      <a16:creationId xmlns:a16="http://schemas.microsoft.com/office/drawing/2014/main" id="{FDB63374-BA9A-EF15-B193-AAE467F3986B}"/>
                    </a:ext>
                  </a:extLst>
                </p14:cNvPr>
                <p14:cNvContentPartPr/>
                <p14:nvPr/>
              </p14:nvContentPartPr>
              <p14:xfrm>
                <a:off x="11610292" y="4902862"/>
                <a:ext cx="143280" cy="86040"/>
              </p14:xfrm>
            </p:contentPart>
          </mc:Choice>
          <mc:Fallback xmlns="">
            <p:pic>
              <p:nvPicPr>
                <p:cNvPr id="36" name="Ink 35">
                  <a:extLst>
                    <a:ext uri="{FF2B5EF4-FFF2-40B4-BE49-F238E27FC236}">
                      <a16:creationId xmlns:a16="http://schemas.microsoft.com/office/drawing/2014/main" id="{FDB63374-BA9A-EF15-B193-AAE467F3986B}"/>
                    </a:ext>
                  </a:extLst>
                </p:cNvPr>
                <p:cNvPicPr/>
                <p:nvPr/>
              </p:nvPicPr>
              <p:blipFill>
                <a:blip r:embed="rId62"/>
                <a:stretch>
                  <a:fillRect/>
                </a:stretch>
              </p:blipFill>
              <p:spPr>
                <a:xfrm>
                  <a:off x="11601652" y="4894222"/>
                  <a:ext cx="160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7" name="Ink 36">
                  <a:extLst>
                    <a:ext uri="{FF2B5EF4-FFF2-40B4-BE49-F238E27FC236}">
                      <a16:creationId xmlns:a16="http://schemas.microsoft.com/office/drawing/2014/main" id="{8B2F83CF-EFA4-A412-E8E1-B46AFDBF7492}"/>
                    </a:ext>
                  </a:extLst>
                </p14:cNvPr>
                <p14:cNvContentPartPr/>
                <p14:nvPr/>
              </p14:nvContentPartPr>
              <p14:xfrm>
                <a:off x="11778412" y="4865062"/>
                <a:ext cx="164880" cy="108000"/>
              </p14:xfrm>
            </p:contentPart>
          </mc:Choice>
          <mc:Fallback xmlns="">
            <p:pic>
              <p:nvPicPr>
                <p:cNvPr id="37" name="Ink 36">
                  <a:extLst>
                    <a:ext uri="{FF2B5EF4-FFF2-40B4-BE49-F238E27FC236}">
                      <a16:creationId xmlns:a16="http://schemas.microsoft.com/office/drawing/2014/main" id="{8B2F83CF-EFA4-A412-E8E1-B46AFDBF7492}"/>
                    </a:ext>
                  </a:extLst>
                </p:cNvPr>
                <p:cNvPicPr/>
                <p:nvPr/>
              </p:nvPicPr>
              <p:blipFill>
                <a:blip r:embed="rId64"/>
                <a:stretch>
                  <a:fillRect/>
                </a:stretch>
              </p:blipFill>
              <p:spPr>
                <a:xfrm>
                  <a:off x="11769412" y="4856422"/>
                  <a:ext cx="18252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39" name="Ink 38">
                  <a:extLst>
                    <a:ext uri="{FF2B5EF4-FFF2-40B4-BE49-F238E27FC236}">
                      <a16:creationId xmlns:a16="http://schemas.microsoft.com/office/drawing/2014/main" id="{F1E2C8D1-7562-4257-8D08-23D1D545F212}"/>
                    </a:ext>
                  </a:extLst>
                </p14:cNvPr>
                <p14:cNvContentPartPr/>
                <p14:nvPr/>
              </p14:nvContentPartPr>
              <p14:xfrm>
                <a:off x="10511212" y="4162342"/>
                <a:ext cx="820080" cy="318960"/>
              </p14:xfrm>
            </p:contentPart>
          </mc:Choice>
          <mc:Fallback xmlns="">
            <p:pic>
              <p:nvPicPr>
                <p:cNvPr id="39" name="Ink 38">
                  <a:extLst>
                    <a:ext uri="{FF2B5EF4-FFF2-40B4-BE49-F238E27FC236}">
                      <a16:creationId xmlns:a16="http://schemas.microsoft.com/office/drawing/2014/main" id="{F1E2C8D1-7562-4257-8D08-23D1D545F212}"/>
                    </a:ext>
                  </a:extLst>
                </p:cNvPr>
                <p:cNvPicPr/>
                <p:nvPr/>
              </p:nvPicPr>
              <p:blipFill>
                <a:blip r:embed="rId66"/>
                <a:stretch>
                  <a:fillRect/>
                </a:stretch>
              </p:blipFill>
              <p:spPr>
                <a:xfrm>
                  <a:off x="10502212" y="4153342"/>
                  <a:ext cx="83772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0" name="Ink 39">
                  <a:extLst>
                    <a:ext uri="{FF2B5EF4-FFF2-40B4-BE49-F238E27FC236}">
                      <a16:creationId xmlns:a16="http://schemas.microsoft.com/office/drawing/2014/main" id="{F2EEBFFF-3007-FCCD-41C3-7D172B68AF7A}"/>
                    </a:ext>
                  </a:extLst>
                </p14:cNvPr>
                <p14:cNvContentPartPr/>
                <p14:nvPr/>
              </p14:nvContentPartPr>
              <p14:xfrm>
                <a:off x="10415812" y="4125622"/>
                <a:ext cx="228600" cy="169920"/>
              </p14:xfrm>
            </p:contentPart>
          </mc:Choice>
          <mc:Fallback xmlns="">
            <p:pic>
              <p:nvPicPr>
                <p:cNvPr id="40" name="Ink 39">
                  <a:extLst>
                    <a:ext uri="{FF2B5EF4-FFF2-40B4-BE49-F238E27FC236}">
                      <a16:creationId xmlns:a16="http://schemas.microsoft.com/office/drawing/2014/main" id="{F2EEBFFF-3007-FCCD-41C3-7D172B68AF7A}"/>
                    </a:ext>
                  </a:extLst>
                </p:cNvPr>
                <p:cNvPicPr/>
                <p:nvPr/>
              </p:nvPicPr>
              <p:blipFill>
                <a:blip r:embed="rId68"/>
                <a:stretch>
                  <a:fillRect/>
                </a:stretch>
              </p:blipFill>
              <p:spPr>
                <a:xfrm>
                  <a:off x="10407172" y="4116982"/>
                  <a:ext cx="246240" cy="187560"/>
                </a:xfrm>
                <a:prstGeom prst="rect">
                  <a:avLst/>
                </a:prstGeom>
              </p:spPr>
            </p:pic>
          </mc:Fallback>
        </mc:AlternateContent>
      </p:grpSp>
      <p:grpSp>
        <p:nvGrpSpPr>
          <p:cNvPr id="50" name="Group 49">
            <a:extLst>
              <a:ext uri="{FF2B5EF4-FFF2-40B4-BE49-F238E27FC236}">
                <a16:creationId xmlns:a16="http://schemas.microsoft.com/office/drawing/2014/main" id="{40913668-3B60-11D3-F361-A4586C70FC24}"/>
              </a:ext>
            </a:extLst>
          </p:cNvPr>
          <p:cNvGrpSpPr/>
          <p:nvPr/>
        </p:nvGrpSpPr>
        <p:grpSpPr>
          <a:xfrm>
            <a:off x="5689372" y="599782"/>
            <a:ext cx="3442320" cy="1030320"/>
            <a:chOff x="5689372" y="599782"/>
            <a:chExt cx="3442320" cy="1030320"/>
          </a:xfrm>
        </p:grpSpPr>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2814CE47-4894-FD69-A564-E3B10F2B7A22}"/>
                    </a:ext>
                  </a:extLst>
                </p14:cNvPr>
                <p14:cNvContentPartPr/>
                <p14:nvPr/>
              </p14:nvContentPartPr>
              <p14:xfrm>
                <a:off x="5689372" y="599782"/>
                <a:ext cx="3196440" cy="1029600"/>
              </p14:xfrm>
            </p:contentPart>
          </mc:Choice>
          <mc:Fallback xmlns="">
            <p:pic>
              <p:nvPicPr>
                <p:cNvPr id="42" name="Ink 41">
                  <a:extLst>
                    <a:ext uri="{FF2B5EF4-FFF2-40B4-BE49-F238E27FC236}">
                      <a16:creationId xmlns:a16="http://schemas.microsoft.com/office/drawing/2014/main" id="{2814CE47-4894-FD69-A564-E3B10F2B7A22}"/>
                    </a:ext>
                  </a:extLst>
                </p:cNvPr>
                <p:cNvPicPr/>
                <p:nvPr/>
              </p:nvPicPr>
              <p:blipFill>
                <a:blip r:embed="rId70"/>
                <a:stretch>
                  <a:fillRect/>
                </a:stretch>
              </p:blipFill>
              <p:spPr>
                <a:xfrm>
                  <a:off x="5680732" y="591142"/>
                  <a:ext cx="3214080" cy="104724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349CB86A-3EC2-A464-722E-846A5F8CBAF2}"/>
                    </a:ext>
                  </a:extLst>
                </p14:cNvPr>
                <p14:cNvContentPartPr/>
                <p14:nvPr/>
              </p14:nvContentPartPr>
              <p14:xfrm>
                <a:off x="8749372" y="1529302"/>
                <a:ext cx="139320" cy="100800"/>
              </p14:xfrm>
            </p:contentPart>
          </mc:Choice>
          <mc:Fallback xmlns="">
            <p:pic>
              <p:nvPicPr>
                <p:cNvPr id="43" name="Ink 42">
                  <a:extLst>
                    <a:ext uri="{FF2B5EF4-FFF2-40B4-BE49-F238E27FC236}">
                      <a16:creationId xmlns:a16="http://schemas.microsoft.com/office/drawing/2014/main" id="{349CB86A-3EC2-A464-722E-846A5F8CBAF2}"/>
                    </a:ext>
                  </a:extLst>
                </p:cNvPr>
                <p:cNvPicPr/>
                <p:nvPr/>
              </p:nvPicPr>
              <p:blipFill>
                <a:blip r:embed="rId72"/>
                <a:stretch>
                  <a:fillRect/>
                </a:stretch>
              </p:blipFill>
              <p:spPr>
                <a:xfrm>
                  <a:off x="8740732" y="1520662"/>
                  <a:ext cx="15696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5542EAAD-E29D-C20F-FFA4-DCB777BE71BD}"/>
                    </a:ext>
                  </a:extLst>
                </p14:cNvPr>
                <p14:cNvContentPartPr/>
                <p14:nvPr/>
              </p14:nvContentPartPr>
              <p14:xfrm>
                <a:off x="8420692" y="704542"/>
                <a:ext cx="176400" cy="266760"/>
              </p14:xfrm>
            </p:contentPart>
          </mc:Choice>
          <mc:Fallback xmlns="">
            <p:pic>
              <p:nvPicPr>
                <p:cNvPr id="44" name="Ink 43">
                  <a:extLst>
                    <a:ext uri="{FF2B5EF4-FFF2-40B4-BE49-F238E27FC236}">
                      <a16:creationId xmlns:a16="http://schemas.microsoft.com/office/drawing/2014/main" id="{5542EAAD-E29D-C20F-FFA4-DCB777BE71BD}"/>
                    </a:ext>
                  </a:extLst>
                </p:cNvPr>
                <p:cNvPicPr/>
                <p:nvPr/>
              </p:nvPicPr>
              <p:blipFill>
                <a:blip r:embed="rId74"/>
                <a:stretch>
                  <a:fillRect/>
                </a:stretch>
              </p:blipFill>
              <p:spPr>
                <a:xfrm>
                  <a:off x="8412052" y="695902"/>
                  <a:ext cx="19404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979CEA88-02A9-04A7-D4D9-E43EFF01B321}"/>
                    </a:ext>
                  </a:extLst>
                </p14:cNvPr>
                <p14:cNvContentPartPr/>
                <p14:nvPr/>
              </p14:nvContentPartPr>
              <p14:xfrm>
                <a:off x="8635252" y="853582"/>
                <a:ext cx="73080" cy="127440"/>
              </p14:xfrm>
            </p:contentPart>
          </mc:Choice>
          <mc:Fallback xmlns="">
            <p:pic>
              <p:nvPicPr>
                <p:cNvPr id="45" name="Ink 44">
                  <a:extLst>
                    <a:ext uri="{FF2B5EF4-FFF2-40B4-BE49-F238E27FC236}">
                      <a16:creationId xmlns:a16="http://schemas.microsoft.com/office/drawing/2014/main" id="{979CEA88-02A9-04A7-D4D9-E43EFF01B321}"/>
                    </a:ext>
                  </a:extLst>
                </p:cNvPr>
                <p:cNvPicPr/>
                <p:nvPr/>
              </p:nvPicPr>
              <p:blipFill>
                <a:blip r:embed="rId76"/>
                <a:stretch>
                  <a:fillRect/>
                </a:stretch>
              </p:blipFill>
              <p:spPr>
                <a:xfrm>
                  <a:off x="8626252" y="844582"/>
                  <a:ext cx="9072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33D44B21-8534-1813-17E7-C07F17B2094F}"/>
                    </a:ext>
                  </a:extLst>
                </p14:cNvPr>
                <p14:cNvContentPartPr/>
                <p14:nvPr/>
              </p14:nvContentPartPr>
              <p14:xfrm>
                <a:off x="8755852" y="867982"/>
                <a:ext cx="270000" cy="144360"/>
              </p14:xfrm>
            </p:contentPart>
          </mc:Choice>
          <mc:Fallback xmlns="">
            <p:pic>
              <p:nvPicPr>
                <p:cNvPr id="46" name="Ink 45">
                  <a:extLst>
                    <a:ext uri="{FF2B5EF4-FFF2-40B4-BE49-F238E27FC236}">
                      <a16:creationId xmlns:a16="http://schemas.microsoft.com/office/drawing/2014/main" id="{33D44B21-8534-1813-17E7-C07F17B2094F}"/>
                    </a:ext>
                  </a:extLst>
                </p:cNvPr>
                <p:cNvPicPr/>
                <p:nvPr/>
              </p:nvPicPr>
              <p:blipFill>
                <a:blip r:embed="rId78"/>
                <a:stretch>
                  <a:fillRect/>
                </a:stretch>
              </p:blipFill>
              <p:spPr>
                <a:xfrm>
                  <a:off x="8747212" y="858982"/>
                  <a:ext cx="287640" cy="1620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8" name="Ink 47">
                  <a:extLst>
                    <a:ext uri="{FF2B5EF4-FFF2-40B4-BE49-F238E27FC236}">
                      <a16:creationId xmlns:a16="http://schemas.microsoft.com/office/drawing/2014/main" id="{8CD74EE7-443B-6863-4BDB-311589BED2F0}"/>
                    </a:ext>
                  </a:extLst>
                </p14:cNvPr>
                <p14:cNvContentPartPr/>
                <p14:nvPr/>
              </p14:nvContentPartPr>
              <p14:xfrm>
                <a:off x="8999572" y="819022"/>
                <a:ext cx="21960" cy="15840"/>
              </p14:xfrm>
            </p:contentPart>
          </mc:Choice>
          <mc:Fallback xmlns="">
            <p:pic>
              <p:nvPicPr>
                <p:cNvPr id="48" name="Ink 47">
                  <a:extLst>
                    <a:ext uri="{FF2B5EF4-FFF2-40B4-BE49-F238E27FC236}">
                      <a16:creationId xmlns:a16="http://schemas.microsoft.com/office/drawing/2014/main" id="{8CD74EE7-443B-6863-4BDB-311589BED2F0}"/>
                    </a:ext>
                  </a:extLst>
                </p:cNvPr>
                <p:cNvPicPr/>
                <p:nvPr/>
              </p:nvPicPr>
              <p:blipFill>
                <a:blip r:embed="rId80"/>
                <a:stretch>
                  <a:fillRect/>
                </a:stretch>
              </p:blipFill>
              <p:spPr>
                <a:xfrm>
                  <a:off x="8990572" y="810382"/>
                  <a:ext cx="39600" cy="33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9" name="Ink 48">
                  <a:extLst>
                    <a:ext uri="{FF2B5EF4-FFF2-40B4-BE49-F238E27FC236}">
                      <a16:creationId xmlns:a16="http://schemas.microsoft.com/office/drawing/2014/main" id="{0FAA64F0-BB63-C850-3B79-05059A256742}"/>
                    </a:ext>
                  </a:extLst>
                </p14:cNvPr>
                <p14:cNvContentPartPr/>
                <p14:nvPr/>
              </p14:nvContentPartPr>
              <p14:xfrm>
                <a:off x="9004972" y="771502"/>
                <a:ext cx="126720" cy="308520"/>
              </p14:xfrm>
            </p:contentPart>
          </mc:Choice>
          <mc:Fallback xmlns="">
            <p:pic>
              <p:nvPicPr>
                <p:cNvPr id="49" name="Ink 48">
                  <a:extLst>
                    <a:ext uri="{FF2B5EF4-FFF2-40B4-BE49-F238E27FC236}">
                      <a16:creationId xmlns:a16="http://schemas.microsoft.com/office/drawing/2014/main" id="{0FAA64F0-BB63-C850-3B79-05059A256742}"/>
                    </a:ext>
                  </a:extLst>
                </p:cNvPr>
                <p:cNvPicPr/>
                <p:nvPr/>
              </p:nvPicPr>
              <p:blipFill>
                <a:blip r:embed="rId82"/>
                <a:stretch>
                  <a:fillRect/>
                </a:stretch>
              </p:blipFill>
              <p:spPr>
                <a:xfrm>
                  <a:off x="8996332" y="762502"/>
                  <a:ext cx="144360" cy="326160"/>
                </a:xfrm>
                <a:prstGeom prst="rect">
                  <a:avLst/>
                </a:prstGeom>
              </p:spPr>
            </p:pic>
          </mc:Fallback>
        </mc:AlternateContent>
      </p:grpSp>
      <p:grpSp>
        <p:nvGrpSpPr>
          <p:cNvPr id="57" name="Group 56">
            <a:extLst>
              <a:ext uri="{FF2B5EF4-FFF2-40B4-BE49-F238E27FC236}">
                <a16:creationId xmlns:a16="http://schemas.microsoft.com/office/drawing/2014/main" id="{A431A2D0-EAEE-96F1-1718-8956B0C6E4DF}"/>
              </a:ext>
            </a:extLst>
          </p:cNvPr>
          <p:cNvGrpSpPr/>
          <p:nvPr/>
        </p:nvGrpSpPr>
        <p:grpSpPr>
          <a:xfrm>
            <a:off x="9377212" y="2205742"/>
            <a:ext cx="1029240" cy="1154880"/>
            <a:chOff x="9377212" y="2205742"/>
            <a:chExt cx="1029240" cy="1154880"/>
          </a:xfrm>
        </p:grpSpPr>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EC803030-B70F-EFC1-A850-CEF91E87BBDD}"/>
                    </a:ext>
                  </a:extLst>
                </p14:cNvPr>
                <p14:cNvContentPartPr/>
                <p14:nvPr/>
              </p14:nvContentPartPr>
              <p14:xfrm>
                <a:off x="9377212" y="2205742"/>
                <a:ext cx="318960" cy="1058760"/>
              </p14:xfrm>
            </p:contentPart>
          </mc:Choice>
          <mc:Fallback xmlns="">
            <p:pic>
              <p:nvPicPr>
                <p:cNvPr id="51" name="Ink 50">
                  <a:extLst>
                    <a:ext uri="{FF2B5EF4-FFF2-40B4-BE49-F238E27FC236}">
                      <a16:creationId xmlns:a16="http://schemas.microsoft.com/office/drawing/2014/main" id="{EC803030-B70F-EFC1-A850-CEF91E87BBDD}"/>
                    </a:ext>
                  </a:extLst>
                </p:cNvPr>
                <p:cNvPicPr/>
                <p:nvPr/>
              </p:nvPicPr>
              <p:blipFill>
                <a:blip r:embed="rId84"/>
                <a:stretch>
                  <a:fillRect/>
                </a:stretch>
              </p:blipFill>
              <p:spPr>
                <a:xfrm>
                  <a:off x="9368212" y="2196742"/>
                  <a:ext cx="336600" cy="10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CF375DA3-2CD4-8DD6-38FE-E1796C5FF4CD}"/>
                    </a:ext>
                  </a:extLst>
                </p14:cNvPr>
                <p14:cNvContentPartPr/>
                <p14:nvPr/>
              </p14:nvContentPartPr>
              <p14:xfrm>
                <a:off x="9562612" y="3207262"/>
                <a:ext cx="167760" cy="153360"/>
              </p14:xfrm>
            </p:contentPart>
          </mc:Choice>
          <mc:Fallback xmlns="">
            <p:pic>
              <p:nvPicPr>
                <p:cNvPr id="52" name="Ink 51">
                  <a:extLst>
                    <a:ext uri="{FF2B5EF4-FFF2-40B4-BE49-F238E27FC236}">
                      <a16:creationId xmlns:a16="http://schemas.microsoft.com/office/drawing/2014/main" id="{CF375DA3-2CD4-8DD6-38FE-E1796C5FF4CD}"/>
                    </a:ext>
                  </a:extLst>
                </p:cNvPr>
                <p:cNvPicPr/>
                <p:nvPr/>
              </p:nvPicPr>
              <p:blipFill>
                <a:blip r:embed="rId86"/>
                <a:stretch>
                  <a:fillRect/>
                </a:stretch>
              </p:blipFill>
              <p:spPr>
                <a:xfrm>
                  <a:off x="9553612" y="3198622"/>
                  <a:ext cx="18540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922F998C-1FED-0ACD-BB94-EDC5609C9B39}"/>
                    </a:ext>
                  </a:extLst>
                </p14:cNvPr>
                <p14:cNvContentPartPr/>
                <p14:nvPr/>
              </p14:nvContentPartPr>
              <p14:xfrm>
                <a:off x="9857092" y="2631982"/>
                <a:ext cx="132480" cy="331920"/>
              </p14:xfrm>
            </p:contentPart>
          </mc:Choice>
          <mc:Fallback xmlns="">
            <p:pic>
              <p:nvPicPr>
                <p:cNvPr id="53" name="Ink 52">
                  <a:extLst>
                    <a:ext uri="{FF2B5EF4-FFF2-40B4-BE49-F238E27FC236}">
                      <a16:creationId xmlns:a16="http://schemas.microsoft.com/office/drawing/2014/main" id="{922F998C-1FED-0ACD-BB94-EDC5609C9B39}"/>
                    </a:ext>
                  </a:extLst>
                </p:cNvPr>
                <p:cNvPicPr/>
                <p:nvPr/>
              </p:nvPicPr>
              <p:blipFill>
                <a:blip r:embed="rId88"/>
                <a:stretch>
                  <a:fillRect/>
                </a:stretch>
              </p:blipFill>
              <p:spPr>
                <a:xfrm>
                  <a:off x="9848092" y="2622982"/>
                  <a:ext cx="150120" cy="349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D36064D5-CA27-81D2-3179-F79E0F6CDDA8}"/>
                    </a:ext>
                  </a:extLst>
                </p14:cNvPr>
                <p14:cNvContentPartPr/>
                <p14:nvPr/>
              </p14:nvContentPartPr>
              <p14:xfrm>
                <a:off x="10001812" y="2726662"/>
                <a:ext cx="112320" cy="188640"/>
              </p14:xfrm>
            </p:contentPart>
          </mc:Choice>
          <mc:Fallback xmlns="">
            <p:pic>
              <p:nvPicPr>
                <p:cNvPr id="54" name="Ink 53">
                  <a:extLst>
                    <a:ext uri="{FF2B5EF4-FFF2-40B4-BE49-F238E27FC236}">
                      <a16:creationId xmlns:a16="http://schemas.microsoft.com/office/drawing/2014/main" id="{D36064D5-CA27-81D2-3179-F79E0F6CDDA8}"/>
                    </a:ext>
                  </a:extLst>
                </p:cNvPr>
                <p:cNvPicPr/>
                <p:nvPr/>
              </p:nvPicPr>
              <p:blipFill>
                <a:blip r:embed="rId90"/>
                <a:stretch>
                  <a:fillRect/>
                </a:stretch>
              </p:blipFill>
              <p:spPr>
                <a:xfrm>
                  <a:off x="9992812" y="2717662"/>
                  <a:ext cx="129960" cy="2062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942CFC31-1ECE-3E21-971C-6CCDD02E695D}"/>
                    </a:ext>
                  </a:extLst>
                </p14:cNvPr>
                <p14:cNvContentPartPr/>
                <p14:nvPr/>
              </p14:nvContentPartPr>
              <p14:xfrm>
                <a:off x="10158412" y="2724502"/>
                <a:ext cx="72720" cy="185040"/>
              </p14:xfrm>
            </p:contentPart>
          </mc:Choice>
          <mc:Fallback xmlns="">
            <p:pic>
              <p:nvPicPr>
                <p:cNvPr id="55" name="Ink 54">
                  <a:extLst>
                    <a:ext uri="{FF2B5EF4-FFF2-40B4-BE49-F238E27FC236}">
                      <a16:creationId xmlns:a16="http://schemas.microsoft.com/office/drawing/2014/main" id="{942CFC31-1ECE-3E21-971C-6CCDD02E695D}"/>
                    </a:ext>
                  </a:extLst>
                </p:cNvPr>
                <p:cNvPicPr/>
                <p:nvPr/>
              </p:nvPicPr>
              <p:blipFill>
                <a:blip r:embed="rId92"/>
                <a:stretch>
                  <a:fillRect/>
                </a:stretch>
              </p:blipFill>
              <p:spPr>
                <a:xfrm>
                  <a:off x="10149412" y="2715502"/>
                  <a:ext cx="90360" cy="20268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9E3FA8E9-ADF6-29D4-FB3F-4ABA6C48A615}"/>
                    </a:ext>
                  </a:extLst>
                </p14:cNvPr>
                <p14:cNvContentPartPr/>
                <p14:nvPr/>
              </p14:nvContentPartPr>
              <p14:xfrm>
                <a:off x="10272892" y="2620822"/>
                <a:ext cx="133560" cy="277920"/>
              </p14:xfrm>
            </p:contentPart>
          </mc:Choice>
          <mc:Fallback xmlns="">
            <p:pic>
              <p:nvPicPr>
                <p:cNvPr id="56" name="Ink 55">
                  <a:extLst>
                    <a:ext uri="{FF2B5EF4-FFF2-40B4-BE49-F238E27FC236}">
                      <a16:creationId xmlns:a16="http://schemas.microsoft.com/office/drawing/2014/main" id="{9E3FA8E9-ADF6-29D4-FB3F-4ABA6C48A615}"/>
                    </a:ext>
                  </a:extLst>
                </p:cNvPr>
                <p:cNvPicPr/>
                <p:nvPr/>
              </p:nvPicPr>
              <p:blipFill>
                <a:blip r:embed="rId94"/>
                <a:stretch>
                  <a:fillRect/>
                </a:stretch>
              </p:blipFill>
              <p:spPr>
                <a:xfrm>
                  <a:off x="10264252" y="2612182"/>
                  <a:ext cx="151200" cy="295560"/>
                </a:xfrm>
                <a:prstGeom prst="rect">
                  <a:avLst/>
                </a:prstGeom>
              </p:spPr>
            </p:pic>
          </mc:Fallback>
        </mc:AlternateContent>
      </p:grpSp>
      <p:grpSp>
        <p:nvGrpSpPr>
          <p:cNvPr id="60" name="Group 59">
            <a:extLst>
              <a:ext uri="{FF2B5EF4-FFF2-40B4-BE49-F238E27FC236}">
                <a16:creationId xmlns:a16="http://schemas.microsoft.com/office/drawing/2014/main" id="{731FC510-5B15-C7DA-0867-456C08E5DE85}"/>
              </a:ext>
            </a:extLst>
          </p:cNvPr>
          <p:cNvGrpSpPr/>
          <p:nvPr/>
        </p:nvGrpSpPr>
        <p:grpSpPr>
          <a:xfrm>
            <a:off x="9837292" y="4068382"/>
            <a:ext cx="353160" cy="85320"/>
            <a:chOff x="9837292" y="4068382"/>
            <a:chExt cx="353160" cy="85320"/>
          </a:xfrm>
        </p:grpSpPr>
        <mc:AlternateContent xmlns:mc="http://schemas.openxmlformats.org/markup-compatibility/2006" xmlns:p14="http://schemas.microsoft.com/office/powerpoint/2010/main">
          <mc:Choice Requires="p14">
            <p:contentPart p14:bwMode="auto" r:id="rId95">
              <p14:nvContentPartPr>
                <p14:cNvPr id="58" name="Ink 57">
                  <a:extLst>
                    <a:ext uri="{FF2B5EF4-FFF2-40B4-BE49-F238E27FC236}">
                      <a16:creationId xmlns:a16="http://schemas.microsoft.com/office/drawing/2014/main" id="{D4DD89E8-4A3E-E557-A3DC-36F86FC997A1}"/>
                    </a:ext>
                  </a:extLst>
                </p14:cNvPr>
                <p14:cNvContentPartPr/>
                <p14:nvPr/>
              </p14:nvContentPartPr>
              <p14:xfrm>
                <a:off x="9837292" y="4068382"/>
                <a:ext cx="347040" cy="13320"/>
              </p14:xfrm>
            </p:contentPart>
          </mc:Choice>
          <mc:Fallback xmlns="">
            <p:pic>
              <p:nvPicPr>
                <p:cNvPr id="58" name="Ink 57">
                  <a:extLst>
                    <a:ext uri="{FF2B5EF4-FFF2-40B4-BE49-F238E27FC236}">
                      <a16:creationId xmlns:a16="http://schemas.microsoft.com/office/drawing/2014/main" id="{D4DD89E8-4A3E-E557-A3DC-36F86FC997A1}"/>
                    </a:ext>
                  </a:extLst>
                </p:cNvPr>
                <p:cNvPicPr/>
                <p:nvPr/>
              </p:nvPicPr>
              <p:blipFill>
                <a:blip r:embed="rId96"/>
                <a:stretch>
                  <a:fillRect/>
                </a:stretch>
              </p:blipFill>
              <p:spPr>
                <a:xfrm>
                  <a:off x="9828652" y="4059742"/>
                  <a:ext cx="36468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9" name="Ink 58">
                  <a:extLst>
                    <a:ext uri="{FF2B5EF4-FFF2-40B4-BE49-F238E27FC236}">
                      <a16:creationId xmlns:a16="http://schemas.microsoft.com/office/drawing/2014/main" id="{CBEF9B39-2498-AE7C-F6A4-9021276B880D}"/>
                    </a:ext>
                  </a:extLst>
                </p14:cNvPr>
                <p14:cNvContentPartPr/>
                <p14:nvPr/>
              </p14:nvContentPartPr>
              <p14:xfrm>
                <a:off x="9881572" y="4147942"/>
                <a:ext cx="308880" cy="5760"/>
              </p14:xfrm>
            </p:contentPart>
          </mc:Choice>
          <mc:Fallback xmlns="">
            <p:pic>
              <p:nvPicPr>
                <p:cNvPr id="59" name="Ink 58">
                  <a:extLst>
                    <a:ext uri="{FF2B5EF4-FFF2-40B4-BE49-F238E27FC236}">
                      <a16:creationId xmlns:a16="http://schemas.microsoft.com/office/drawing/2014/main" id="{CBEF9B39-2498-AE7C-F6A4-9021276B880D}"/>
                    </a:ext>
                  </a:extLst>
                </p:cNvPr>
                <p:cNvPicPr/>
                <p:nvPr/>
              </p:nvPicPr>
              <p:blipFill>
                <a:blip r:embed="rId98"/>
                <a:stretch>
                  <a:fillRect/>
                </a:stretch>
              </p:blipFill>
              <p:spPr>
                <a:xfrm>
                  <a:off x="9872572" y="4138942"/>
                  <a:ext cx="326520" cy="23400"/>
                </a:xfrm>
                <a:prstGeom prst="rect">
                  <a:avLst/>
                </a:prstGeom>
              </p:spPr>
            </p:pic>
          </mc:Fallback>
        </mc:AlternateContent>
      </p:grpSp>
    </p:spTree>
    <p:extLst>
      <p:ext uri="{BB962C8B-B14F-4D97-AF65-F5344CB8AC3E}">
        <p14:creationId xmlns:p14="http://schemas.microsoft.com/office/powerpoint/2010/main" val="3740633029"/>
      </p:ext>
    </p:extLst>
  </p:cSld>
  <p:clrMapOvr>
    <a:overrideClrMapping bg1="lt1" tx1="dk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solidFill>
                  <a:schemeClr val="accent1"/>
                </a:solidFill>
              </a:rPr>
              <a:t>Hands on: Continuous Integration</a:t>
            </a:r>
          </a:p>
        </p:txBody>
      </p:sp>
      <p:pic>
        <p:nvPicPr>
          <p:cNvPr id="3076" name="Picture 4" descr="What is CI/CD?">
            <a:extLst>
              <a:ext uri="{FF2B5EF4-FFF2-40B4-BE49-F238E27FC236}">
                <a16:creationId xmlns:a16="http://schemas.microsoft.com/office/drawing/2014/main" id="{B6624A5E-659B-6300-D3F6-A8B2C02FC8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143" y="1485290"/>
            <a:ext cx="9486881" cy="45407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164284"/>
      </p:ext>
    </p:extLst>
  </p:cSld>
  <p:clrMapOvr>
    <a:overrideClrMapping bg1="lt1" tx1="dk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idx="4294967295"/>
          </p:nvPr>
        </p:nvSpPr>
        <p:spPr>
          <a:xfrm>
            <a:off x="0" y="74613"/>
            <a:ext cx="10969625" cy="709612"/>
          </a:xfrm>
        </p:spPr>
        <p:txBody>
          <a:bodyPr/>
          <a:lstStyle/>
          <a:p>
            <a:r>
              <a:rPr lang="en-US" b="1" dirty="0">
                <a:solidFill>
                  <a:schemeClr val="tx1"/>
                </a:solidFill>
              </a:rPr>
              <a:t>BTP Cloud Transport Management</a:t>
            </a:r>
          </a:p>
        </p:txBody>
      </p:sp>
      <p:sp>
        <p:nvSpPr>
          <p:cNvPr id="4" name="TextBox 3">
            <a:extLst>
              <a:ext uri="{FF2B5EF4-FFF2-40B4-BE49-F238E27FC236}">
                <a16:creationId xmlns:a16="http://schemas.microsoft.com/office/drawing/2014/main" id="{0FB489AD-CEEC-BC34-2ACB-E705A5DF5CF8}"/>
              </a:ext>
            </a:extLst>
          </p:cNvPr>
          <p:cNvSpPr txBox="1"/>
          <p:nvPr/>
        </p:nvSpPr>
        <p:spPr>
          <a:xfrm>
            <a:off x="160869" y="909378"/>
            <a:ext cx="11734248" cy="2584650"/>
          </a:xfrm>
          <a:prstGeom prst="rect">
            <a:avLst/>
          </a:prstGeom>
          <a:noFill/>
        </p:spPr>
        <p:txBody>
          <a:bodyPr wrap="square">
            <a:spAutoFit/>
          </a:bodyPr>
          <a:lstStyle/>
          <a:p>
            <a:pPr marL="0" marR="0" lvl="0" indent="0" algn="l" defTabSz="1218621" rtl="0" eaLnBrk="1" fontAlgn="auto" latinLnBrk="0" hangingPunct="1">
              <a:lnSpc>
                <a:spcPct val="100000"/>
              </a:lnSpc>
              <a:spcBef>
                <a:spcPts val="0"/>
              </a:spcBef>
              <a:spcAft>
                <a:spcPts val="0"/>
              </a:spcAft>
              <a:buClr>
                <a:srgbClr val="000000"/>
              </a:buClr>
              <a:buSzTx/>
              <a:buFont typeface="Arial"/>
              <a:buNone/>
              <a:tabLst/>
              <a:defRPr/>
            </a:pPr>
            <a:r>
              <a:rPr kumimoji="0" lang="en-US" sz="1799" b="0" i="0" u="none" strike="noStrike" kern="0" cap="none" spc="0" normalizeH="0" baseline="0" noProof="0" dirty="0">
                <a:ln>
                  <a:noFill/>
                </a:ln>
                <a:solidFill>
                  <a:srgbClr val="75C042"/>
                </a:solidFill>
                <a:effectLst/>
                <a:uLnTx/>
                <a:uFillTx/>
                <a:latin typeface="72" panose="020B0503030000000003" pitchFamily="34" charset="0"/>
                <a:cs typeface="Arial"/>
                <a:sym typeface="Arial"/>
              </a:rPr>
              <a:t>SAP Cloud Transport Management service lets you manage software deliverables between accounts of different environments (such as Neo and Cloud Foundry), by transporting them across various runtimes. This includes application artifacts as well as their respective application-specific content.</a:t>
            </a:r>
          </a:p>
          <a:p>
            <a:pPr marL="0" marR="0" lvl="0" indent="0" algn="l" defTabSz="1218621" rtl="0" eaLnBrk="1" fontAlgn="auto" latinLnBrk="0" hangingPunct="1">
              <a:lnSpc>
                <a:spcPct val="100000"/>
              </a:lnSpc>
              <a:spcBef>
                <a:spcPts val="0"/>
              </a:spcBef>
              <a:spcAft>
                <a:spcPts val="0"/>
              </a:spcAft>
              <a:buClr>
                <a:srgbClr val="000000"/>
              </a:buClr>
              <a:buSzTx/>
              <a:buFont typeface="Arial"/>
              <a:buNone/>
              <a:tabLst/>
              <a:defRPr/>
            </a:pPr>
            <a:endParaRPr kumimoji="0" lang="en-US" sz="1799" b="0" i="0" u="none" strike="noStrike" kern="0" cap="none" spc="0" normalizeH="0" baseline="0" noProof="0" dirty="0">
              <a:ln>
                <a:noFill/>
              </a:ln>
              <a:solidFill>
                <a:srgbClr val="75C042"/>
              </a:solidFill>
              <a:effectLst/>
              <a:uLnTx/>
              <a:uFillTx/>
              <a:latin typeface="72" panose="020B0503030000000003" pitchFamily="34" charset="0"/>
              <a:cs typeface="Arial"/>
              <a:sym typeface="Arial"/>
            </a:endParaRPr>
          </a:p>
          <a:p>
            <a:pPr marL="0" marR="0" lvl="0" indent="0" algn="l" defTabSz="1218621" rtl="0" eaLnBrk="1" fontAlgn="auto" latinLnBrk="0" hangingPunct="1">
              <a:lnSpc>
                <a:spcPct val="100000"/>
              </a:lnSpc>
              <a:spcBef>
                <a:spcPts val="0"/>
              </a:spcBef>
              <a:spcAft>
                <a:spcPts val="0"/>
              </a:spcAft>
              <a:buClr>
                <a:srgbClr val="000000"/>
              </a:buClr>
              <a:buSzTx/>
              <a:buFont typeface="Arial"/>
              <a:buNone/>
              <a:tabLst/>
              <a:defRPr/>
            </a:pPr>
            <a:r>
              <a:rPr kumimoji="0" lang="en-US" sz="1799" b="0" i="0" u="none" strike="noStrike" kern="0" cap="none" spc="0" normalizeH="0" baseline="0" noProof="0" dirty="0">
                <a:ln>
                  <a:noFill/>
                </a:ln>
                <a:solidFill>
                  <a:srgbClr val="75C042"/>
                </a:solidFill>
                <a:effectLst/>
                <a:uLnTx/>
                <a:uFillTx/>
                <a:latin typeface="72" panose="020B0503030000000003" pitchFamily="34" charset="0"/>
                <a:cs typeface="Arial"/>
                <a:sym typeface="Arial"/>
              </a:rPr>
              <a:t>SAP Cloud Transport Management service adds transparency to the audit trail of changes so that you get information about who performed which changes in your production environment, and when they did it. At the same time, the service enables a separation of concerns: For example, a developer of an application or of SAP Cloud content artifacts can trigger the transport of changes in a development subaccount, while the resulting import into the test, and production subaccount is handled by a central operations team.</a:t>
            </a:r>
          </a:p>
        </p:txBody>
      </p:sp>
      <p:pic>
        <p:nvPicPr>
          <p:cNvPr id="2050" name="Picture 2">
            <a:extLst>
              <a:ext uri="{FF2B5EF4-FFF2-40B4-BE49-F238E27FC236}">
                <a16:creationId xmlns:a16="http://schemas.microsoft.com/office/drawing/2014/main" id="{8BE2A52D-ABCC-621B-75E1-4E49BDC937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4842" y="3760957"/>
            <a:ext cx="5385393" cy="27566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7393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2" end="2"/>
                                            </p:txEl>
                                          </p:spTgt>
                                        </p:tgtEl>
                                        <p:attrNameLst>
                                          <p:attrName>style.visibility</p:attrName>
                                        </p:attrNameLst>
                                      </p:cBhvr>
                                      <p:to>
                                        <p:strVal val="visible"/>
                                      </p:to>
                                    </p:set>
                                    <p:animEffect transition="in" filter="fade">
                                      <p:cBhvr>
                                        <p:cTn id="14" dur="1000"/>
                                        <p:tgtEl>
                                          <p:spTgt spid="4">
                                            <p:txEl>
                                              <p:pRg st="2" end="2"/>
                                            </p:txEl>
                                          </p:spTgt>
                                        </p:tgtEl>
                                      </p:cBhvr>
                                    </p:animEffect>
                                    <p:anim calcmode="lin" valueType="num">
                                      <p:cBhvr>
                                        <p:cTn id="15"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solidFill>
                  <a:schemeClr val="accent1"/>
                </a:solidFill>
              </a:rPr>
              <a:t>Hands on SAP BTP Cloud Transport</a:t>
            </a:r>
          </a:p>
        </p:txBody>
      </p:sp>
      <p:pic>
        <p:nvPicPr>
          <p:cNvPr id="4098" name="Picture 2" descr="Moving Freight into the Future: Cloud-Based TMS Systems">
            <a:extLst>
              <a:ext uri="{FF2B5EF4-FFF2-40B4-BE49-F238E27FC236}">
                <a16:creationId xmlns:a16="http://schemas.microsoft.com/office/drawing/2014/main" id="{C4B91D97-475C-72AE-FC63-629B325B95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8822" y="1125344"/>
            <a:ext cx="5233890" cy="5227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492234"/>
      </p:ext>
    </p:extLst>
  </p:cSld>
  <p:clrMapOvr>
    <a:overrideClrMapping bg1="lt1" tx1="dk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5"/>
        <p:cNvGrpSpPr/>
        <p:nvPr/>
      </p:nvGrpSpPr>
      <p:grpSpPr>
        <a:xfrm>
          <a:off x="0" y="0"/>
          <a:ext cx="0" cy="0"/>
          <a:chOff x="0" y="0"/>
          <a:chExt cx="0" cy="0"/>
        </a:xfrm>
      </p:grpSpPr>
      <p:sp>
        <p:nvSpPr>
          <p:cNvPr id="2018" name="Google Shape;2018;p12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Development Flow of Scenario</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
        <p:nvSpPr>
          <p:cNvPr id="3" name="TextBox 2">
            <a:extLst>
              <a:ext uri="{FF2B5EF4-FFF2-40B4-BE49-F238E27FC236}">
                <a16:creationId xmlns:a16="http://schemas.microsoft.com/office/drawing/2014/main" id="{F012BF6A-7401-14BB-5D16-7B9BB93FFC96}"/>
              </a:ext>
            </a:extLst>
          </p:cNvPr>
          <p:cNvSpPr txBox="1"/>
          <p:nvPr/>
        </p:nvSpPr>
        <p:spPr>
          <a:xfrm>
            <a:off x="191294" y="785526"/>
            <a:ext cx="11867740" cy="224676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475E75"/>
                </a:solidFill>
                <a:effectLst/>
                <a:uLnTx/>
                <a:uFillTx/>
                <a:latin typeface="72" panose="020B0503030000000003" pitchFamily="34" charset="0"/>
                <a:cs typeface="Arial"/>
                <a:sym typeface="Arial"/>
              </a:rPr>
              <a:t>With the 2102 release, the SAP BTP ABAP Environment opened up the door for analytics developments. The programming model follows the same “RAP” paradigm as in the transactional world: The entity model is implemented with CDS views that make use of additional analytical annotations that were now also released for the usage in the BTP ABAP Environment ("Steampunk”).</a:t>
            </a:r>
            <a:br>
              <a:rPr kumimoji="0" lang="en-US" sz="1400" b="0" i="0" u="none" strike="noStrike" kern="0" cap="none" spc="0" normalizeH="0" baseline="0" noProof="0" dirty="0">
                <a:ln>
                  <a:noFill/>
                </a:ln>
                <a:solidFill>
                  <a:srgbClr val="000000"/>
                </a:solidFill>
                <a:effectLst/>
                <a:uLnTx/>
                <a:uFillTx/>
                <a:latin typeface="Arial"/>
                <a:cs typeface="Arial"/>
                <a:sym typeface="Arial"/>
              </a:rPr>
            </a:br>
            <a:br>
              <a:rPr kumimoji="0" lang="en-US" sz="1400" b="0" i="0" u="none" strike="noStrike" kern="0" cap="none" spc="0" normalizeH="0" baseline="0" noProof="0" dirty="0">
                <a:ln>
                  <a:noFill/>
                </a:ln>
                <a:solidFill>
                  <a:srgbClr val="000000"/>
                </a:solidFill>
                <a:effectLst/>
                <a:uLnTx/>
                <a:uFillTx/>
                <a:latin typeface="Arial"/>
                <a:cs typeface="Arial"/>
                <a:sym typeface="Arial"/>
              </a:rPr>
            </a:br>
            <a:r>
              <a:rPr kumimoji="0" lang="en-US" sz="1400" b="0" i="0" u="none" strike="noStrike" kern="0" cap="none" spc="0" normalizeH="0" baseline="0" noProof="0" dirty="0">
                <a:ln>
                  <a:noFill/>
                </a:ln>
                <a:solidFill>
                  <a:srgbClr val="475E75"/>
                </a:solidFill>
                <a:effectLst/>
                <a:uLnTx/>
                <a:uFillTx/>
                <a:latin typeface="72" panose="020B0503030000000003" pitchFamily="34" charset="0"/>
                <a:cs typeface="Arial"/>
                <a:sym typeface="Arial"/>
              </a:rPr>
              <a:t>As there is no access to the analytical backend transactions nor to the analytical key user tools, an analytical preview was also introduced, so that a developer can test his developments directly in the ABAP Development Tools.</a:t>
            </a:r>
            <a:br>
              <a:rPr kumimoji="0" lang="en-US" sz="1400" b="0" i="0" u="none" strike="noStrike" kern="0" cap="none" spc="0" normalizeH="0" baseline="0" noProof="0" dirty="0">
                <a:ln>
                  <a:noFill/>
                </a:ln>
                <a:solidFill>
                  <a:srgbClr val="000000"/>
                </a:solidFill>
                <a:effectLst/>
                <a:uLnTx/>
                <a:uFillTx/>
                <a:latin typeface="Arial"/>
                <a:cs typeface="Arial"/>
                <a:sym typeface="Arial"/>
              </a:rPr>
            </a:br>
            <a:br>
              <a:rPr kumimoji="0" lang="en-US" sz="1400" b="0" i="0" u="none" strike="noStrike" kern="0" cap="none" spc="0" normalizeH="0" baseline="0" noProof="0" dirty="0">
                <a:ln>
                  <a:noFill/>
                </a:ln>
                <a:solidFill>
                  <a:srgbClr val="000000"/>
                </a:solidFill>
                <a:effectLst/>
                <a:uLnTx/>
                <a:uFillTx/>
                <a:latin typeface="Arial"/>
                <a:cs typeface="Arial"/>
                <a:sym typeface="Arial"/>
              </a:rPr>
            </a:br>
            <a:r>
              <a:rPr kumimoji="0" lang="en-US" sz="1400" b="0" i="0" u="none" strike="noStrike" kern="0" cap="none" spc="0" normalizeH="0" baseline="0" noProof="0" dirty="0">
                <a:ln>
                  <a:noFill/>
                </a:ln>
                <a:solidFill>
                  <a:srgbClr val="475E75"/>
                </a:solidFill>
                <a:effectLst/>
                <a:uLnTx/>
                <a:uFillTx/>
                <a:latin typeface="72" panose="020B0503030000000003" pitchFamily="34" charset="0"/>
                <a:cs typeface="Arial"/>
                <a:sym typeface="Arial"/>
              </a:rPr>
              <a:t>Another novelty is the introduction of an analytical service exposure. For an analytical service to be used as real time connection with a supported client (like e.g., SAP Analytics Cloud), the SAP Information Access protocol (</a:t>
            </a:r>
            <a:r>
              <a:rPr kumimoji="0" lang="en-US" sz="1400" b="0" i="0" u="none" strike="noStrike" kern="0" cap="none" spc="0" normalizeH="0" baseline="0" noProof="0" dirty="0" err="1">
                <a:ln>
                  <a:noFill/>
                </a:ln>
                <a:solidFill>
                  <a:srgbClr val="475E75"/>
                </a:solidFill>
                <a:effectLst/>
                <a:uLnTx/>
                <a:uFillTx/>
                <a:latin typeface="72" panose="020B0503030000000003" pitchFamily="34" charset="0"/>
                <a:cs typeface="Arial"/>
                <a:sym typeface="Arial"/>
              </a:rPr>
              <a:t>InA</a:t>
            </a:r>
            <a:r>
              <a:rPr kumimoji="0" lang="en-US" sz="1400" b="0" i="0" u="none" strike="noStrike" kern="0" cap="none" spc="0" normalizeH="0" baseline="0" noProof="0" dirty="0">
                <a:ln>
                  <a:noFill/>
                </a:ln>
                <a:solidFill>
                  <a:srgbClr val="475E75"/>
                </a:solidFill>
                <a:effectLst/>
                <a:uLnTx/>
                <a:uFillTx/>
                <a:latin typeface="72" panose="020B0503030000000003" pitchFamily="34" charset="0"/>
                <a:cs typeface="Arial"/>
                <a:sym typeface="Arial"/>
              </a:rPr>
              <a:t>) is required whereas transactional services rely on the OData protocol.</a:t>
            </a:r>
            <a:endParaRPr kumimoji="0" lang="en-IN" sz="1400" b="0" i="0" u="none" strike="noStrike" kern="0" cap="none" spc="0" normalizeH="0" baseline="0" noProof="0" dirty="0">
              <a:ln>
                <a:noFill/>
              </a:ln>
              <a:solidFill>
                <a:srgbClr val="000000"/>
              </a:solidFill>
              <a:effectLst/>
              <a:uLnTx/>
              <a:uFillTx/>
              <a:latin typeface="Arial"/>
              <a:cs typeface="Arial"/>
              <a:sym typeface="Arial"/>
            </a:endParaRPr>
          </a:p>
        </p:txBody>
      </p:sp>
      <p:pic>
        <p:nvPicPr>
          <p:cNvPr id="3074" name="Picture 2">
            <a:extLst>
              <a:ext uri="{FF2B5EF4-FFF2-40B4-BE49-F238E27FC236}">
                <a16:creationId xmlns:a16="http://schemas.microsoft.com/office/drawing/2014/main" id="{2AE675FC-13D1-8F2B-9883-EE79A0F0DB1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87445" y="2947502"/>
            <a:ext cx="6439407" cy="355098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15"/>
        <p:cNvGrpSpPr/>
        <p:nvPr/>
      </p:nvGrpSpPr>
      <p:grpSpPr>
        <a:xfrm>
          <a:off x="0" y="0"/>
          <a:ext cx="0" cy="0"/>
          <a:chOff x="0" y="0"/>
          <a:chExt cx="0" cy="0"/>
        </a:xfrm>
      </p:grpSpPr>
      <p:sp>
        <p:nvSpPr>
          <p:cNvPr id="2017" name="Google Shape;2017;p120"/>
          <p:cNvSpPr txBox="1"/>
          <p:nvPr/>
        </p:nvSpPr>
        <p:spPr>
          <a:xfrm>
            <a:off x="224979" y="788088"/>
            <a:ext cx="11806237" cy="4770496"/>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An Analytical List Page (ALP) is a SAP Fiori element that allows users to analyze data and take action on it. It's a key component of SAP Fiori embedded analytics. </a:t>
            </a: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endParaRPr kumimoji="0" lang="en-US" sz="16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Here are some things you can do with an ALP: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6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Analyze data: Use KPIs, charts, tables, and visual filters to analyze data from different perspectives</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Investigate root causes: Drill down to find root causes</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Act on transactional content: Take action on transactional content</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Build apps: Create apps that visualize and report data</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Combine data: Combine transactional and analytical data using charts and tables </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endParaRPr kumimoji="0" lang="en-US" sz="16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ALPs have a flexible layout that can be customized in a number of ways, including: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6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Sorting: Sort the work list</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Page layout: Set page layout preferences</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Filters: Set filters and save filter selections</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Default views: Set default views </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endParaRPr kumimoji="0" lang="en-US" sz="16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2060"/>
                </a:solidFill>
                <a:effectLst/>
                <a:uLnTx/>
                <a:uFillTx/>
                <a:latin typeface="Google Sans"/>
                <a:cs typeface="Arial"/>
                <a:sym typeface="Arial"/>
              </a:rPr>
              <a:t>ALPs are organized into two sections: a header section for setting filters, and a content section for displaying charts and lists. </a:t>
            </a:r>
          </a:p>
        </p:txBody>
      </p:sp>
      <p:sp>
        <p:nvSpPr>
          <p:cNvPr id="2018" name="Google Shape;2018;p12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ALP Analytic List Page</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5"/>
        <p:cNvGrpSpPr/>
        <p:nvPr/>
      </p:nvGrpSpPr>
      <p:grpSpPr>
        <a:xfrm>
          <a:off x="0" y="0"/>
          <a:ext cx="0" cy="0"/>
          <a:chOff x="0" y="0"/>
          <a:chExt cx="0" cy="0"/>
        </a:xfrm>
      </p:grpSpPr>
      <p:sp>
        <p:nvSpPr>
          <p:cNvPr id="2018" name="Google Shape;2018;p12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ALP</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1026" name="Picture 2">
            <a:extLst>
              <a:ext uri="{FF2B5EF4-FFF2-40B4-BE49-F238E27FC236}">
                <a16:creationId xmlns:a16="http://schemas.microsoft.com/office/drawing/2014/main" id="{B3ECA6DD-C9AA-4D18-5138-18DA1E2947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1858" y="1091258"/>
            <a:ext cx="9296752" cy="523283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726DCFE-A299-214C-83D3-37EFD4A32849}"/>
              </a:ext>
            </a:extLst>
          </p:cNvPr>
          <p:cNvSpPr/>
          <p:nvPr/>
        </p:nvSpPr>
        <p:spPr>
          <a:xfrm>
            <a:off x="668923" y="5645960"/>
            <a:ext cx="2098825" cy="478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a:t>
            </a:r>
            <a:r>
              <a:rPr kumimoji="0" lang="en-IN" sz="2000" b="0" i="0" u="none" strike="noStrike" kern="0" cap="none" spc="0" normalizeH="0" baseline="0" noProof="0" dirty="0" err="1">
                <a:ln>
                  <a:noFill/>
                </a:ln>
                <a:solidFill>
                  <a:srgbClr val="FFFFFF"/>
                </a:solidFill>
                <a:effectLst/>
                <a:uLnTx/>
                <a:uFillTx/>
                <a:latin typeface="Arial"/>
                <a:ea typeface="+mn-ea"/>
                <a:cs typeface="+mn-cs"/>
                <a:sym typeface="Arial"/>
              </a:rPr>
              <a:t>dmo</a:t>
            </a: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/travel</a:t>
            </a:r>
          </a:p>
        </p:txBody>
      </p:sp>
      <p:sp>
        <p:nvSpPr>
          <p:cNvPr id="5" name="Rectangle 4">
            <a:extLst>
              <a:ext uri="{FF2B5EF4-FFF2-40B4-BE49-F238E27FC236}">
                <a16:creationId xmlns:a16="http://schemas.microsoft.com/office/drawing/2014/main" id="{1CFA9A34-2F9E-3D1A-B95D-9967A7EA86D5}"/>
              </a:ext>
            </a:extLst>
          </p:cNvPr>
          <p:cNvSpPr/>
          <p:nvPr/>
        </p:nvSpPr>
        <p:spPr>
          <a:xfrm>
            <a:off x="2978959" y="5652095"/>
            <a:ext cx="2098825" cy="478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a:t>
            </a:r>
            <a:r>
              <a:rPr kumimoji="0" lang="en-IN" sz="2000" b="0" i="0" u="none" strike="noStrike" kern="0" cap="none" spc="0" normalizeH="0" baseline="0" noProof="0" dirty="0" err="1">
                <a:ln>
                  <a:noFill/>
                </a:ln>
                <a:solidFill>
                  <a:srgbClr val="FFFFFF"/>
                </a:solidFill>
                <a:effectLst/>
                <a:uLnTx/>
                <a:uFillTx/>
                <a:latin typeface="Arial"/>
                <a:ea typeface="+mn-ea"/>
                <a:cs typeface="+mn-cs"/>
                <a:sym typeface="Arial"/>
              </a:rPr>
              <a:t>dmo</a:t>
            </a: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/customer</a:t>
            </a:r>
          </a:p>
        </p:txBody>
      </p:sp>
      <p:sp>
        <p:nvSpPr>
          <p:cNvPr id="6" name="Rectangle 5">
            <a:extLst>
              <a:ext uri="{FF2B5EF4-FFF2-40B4-BE49-F238E27FC236}">
                <a16:creationId xmlns:a16="http://schemas.microsoft.com/office/drawing/2014/main" id="{425CF9B7-4623-B659-C880-7D28DB523C28}"/>
              </a:ext>
            </a:extLst>
          </p:cNvPr>
          <p:cNvSpPr/>
          <p:nvPr/>
        </p:nvSpPr>
        <p:spPr>
          <a:xfrm>
            <a:off x="5355479" y="5645959"/>
            <a:ext cx="2098825" cy="478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a:t>
            </a:r>
            <a:r>
              <a:rPr kumimoji="0" lang="en-IN" sz="2000" b="0" i="0" u="none" strike="noStrike" kern="0" cap="none" spc="0" normalizeH="0" baseline="0" noProof="0" dirty="0" err="1">
                <a:ln>
                  <a:noFill/>
                </a:ln>
                <a:solidFill>
                  <a:srgbClr val="FFFFFF"/>
                </a:solidFill>
                <a:effectLst/>
                <a:uLnTx/>
                <a:uFillTx/>
                <a:latin typeface="Arial"/>
                <a:ea typeface="+mn-ea"/>
                <a:cs typeface="+mn-cs"/>
                <a:sym typeface="Arial"/>
              </a:rPr>
              <a:t>dmo</a:t>
            </a:r>
            <a:r>
              <a:rPr kumimoji="0" lang="en-IN" sz="2000" b="0" i="0" u="none" strike="noStrike" kern="0" cap="none" spc="0" normalizeH="0" baseline="0" noProof="0" dirty="0">
                <a:ln>
                  <a:noFill/>
                </a:ln>
                <a:solidFill>
                  <a:srgbClr val="FFFFFF"/>
                </a:solidFill>
                <a:effectLst/>
                <a:uLnTx/>
                <a:uFillTx/>
                <a:latin typeface="Arial"/>
                <a:ea typeface="+mn-ea"/>
                <a:cs typeface="+mn-cs"/>
                <a:sym typeface="Arial"/>
              </a:rPr>
              <a:t>/agency</a:t>
            </a:r>
          </a:p>
        </p:txBody>
      </p:sp>
      <p:sp>
        <p:nvSpPr>
          <p:cNvPr id="7" name="Rectangle: Rounded Corners 6">
            <a:extLst>
              <a:ext uri="{FF2B5EF4-FFF2-40B4-BE49-F238E27FC236}">
                <a16:creationId xmlns:a16="http://schemas.microsoft.com/office/drawing/2014/main" id="{CF469AFE-46D8-DFBD-69D9-63F346687E60}"/>
              </a:ext>
            </a:extLst>
          </p:cNvPr>
          <p:cNvSpPr/>
          <p:nvPr/>
        </p:nvSpPr>
        <p:spPr>
          <a:xfrm>
            <a:off x="2610744" y="4443125"/>
            <a:ext cx="2835254" cy="56459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Travel Analytics CDS entity</a:t>
            </a:r>
          </a:p>
        </p:txBody>
      </p:sp>
      <p:cxnSp>
        <p:nvCxnSpPr>
          <p:cNvPr id="9" name="Connector: Elbow 8">
            <a:extLst>
              <a:ext uri="{FF2B5EF4-FFF2-40B4-BE49-F238E27FC236}">
                <a16:creationId xmlns:a16="http://schemas.microsoft.com/office/drawing/2014/main" id="{6DDDF214-0553-CF7C-796A-3AF9D4A2FF34}"/>
              </a:ext>
            </a:extLst>
          </p:cNvPr>
          <p:cNvCxnSpPr>
            <a:stCxn id="4" idx="0"/>
            <a:endCxn id="7" idx="2"/>
          </p:cNvCxnSpPr>
          <p:nvPr/>
        </p:nvCxnSpPr>
        <p:spPr>
          <a:xfrm rot="5400000" flipH="1" flipV="1">
            <a:off x="2554234" y="4171824"/>
            <a:ext cx="638239" cy="231003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A709E6F-C837-3761-8EB8-6349D54F6262}"/>
              </a:ext>
            </a:extLst>
          </p:cNvPr>
          <p:cNvCxnSpPr>
            <a:stCxn id="5" idx="0"/>
            <a:endCxn id="7" idx="2"/>
          </p:cNvCxnSpPr>
          <p:nvPr/>
        </p:nvCxnSpPr>
        <p:spPr>
          <a:xfrm flipH="1" flipV="1">
            <a:off x="4028371" y="5007721"/>
            <a:ext cx="1" cy="644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77F54002-69AE-E107-2C0D-165C17C493DF}"/>
              </a:ext>
            </a:extLst>
          </p:cNvPr>
          <p:cNvCxnSpPr>
            <a:stCxn id="6" idx="0"/>
            <a:endCxn id="7" idx="2"/>
          </p:cNvCxnSpPr>
          <p:nvPr/>
        </p:nvCxnSpPr>
        <p:spPr>
          <a:xfrm rot="16200000" flipV="1">
            <a:off x="4897513" y="4138579"/>
            <a:ext cx="638238" cy="23765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0F1DDDE-0A0C-3FD1-CCEC-BC5C47264188}"/>
              </a:ext>
            </a:extLst>
          </p:cNvPr>
          <p:cNvSpPr/>
          <p:nvPr/>
        </p:nvSpPr>
        <p:spPr>
          <a:xfrm>
            <a:off x="6683098" y="3295522"/>
            <a:ext cx="3534862" cy="478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Booking Analytics CDS entity</a:t>
            </a:r>
          </a:p>
        </p:txBody>
      </p:sp>
      <p:cxnSp>
        <p:nvCxnSpPr>
          <p:cNvPr id="20" name="Connector: Elbow 19">
            <a:extLst>
              <a:ext uri="{FF2B5EF4-FFF2-40B4-BE49-F238E27FC236}">
                <a16:creationId xmlns:a16="http://schemas.microsoft.com/office/drawing/2014/main" id="{9EB1C5E7-F0B7-A374-A505-428C1BC5C55B}"/>
              </a:ext>
            </a:extLst>
          </p:cNvPr>
          <p:cNvCxnSpPr>
            <a:stCxn id="7" idx="0"/>
            <a:endCxn id="18" idx="1"/>
          </p:cNvCxnSpPr>
          <p:nvPr/>
        </p:nvCxnSpPr>
        <p:spPr>
          <a:xfrm rot="5400000" flipH="1" flipV="1">
            <a:off x="4901603" y="2661631"/>
            <a:ext cx="908263" cy="2654727"/>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Rounded Corners 20">
            <a:extLst>
              <a:ext uri="{FF2B5EF4-FFF2-40B4-BE49-F238E27FC236}">
                <a16:creationId xmlns:a16="http://schemas.microsoft.com/office/drawing/2014/main" id="{78732D77-B5CA-4945-4DE4-7046FF3813FD}"/>
              </a:ext>
            </a:extLst>
          </p:cNvPr>
          <p:cNvSpPr/>
          <p:nvPr/>
        </p:nvSpPr>
        <p:spPr>
          <a:xfrm>
            <a:off x="7683415" y="4854298"/>
            <a:ext cx="2376522" cy="4786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Carrier</a:t>
            </a:r>
          </a:p>
        </p:txBody>
      </p:sp>
      <p:sp>
        <p:nvSpPr>
          <p:cNvPr id="22" name="Rectangle: Rounded Corners 21">
            <a:extLst>
              <a:ext uri="{FF2B5EF4-FFF2-40B4-BE49-F238E27FC236}">
                <a16:creationId xmlns:a16="http://schemas.microsoft.com/office/drawing/2014/main" id="{A527693E-E90B-C579-88F8-ABDD58FF421A}"/>
              </a:ext>
            </a:extLst>
          </p:cNvPr>
          <p:cNvSpPr/>
          <p:nvPr/>
        </p:nvSpPr>
        <p:spPr>
          <a:xfrm>
            <a:off x="10279989" y="4860434"/>
            <a:ext cx="1908836" cy="4786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Connection</a:t>
            </a:r>
          </a:p>
        </p:txBody>
      </p:sp>
      <p:cxnSp>
        <p:nvCxnSpPr>
          <p:cNvPr id="24" name="Connector: Elbow 23">
            <a:extLst>
              <a:ext uri="{FF2B5EF4-FFF2-40B4-BE49-F238E27FC236}">
                <a16:creationId xmlns:a16="http://schemas.microsoft.com/office/drawing/2014/main" id="{A0A517D9-3725-2D28-7CAE-306A9926C2D0}"/>
              </a:ext>
            </a:extLst>
          </p:cNvPr>
          <p:cNvCxnSpPr>
            <a:endCxn id="18" idx="2"/>
          </p:cNvCxnSpPr>
          <p:nvPr/>
        </p:nvCxnSpPr>
        <p:spPr>
          <a:xfrm rot="16200000" flipV="1">
            <a:off x="8180505" y="4044226"/>
            <a:ext cx="1080097" cy="54004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FEE43906-144B-46E3-369D-C5471255983F}"/>
              </a:ext>
            </a:extLst>
          </p:cNvPr>
          <p:cNvCxnSpPr>
            <a:stCxn id="22" idx="0"/>
            <a:endCxn id="18" idx="2"/>
          </p:cNvCxnSpPr>
          <p:nvPr/>
        </p:nvCxnSpPr>
        <p:spPr>
          <a:xfrm rot="16200000" flipV="1">
            <a:off x="9299352" y="2925379"/>
            <a:ext cx="1086233" cy="278387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Rounded Corners 26">
            <a:extLst>
              <a:ext uri="{FF2B5EF4-FFF2-40B4-BE49-F238E27FC236}">
                <a16:creationId xmlns:a16="http://schemas.microsoft.com/office/drawing/2014/main" id="{C0A553AC-5958-D6A6-60BB-81F331449148}"/>
              </a:ext>
            </a:extLst>
          </p:cNvPr>
          <p:cNvSpPr/>
          <p:nvPr/>
        </p:nvSpPr>
        <p:spPr>
          <a:xfrm>
            <a:off x="8990578" y="5571294"/>
            <a:ext cx="2376522" cy="4786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Bookings</a:t>
            </a:r>
          </a:p>
        </p:txBody>
      </p:sp>
      <p:cxnSp>
        <p:nvCxnSpPr>
          <p:cNvPr id="29" name="Connector: Elbow 28">
            <a:extLst>
              <a:ext uri="{FF2B5EF4-FFF2-40B4-BE49-F238E27FC236}">
                <a16:creationId xmlns:a16="http://schemas.microsoft.com/office/drawing/2014/main" id="{8F2953A3-E756-243E-EA16-754C644D6D5C}"/>
              </a:ext>
            </a:extLst>
          </p:cNvPr>
          <p:cNvCxnSpPr>
            <a:stCxn id="27" idx="0"/>
            <a:endCxn id="18" idx="2"/>
          </p:cNvCxnSpPr>
          <p:nvPr/>
        </p:nvCxnSpPr>
        <p:spPr>
          <a:xfrm rot="16200000" flipV="1">
            <a:off x="8416138" y="3808593"/>
            <a:ext cx="1797093" cy="172831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Rounded Corners 31">
            <a:extLst>
              <a:ext uri="{FF2B5EF4-FFF2-40B4-BE49-F238E27FC236}">
                <a16:creationId xmlns:a16="http://schemas.microsoft.com/office/drawing/2014/main" id="{F55EFFC7-F1AF-2AD9-4752-1EC09AC74693}"/>
              </a:ext>
            </a:extLst>
          </p:cNvPr>
          <p:cNvSpPr/>
          <p:nvPr/>
        </p:nvSpPr>
        <p:spPr>
          <a:xfrm>
            <a:off x="6461146" y="2301341"/>
            <a:ext cx="3978765" cy="50936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400" b="0" i="0" u="none" strike="noStrike" kern="0" cap="none" spc="0" normalizeH="0" baseline="0" noProof="0" dirty="0">
                <a:ln>
                  <a:noFill/>
                </a:ln>
                <a:solidFill>
                  <a:srgbClr val="FFFFFF"/>
                </a:solidFill>
                <a:effectLst/>
                <a:uLnTx/>
                <a:uFillTx/>
                <a:latin typeface="Arial"/>
                <a:ea typeface="+mn-ea"/>
                <a:cs typeface="+mn-cs"/>
                <a:sym typeface="Arial"/>
              </a:rPr>
              <a:t>Booking Consumption Analytics View</a:t>
            </a:r>
          </a:p>
        </p:txBody>
      </p:sp>
      <p:cxnSp>
        <p:nvCxnSpPr>
          <p:cNvPr id="34" name="Straight Arrow Connector 33">
            <a:extLst>
              <a:ext uri="{FF2B5EF4-FFF2-40B4-BE49-F238E27FC236}">
                <a16:creationId xmlns:a16="http://schemas.microsoft.com/office/drawing/2014/main" id="{5762A165-860D-21FB-FAA8-BDB700B947A8}"/>
              </a:ext>
            </a:extLst>
          </p:cNvPr>
          <p:cNvCxnSpPr>
            <a:stCxn id="18" idx="0"/>
            <a:endCxn id="32" idx="2"/>
          </p:cNvCxnSpPr>
          <p:nvPr/>
        </p:nvCxnSpPr>
        <p:spPr>
          <a:xfrm flipV="1">
            <a:off x="8450529" y="2810707"/>
            <a:ext cx="0" cy="4848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7327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15"/>
        <p:cNvGrpSpPr/>
        <p:nvPr/>
      </p:nvGrpSpPr>
      <p:grpSpPr>
        <a:xfrm>
          <a:off x="0" y="0"/>
          <a:ext cx="0" cy="0"/>
          <a:chOff x="0" y="0"/>
          <a:chExt cx="0" cy="0"/>
        </a:xfrm>
      </p:grpSpPr>
      <p:sp>
        <p:nvSpPr>
          <p:cNvPr id="2017" name="Google Shape;2017;p120"/>
          <p:cNvSpPr txBox="1"/>
          <p:nvPr/>
        </p:nvSpPr>
        <p:spPr>
          <a:xfrm>
            <a:off x="224979" y="788088"/>
            <a:ext cx="11806237" cy="557071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The Overview Page (OVP) in SAP is a data-driven app that provides users with a single page of information based on their role or domain. It helps users focus on important tasks by allowing them to quickly view, filter, and react to information. </a:t>
            </a: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endParaRPr kumimoji="0" lang="en-US" sz="18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Here are some things to know about the OVP: </a:t>
            </a: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endParaRPr kumimoji="0" lang="en-US" sz="18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Structure</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The OVP has a header area and a content area. The content area displays cards that can contain charts, lists, tables, or text. </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Cards</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endParaRPr kumimoji="0" lang="en-US" sz="18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The OVP supports both standard and custom cards. Standard cards are entry-level views of the most relevant app data for a given topic or issue. Custom cards allow you to define the appearance and content of a card. </a:t>
            </a: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endParaRPr kumimoji="0" lang="en-US" sz="18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List cards</a:t>
            </a:r>
          </a:p>
          <a:p>
            <a:pPr marL="0" marR="0" lvl="0" indent="0" algn="l" defTabSz="914400" rtl="0" eaLnBrk="1" fontAlgn="ctr"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The OVP supports three types of list cards: list card, bar chart list card, and link list card. </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Flavors</a:t>
            </a:r>
          </a:p>
          <a:p>
            <a:pPr marL="0" marR="0" lvl="0" indent="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endParaRPr kumimoji="0" lang="en-US" sz="1800" b="0" i="0" u="none" strike="noStrike" kern="0" cap="none" spc="0" normalizeH="0" baseline="0" noProof="0" dirty="0">
              <a:ln>
                <a:noFill/>
              </a:ln>
              <a:solidFill>
                <a:srgbClr val="002060"/>
              </a:solidFill>
              <a:effectLst/>
              <a:uLnTx/>
              <a:uFillTx/>
              <a:latin typeface="Google Sans"/>
              <a:cs typeface="Arial"/>
              <a:sym typeface="Arial"/>
            </a:endParaRPr>
          </a:p>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2060"/>
                </a:solidFill>
                <a:effectLst/>
                <a:uLnTx/>
                <a:uFillTx/>
                <a:latin typeface="Google Sans"/>
                <a:cs typeface="Arial"/>
                <a:sym typeface="Arial"/>
              </a:rPr>
              <a:t>List cards can have two types of flavors: standard and bar. Standard flavor cards display items as numbers and text, while bar flavor cards display items as a combination of numbers, text, and a bar.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br>
              <a:rPr kumimoji="0" lang="en-US" sz="1800" b="0" i="0" u="none" strike="noStrike" kern="0" cap="none" spc="0" normalizeH="0" baseline="0" noProof="0" dirty="0">
                <a:ln>
                  <a:noFill/>
                </a:ln>
                <a:solidFill>
                  <a:srgbClr val="002060"/>
                </a:solidFill>
                <a:effectLst/>
                <a:uLnTx/>
                <a:uFillTx/>
                <a:latin typeface="Google Sans"/>
                <a:cs typeface="Arial"/>
                <a:sym typeface="Arial"/>
              </a:rPr>
            </a:br>
            <a:endParaRPr kumimoji="0" lang="en-US" sz="1400" b="0" i="0" u="none" strike="noStrike" kern="0" cap="none" spc="0" normalizeH="0" baseline="0" noProof="0" dirty="0">
              <a:ln>
                <a:noFill/>
              </a:ln>
              <a:solidFill>
                <a:srgbClr val="002060"/>
              </a:solidFill>
              <a:effectLst/>
              <a:uLnTx/>
              <a:uFillTx/>
              <a:latin typeface="Google Sans"/>
              <a:cs typeface="Arial"/>
              <a:sym typeface="Arial"/>
            </a:endParaRPr>
          </a:p>
        </p:txBody>
      </p:sp>
      <p:sp>
        <p:nvSpPr>
          <p:cNvPr id="2018" name="Google Shape;2018;p12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OVP – Overview pages</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301704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15"/>
        <p:cNvGrpSpPr/>
        <p:nvPr/>
      </p:nvGrpSpPr>
      <p:grpSpPr>
        <a:xfrm>
          <a:off x="0" y="0"/>
          <a:ext cx="0" cy="0"/>
          <a:chOff x="0" y="0"/>
          <a:chExt cx="0" cy="0"/>
        </a:xfrm>
      </p:grpSpPr>
      <p:sp>
        <p:nvSpPr>
          <p:cNvPr id="2018" name="Google Shape;2018;p120"/>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rPr>
              <a:t>OVP</a:t>
            </a:r>
            <a:endParaRPr kumimoji="0" sz="3599" b="0" i="0" u="none" strike="noStrike" kern="0" cap="none" spc="0" normalizeH="0" baseline="0" noProof="0" dirty="0">
              <a:ln>
                <a:noFill/>
              </a:ln>
              <a:solidFill>
                <a:srgbClr val="FFC000"/>
              </a:solidFill>
              <a:effectLst/>
              <a:uLnTx/>
              <a:uFillTx/>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2050" name="Picture 2">
            <a:extLst>
              <a:ext uri="{FF2B5EF4-FFF2-40B4-BE49-F238E27FC236}">
                <a16:creationId xmlns:a16="http://schemas.microsoft.com/office/drawing/2014/main" id="{A5D72657-9D4D-24EF-A5D4-513288174A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1294" y="838444"/>
            <a:ext cx="10161844" cy="5724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89040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18"/>
        <p:cNvGrpSpPr/>
        <p:nvPr/>
      </p:nvGrpSpPr>
      <p:grpSpPr>
        <a:xfrm>
          <a:off x="0" y="0"/>
          <a:ext cx="0" cy="0"/>
          <a:chOff x="0" y="0"/>
          <a:chExt cx="0" cy="0"/>
        </a:xfrm>
      </p:grpSpPr>
      <p:sp>
        <p:nvSpPr>
          <p:cNvPr id="1820" name="Google Shape;1820;p103"/>
          <p:cNvSpPr txBox="1"/>
          <p:nvPr/>
        </p:nvSpPr>
        <p:spPr>
          <a:xfrm>
            <a:off x="224979" y="1115640"/>
            <a:ext cx="11806237"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Imagine in our company we had written all the business logic in the past </a:t>
            </a:r>
            <a:r>
              <a:rPr lang="en-US" sz="1800" dirty="0" err="1">
                <a:solidFill>
                  <a:schemeClr val="dk1"/>
                </a:solidFill>
                <a:latin typeface="Calibri"/>
                <a:ea typeface="Calibri"/>
                <a:cs typeface="Calibri"/>
                <a:sym typeface="Calibri"/>
              </a:rPr>
              <a:t>ourself</a:t>
            </a:r>
            <a:r>
              <a:rPr lang="en-US" sz="1800" dirty="0">
                <a:solidFill>
                  <a:schemeClr val="dk1"/>
                </a:solidFill>
                <a:latin typeface="Calibri"/>
                <a:ea typeface="Calibri"/>
                <a:cs typeface="Calibri"/>
                <a:sym typeface="Calibri"/>
              </a:rPr>
              <a:t> in form of FM, Classes. Today we want to reuse our old code which has the business logic, validation, sequence, processing, along with transaction buffer. So if you want to manage all these codes yourself and integrate your legacy (old code written by you or your team), you will opt for unmanaged (here RAP is not managing the CURD operation) scenario.</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SAP is providing a demo class for learning purpose viz. </a:t>
            </a:r>
            <a:r>
              <a:rPr lang="en-US" sz="1800" dirty="0">
                <a:solidFill>
                  <a:srgbClr val="000000"/>
                </a:solidFill>
                <a:highlight>
                  <a:srgbClr val="F0D8A8"/>
                </a:highlight>
                <a:latin typeface="Arial"/>
                <a:ea typeface="Arial"/>
                <a:cs typeface="Arial"/>
                <a:sym typeface="Arial"/>
              </a:rPr>
              <a:t>/</a:t>
            </a:r>
            <a:r>
              <a:rPr lang="en-US" sz="1800" dirty="0" err="1">
                <a:solidFill>
                  <a:srgbClr val="000000"/>
                </a:solidFill>
                <a:highlight>
                  <a:srgbClr val="F0D8A8"/>
                </a:highlight>
                <a:latin typeface="Arial"/>
                <a:ea typeface="Arial"/>
                <a:cs typeface="Arial"/>
                <a:sym typeface="Arial"/>
              </a:rPr>
              <a:t>dmo</a:t>
            </a:r>
            <a:r>
              <a:rPr lang="en-US" sz="1800" dirty="0">
                <a:solidFill>
                  <a:srgbClr val="000000"/>
                </a:solidFill>
                <a:highlight>
                  <a:srgbClr val="F0D8A8"/>
                </a:highlight>
                <a:latin typeface="Arial"/>
                <a:ea typeface="Arial"/>
                <a:cs typeface="Arial"/>
                <a:sym typeface="Arial"/>
              </a:rPr>
              <a:t>/</a:t>
            </a:r>
            <a:r>
              <a:rPr lang="en-US" sz="1800" dirty="0" err="1">
                <a:solidFill>
                  <a:srgbClr val="000000"/>
                </a:solidFill>
                <a:highlight>
                  <a:srgbClr val="F0D8A8"/>
                </a:highlight>
                <a:latin typeface="Arial"/>
                <a:ea typeface="Arial"/>
                <a:cs typeface="Arial"/>
                <a:sym typeface="Arial"/>
              </a:rPr>
              <a:t>cl_flight_legacy</a:t>
            </a:r>
            <a:endParaRPr sz="1800" dirty="0">
              <a:solidFill>
                <a:srgbClr val="000000"/>
              </a:solidFill>
              <a:highlight>
                <a:srgbClr val="F0D8A8"/>
              </a:highlight>
              <a:latin typeface="Arial"/>
              <a:ea typeface="Arial"/>
              <a:cs typeface="Arial"/>
              <a:sym typeface="Arial"/>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In this class we have our own old logic which contains the transaction buffer and business logic to maintain all the source code to interact with database </a:t>
            </a:r>
            <a:r>
              <a:rPr lang="en-US" sz="1800" dirty="0" err="1">
                <a:solidFill>
                  <a:schemeClr val="dk1"/>
                </a:solidFill>
                <a:latin typeface="Calibri"/>
                <a:ea typeface="Calibri"/>
                <a:cs typeface="Calibri"/>
                <a:sym typeface="Calibri"/>
              </a:rPr>
              <a:t>ourself</a:t>
            </a:r>
            <a:r>
              <a:rPr lang="en-US" sz="1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The RAP framework allows us to implement the entire runtime of the BO</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Interaction Phase (code to interact and keep data inside </a:t>
            </a:r>
            <a:r>
              <a:rPr lang="en-US" sz="1800" dirty="0" err="1">
                <a:solidFill>
                  <a:schemeClr val="dk1"/>
                </a:solidFill>
                <a:latin typeface="Calibri"/>
                <a:ea typeface="Calibri"/>
                <a:cs typeface="Calibri"/>
                <a:sym typeface="Calibri"/>
              </a:rPr>
              <a:t>itab</a:t>
            </a:r>
            <a:r>
              <a:rPr lang="en-US" sz="1800" dirty="0">
                <a:solidFill>
                  <a:schemeClr val="dk1"/>
                </a:solidFill>
                <a:latin typeface="Calibri"/>
                <a:ea typeface="Calibri"/>
                <a:cs typeface="Calibri"/>
                <a:sym typeface="Calibri"/>
              </a:rPr>
              <a:t>)</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Transaction Buffer (like a internal table where we keep temporary data)</a:t>
            </a:r>
            <a:endParaRPr dirty="0"/>
          </a:p>
          <a:p>
            <a:pPr marL="285750" marR="0" lvl="0" indent="-285750" algn="l" rtl="0">
              <a:spcBef>
                <a:spcPts val="0"/>
              </a:spcBef>
              <a:spcAft>
                <a:spcPts val="0"/>
              </a:spcAft>
              <a:buClr>
                <a:schemeClr val="dk1"/>
              </a:buClr>
              <a:buSzPts val="1800"/>
              <a:buFont typeface="Arial"/>
              <a:buChar char="•"/>
            </a:pPr>
            <a:r>
              <a:rPr lang="en-US" sz="1800" dirty="0">
                <a:solidFill>
                  <a:schemeClr val="dk1"/>
                </a:solidFill>
                <a:latin typeface="Calibri"/>
                <a:ea typeface="Calibri"/>
                <a:cs typeface="Calibri"/>
                <a:sym typeface="Calibri"/>
              </a:rPr>
              <a:t>Save Sequence (Commit work and Rollback)</a:t>
            </a:r>
            <a:endParaRPr dirty="0"/>
          </a:p>
        </p:txBody>
      </p:sp>
      <p:sp>
        <p:nvSpPr>
          <p:cNvPr id="1821" name="Google Shape;1821;p103"/>
          <p:cNvSpPr txBox="1"/>
          <p:nvPr/>
        </p:nvSpPr>
        <p:spPr>
          <a:xfrm>
            <a:off x="224979" y="178329"/>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Reference Scenario – Unmanaged </a:t>
            </a:r>
            <a:r>
              <a:rPr lang="en-US" sz="3599" dirty="0" err="1">
                <a:solidFill>
                  <a:srgbClr val="FFC000"/>
                </a:solidFill>
                <a:latin typeface="Cooper Black" panose="0208090404030B020404" pitchFamily="18" charset="0"/>
                <a:ea typeface="Corben"/>
                <a:cs typeface="Corben"/>
                <a:sym typeface="Corben"/>
              </a:rPr>
              <a:t>Impl</a:t>
            </a:r>
            <a:r>
              <a:rPr lang="en-US" sz="3599" dirty="0">
                <a:solidFill>
                  <a:srgbClr val="FFC000"/>
                </a:solidFill>
                <a:latin typeface="Cooper Black" panose="0208090404030B020404" pitchFamily="18" charset="0"/>
                <a:ea typeface="Corben"/>
                <a:cs typeface="Corben"/>
                <a:sym typeface="Corben"/>
              </a:rPr>
              <a:t>.</a:t>
            </a:r>
            <a:endParaRPr sz="3599" dirty="0">
              <a:solidFill>
                <a:srgbClr val="FFC000"/>
              </a:solidFill>
              <a:latin typeface="Cooper Black" panose="0208090404030B020404" pitchFamily="18" charset="0"/>
              <a:ea typeface="Corben"/>
              <a:cs typeface="Corben"/>
              <a:sym typeface="Corben"/>
            </a:endParaRPr>
          </a:p>
        </p:txBody>
      </p:sp>
      <p:sp>
        <p:nvSpPr>
          <p:cNvPr id="1824" name="Google Shape;1824;p103"/>
          <p:cNvSpPr/>
          <p:nvPr/>
        </p:nvSpPr>
        <p:spPr>
          <a:xfrm>
            <a:off x="1845940" y="4491487"/>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UPDATE_BAPI</a:t>
            </a:r>
            <a:endParaRPr/>
          </a:p>
          <a:p>
            <a:pPr marL="0" marR="0" lvl="0" indent="0" algn="ctr" rtl="0">
              <a:spcBef>
                <a:spcPts val="0"/>
              </a:spcBef>
              <a:spcAft>
                <a:spcPts val="0"/>
              </a:spcAft>
              <a:buNone/>
            </a:pPr>
            <a:r>
              <a:rPr lang="en-US" sz="2400">
                <a:solidFill>
                  <a:schemeClr val="lt1"/>
                </a:solidFill>
                <a:latin typeface="Calibri"/>
                <a:ea typeface="Calibri"/>
                <a:cs typeface="Calibri"/>
                <a:sym typeface="Calibri"/>
              </a:rPr>
              <a:t>(LUW)</a:t>
            </a:r>
            <a:endParaRPr/>
          </a:p>
        </p:txBody>
      </p:sp>
      <p:sp>
        <p:nvSpPr>
          <p:cNvPr id="1825" name="Google Shape;1825;p103"/>
          <p:cNvSpPr/>
          <p:nvPr/>
        </p:nvSpPr>
        <p:spPr>
          <a:xfrm>
            <a:off x="1125860" y="4644176"/>
            <a:ext cx="576064" cy="504056"/>
          </a:xfrm>
          <a:prstGeom prst="rightArrow">
            <a:avLst>
              <a:gd name="adj1" fmla="val 50000"/>
              <a:gd name="adj2" fmla="val 50000"/>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26" name="Google Shape;1826;p103"/>
          <p:cNvSpPr/>
          <p:nvPr/>
        </p:nvSpPr>
        <p:spPr>
          <a:xfrm>
            <a:off x="6022404" y="4932208"/>
            <a:ext cx="1152128" cy="576064"/>
          </a:xfrm>
          <a:prstGeom prst="flowChartMagneticDisk">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cxnSp>
        <p:nvCxnSpPr>
          <p:cNvPr id="1827" name="Google Shape;1827;p103"/>
          <p:cNvCxnSpPr>
            <a:endCxn id="1826" idx="2"/>
          </p:cNvCxnSpPr>
          <p:nvPr/>
        </p:nvCxnSpPr>
        <p:spPr>
          <a:xfrm>
            <a:off x="4726404" y="4788240"/>
            <a:ext cx="1296000" cy="432000"/>
          </a:xfrm>
          <a:prstGeom prst="straightConnector1">
            <a:avLst/>
          </a:prstGeom>
          <a:noFill/>
          <a:ln w="9525" cap="flat" cmpd="sng">
            <a:solidFill>
              <a:schemeClr val="accent1"/>
            </a:solidFill>
            <a:prstDash val="solid"/>
            <a:miter lim="800000"/>
            <a:headEnd type="none" w="sm" len="sm"/>
            <a:tailEnd type="triangle" w="med" len="med"/>
          </a:ln>
        </p:spPr>
      </p:cxnSp>
      <p:sp>
        <p:nvSpPr>
          <p:cNvPr id="1828" name="Google Shape;1828;p103"/>
          <p:cNvSpPr/>
          <p:nvPr/>
        </p:nvSpPr>
        <p:spPr>
          <a:xfrm>
            <a:off x="400608" y="5695912"/>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BAPI_TR_COMMIT</a:t>
            </a:r>
            <a:endParaRPr/>
          </a:p>
        </p:txBody>
      </p:sp>
      <p:sp>
        <p:nvSpPr>
          <p:cNvPr id="1829" name="Google Shape;1829;p103"/>
          <p:cNvSpPr/>
          <p:nvPr/>
        </p:nvSpPr>
        <p:spPr>
          <a:xfrm>
            <a:off x="3621560" y="5701411"/>
            <a:ext cx="2952328"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BAPI_TR_ROLLBACK</a:t>
            </a:r>
            <a:endParaRPr/>
          </a:p>
        </p:txBody>
      </p:sp>
      <p:cxnSp>
        <p:nvCxnSpPr>
          <p:cNvPr id="1830" name="Google Shape;1830;p103"/>
          <p:cNvCxnSpPr>
            <a:stCxn id="1828" idx="2"/>
            <a:endCxn id="1826" idx="4"/>
          </p:cNvCxnSpPr>
          <p:nvPr/>
        </p:nvCxnSpPr>
        <p:spPr>
          <a:xfrm rot="-5400000">
            <a:off x="3891722" y="3205250"/>
            <a:ext cx="1267800" cy="5297700"/>
          </a:xfrm>
          <a:prstGeom prst="bentConnector4">
            <a:avLst>
              <a:gd name="adj1" fmla="val -18031"/>
              <a:gd name="adj2" fmla="val 104316"/>
            </a:avLst>
          </a:prstGeom>
          <a:noFill/>
          <a:ln w="9525" cap="flat" cmpd="sng">
            <a:solidFill>
              <a:schemeClr val="accent1"/>
            </a:solidFill>
            <a:prstDash val="solid"/>
            <a:miter lim="800000"/>
            <a:headEnd type="none" w="sm" len="sm"/>
            <a:tailEnd type="triangle" w="med" len="med"/>
          </a:ln>
        </p:spPr>
      </p:cxnSp>
      <p:cxnSp>
        <p:nvCxnSpPr>
          <p:cNvPr id="1831" name="Google Shape;1831;p103"/>
          <p:cNvCxnSpPr>
            <a:stCxn id="1829" idx="2"/>
            <a:endCxn id="1826" idx="4"/>
          </p:cNvCxnSpPr>
          <p:nvPr/>
        </p:nvCxnSpPr>
        <p:spPr>
          <a:xfrm rot="-5400000">
            <a:off x="5499574" y="4818449"/>
            <a:ext cx="1273200" cy="2076900"/>
          </a:xfrm>
          <a:prstGeom prst="bentConnector4">
            <a:avLst>
              <a:gd name="adj1" fmla="val -17955"/>
              <a:gd name="adj2" fmla="val 111002"/>
            </a:avLst>
          </a:prstGeom>
          <a:noFill/>
          <a:ln w="9525" cap="flat" cmpd="sng">
            <a:solidFill>
              <a:schemeClr val="accent1"/>
            </a:solidFill>
            <a:prstDash val="solid"/>
            <a:miter lim="800000"/>
            <a:headEnd type="none" w="sm" len="sm"/>
            <a:tailEnd type="triangle" w="med" len="med"/>
          </a:ln>
        </p:spPr>
      </p:cxn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35"/>
        <p:cNvGrpSpPr/>
        <p:nvPr/>
      </p:nvGrpSpPr>
      <p:grpSpPr>
        <a:xfrm>
          <a:off x="0" y="0"/>
          <a:ext cx="0" cy="0"/>
          <a:chOff x="0" y="0"/>
          <a:chExt cx="0" cy="0"/>
        </a:xfrm>
      </p:grpSpPr>
      <p:sp>
        <p:nvSpPr>
          <p:cNvPr id="1836" name="Google Shape;1836;p104"/>
          <p:cNvSpPr/>
          <p:nvPr/>
        </p:nvSpPr>
        <p:spPr>
          <a:xfrm>
            <a:off x="1197868" y="2708920"/>
            <a:ext cx="3060338" cy="1944216"/>
          </a:xfrm>
          <a:prstGeom prst="rect">
            <a:avLst/>
          </a:prstGeom>
          <a:solidFill>
            <a:schemeClr val="accent4"/>
          </a:solidFill>
          <a:ln w="12700" cap="flat" cmpd="sng">
            <a:solidFill>
              <a:srgbClr val="6B51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38" name="Google Shape;1838;p104"/>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a:t>
            </a:r>
            <a:endParaRPr sz="3599" dirty="0">
              <a:solidFill>
                <a:srgbClr val="FFC000"/>
              </a:solidFill>
              <a:latin typeface="Cooper Black" panose="0208090404030B020404" pitchFamily="18" charset="0"/>
              <a:ea typeface="Corben"/>
              <a:cs typeface="Corben"/>
              <a:sym typeface="Corben"/>
            </a:endParaRPr>
          </a:p>
        </p:txBody>
      </p:sp>
      <p:sp>
        <p:nvSpPr>
          <p:cNvPr id="1841" name="Google Shape;1841;p104"/>
          <p:cNvSpPr/>
          <p:nvPr/>
        </p:nvSpPr>
        <p:spPr>
          <a:xfrm>
            <a:off x="639805" y="5174087"/>
            <a:ext cx="2088232"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Agency</a:t>
            </a:r>
            <a:endParaRPr/>
          </a:p>
        </p:txBody>
      </p:sp>
      <p:sp>
        <p:nvSpPr>
          <p:cNvPr id="1842" name="Google Shape;1842;p104"/>
          <p:cNvSpPr/>
          <p:nvPr/>
        </p:nvSpPr>
        <p:spPr>
          <a:xfrm>
            <a:off x="3502124" y="5174087"/>
            <a:ext cx="2088232" cy="792088"/>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Customer</a:t>
            </a:r>
            <a:endParaRPr dirty="0"/>
          </a:p>
        </p:txBody>
      </p:sp>
      <p:sp>
        <p:nvSpPr>
          <p:cNvPr id="1843" name="Google Shape;1843;p104"/>
          <p:cNvSpPr/>
          <p:nvPr/>
        </p:nvSpPr>
        <p:spPr>
          <a:xfrm>
            <a:off x="909836" y="6283631"/>
            <a:ext cx="1512168"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agency</a:t>
            </a:r>
            <a:endParaRPr dirty="0"/>
          </a:p>
        </p:txBody>
      </p:sp>
      <p:sp>
        <p:nvSpPr>
          <p:cNvPr id="1844" name="Google Shape;1844;p104"/>
          <p:cNvSpPr/>
          <p:nvPr/>
        </p:nvSpPr>
        <p:spPr>
          <a:xfrm>
            <a:off x="3790156" y="6283631"/>
            <a:ext cx="1512168"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customer</a:t>
            </a:r>
            <a:endParaRPr dirty="0"/>
          </a:p>
        </p:txBody>
      </p:sp>
      <p:sp>
        <p:nvSpPr>
          <p:cNvPr id="1845" name="Google Shape;1845;p104"/>
          <p:cNvSpPr/>
          <p:nvPr/>
        </p:nvSpPr>
        <p:spPr>
          <a:xfrm>
            <a:off x="6670476" y="6263796"/>
            <a:ext cx="2150306" cy="325740"/>
          </a:xfrm>
          <a:prstGeom prst="ellipse">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a:t>
            </a:r>
            <a:r>
              <a:rPr lang="en-US" sz="1600" dirty="0" err="1">
                <a:solidFill>
                  <a:schemeClr val="lt1"/>
                </a:solidFill>
                <a:latin typeface="Calibri"/>
                <a:ea typeface="Calibri"/>
                <a:cs typeface="Calibri"/>
                <a:sym typeface="Calibri"/>
              </a:rPr>
              <a:t>dmo</a:t>
            </a:r>
            <a:r>
              <a:rPr lang="en-US" sz="1600" dirty="0">
                <a:solidFill>
                  <a:schemeClr val="lt1"/>
                </a:solidFill>
                <a:latin typeface="Calibri"/>
                <a:ea typeface="Calibri"/>
                <a:cs typeface="Calibri"/>
                <a:sym typeface="Calibri"/>
              </a:rPr>
              <a:t>/travel</a:t>
            </a:r>
            <a:endParaRPr dirty="0"/>
          </a:p>
        </p:txBody>
      </p:sp>
      <p:sp>
        <p:nvSpPr>
          <p:cNvPr id="1846" name="Google Shape;1846;p104"/>
          <p:cNvSpPr/>
          <p:nvPr/>
        </p:nvSpPr>
        <p:spPr>
          <a:xfrm>
            <a:off x="4745504" y="4004882"/>
            <a:ext cx="2088232" cy="520471"/>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err="1">
                <a:solidFill>
                  <a:schemeClr val="lt1"/>
                </a:solidFill>
                <a:latin typeface="Calibri"/>
                <a:ea typeface="Calibri"/>
                <a:cs typeface="Calibri"/>
                <a:sym typeface="Calibri"/>
              </a:rPr>
              <a:t>Travel_U</a:t>
            </a:r>
            <a:endParaRPr sz="2400" dirty="0">
              <a:solidFill>
                <a:schemeClr val="lt1"/>
              </a:solidFill>
              <a:latin typeface="Calibri"/>
              <a:ea typeface="Calibri"/>
              <a:cs typeface="Calibri"/>
              <a:sym typeface="Calibri"/>
            </a:endParaRPr>
          </a:p>
        </p:txBody>
      </p:sp>
      <p:cxnSp>
        <p:nvCxnSpPr>
          <p:cNvPr id="1847" name="Google Shape;1847;p104"/>
          <p:cNvCxnSpPr>
            <a:stCxn id="1844" idx="0"/>
            <a:endCxn id="1842" idx="2"/>
          </p:cNvCxnSpPr>
          <p:nvPr/>
        </p:nvCxnSpPr>
        <p:spPr>
          <a:xfrm rot="10800000">
            <a:off x="4546240" y="5966231"/>
            <a:ext cx="0" cy="317400"/>
          </a:xfrm>
          <a:prstGeom prst="straightConnector1">
            <a:avLst/>
          </a:prstGeom>
          <a:noFill/>
          <a:ln w="9525" cap="flat" cmpd="sng">
            <a:solidFill>
              <a:schemeClr val="accent1"/>
            </a:solidFill>
            <a:prstDash val="solid"/>
            <a:miter lim="800000"/>
            <a:headEnd type="none" w="sm" len="sm"/>
            <a:tailEnd type="triangle" w="med" len="med"/>
          </a:ln>
        </p:spPr>
      </p:cxnSp>
      <p:cxnSp>
        <p:nvCxnSpPr>
          <p:cNvPr id="1848" name="Google Shape;1848;p104"/>
          <p:cNvCxnSpPr>
            <a:stCxn id="1843" idx="0"/>
            <a:endCxn id="1841" idx="2"/>
          </p:cNvCxnSpPr>
          <p:nvPr/>
        </p:nvCxnSpPr>
        <p:spPr>
          <a:xfrm flipV="1">
            <a:off x="1665920" y="5966175"/>
            <a:ext cx="18001" cy="317456"/>
          </a:xfrm>
          <a:prstGeom prst="straightConnector1">
            <a:avLst/>
          </a:prstGeom>
          <a:noFill/>
          <a:ln w="9525" cap="flat" cmpd="sng">
            <a:solidFill>
              <a:schemeClr val="accent1"/>
            </a:solidFill>
            <a:prstDash val="solid"/>
            <a:miter lim="800000"/>
            <a:headEnd type="none" w="sm" len="sm"/>
            <a:tailEnd type="triangle" w="med" len="med"/>
          </a:ln>
        </p:spPr>
      </p:cxnSp>
      <p:cxnSp>
        <p:nvCxnSpPr>
          <p:cNvPr id="1849" name="Google Shape;1849;p104"/>
          <p:cNvCxnSpPr>
            <a:stCxn id="1842" idx="0"/>
            <a:endCxn id="1846" idx="2"/>
          </p:cNvCxnSpPr>
          <p:nvPr/>
        </p:nvCxnSpPr>
        <p:spPr>
          <a:xfrm rot="-5400000">
            <a:off x="4843690" y="4228037"/>
            <a:ext cx="648600" cy="1243500"/>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cxnSp>
        <p:nvCxnSpPr>
          <p:cNvPr id="1850" name="Google Shape;1850;p104"/>
          <p:cNvCxnSpPr>
            <a:stCxn id="1841" idx="0"/>
            <a:endCxn id="1846" idx="2"/>
          </p:cNvCxnSpPr>
          <p:nvPr/>
        </p:nvCxnSpPr>
        <p:spPr>
          <a:xfrm rot="5400000" flipH="1" flipV="1">
            <a:off x="3412403" y="2796871"/>
            <a:ext cx="648734" cy="4105699"/>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cxnSp>
        <p:nvCxnSpPr>
          <p:cNvPr id="1851" name="Google Shape;1851;p104"/>
          <p:cNvCxnSpPr>
            <a:stCxn id="1845" idx="0"/>
          </p:cNvCxnSpPr>
          <p:nvPr/>
        </p:nvCxnSpPr>
        <p:spPr>
          <a:xfrm rot="10800000">
            <a:off x="6204829" y="4509096"/>
            <a:ext cx="1540800" cy="1754700"/>
          </a:xfrm>
          <a:prstGeom prst="straightConnector1">
            <a:avLst/>
          </a:prstGeom>
          <a:noFill/>
          <a:ln w="9525" cap="flat" cmpd="sng">
            <a:solidFill>
              <a:schemeClr val="accent1"/>
            </a:solidFill>
            <a:prstDash val="solid"/>
            <a:miter lim="800000"/>
            <a:headEnd type="none" w="sm" len="sm"/>
            <a:tailEnd type="triangle" w="med" len="med"/>
          </a:ln>
        </p:spPr>
      </p:cxnSp>
      <p:sp>
        <p:nvSpPr>
          <p:cNvPr id="1852" name="Google Shape;1852;p104"/>
          <p:cNvSpPr/>
          <p:nvPr/>
        </p:nvSpPr>
        <p:spPr>
          <a:xfrm>
            <a:off x="7462565" y="4024743"/>
            <a:ext cx="2376264" cy="500791"/>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Travel_U_MDE</a:t>
            </a:r>
            <a:endParaRPr sz="2400">
              <a:solidFill>
                <a:schemeClr val="lt1"/>
              </a:solidFill>
              <a:latin typeface="Calibri"/>
              <a:ea typeface="Calibri"/>
              <a:cs typeface="Calibri"/>
              <a:sym typeface="Calibri"/>
            </a:endParaRPr>
          </a:p>
        </p:txBody>
      </p:sp>
      <p:cxnSp>
        <p:nvCxnSpPr>
          <p:cNvPr id="1853" name="Google Shape;1853;p104"/>
          <p:cNvCxnSpPr>
            <a:stCxn id="1846" idx="3"/>
            <a:endCxn id="1852" idx="1"/>
          </p:cNvCxnSpPr>
          <p:nvPr/>
        </p:nvCxnSpPr>
        <p:spPr>
          <a:xfrm>
            <a:off x="6833736" y="4265118"/>
            <a:ext cx="628800" cy="9900"/>
          </a:xfrm>
          <a:prstGeom prst="straightConnector1">
            <a:avLst/>
          </a:prstGeom>
          <a:noFill/>
          <a:ln w="9525" cap="flat" cmpd="sng">
            <a:solidFill>
              <a:schemeClr val="accent1"/>
            </a:solidFill>
            <a:prstDash val="solid"/>
            <a:miter lim="800000"/>
            <a:headEnd type="none" w="sm" len="sm"/>
            <a:tailEnd type="none" w="sm" len="sm"/>
          </a:ln>
        </p:spPr>
      </p:cxnSp>
      <p:sp>
        <p:nvSpPr>
          <p:cNvPr id="1854" name="Google Shape;1854;p104"/>
          <p:cNvSpPr/>
          <p:nvPr/>
        </p:nvSpPr>
        <p:spPr>
          <a:xfrm>
            <a:off x="4673496" y="2810772"/>
            <a:ext cx="2232248"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Serv definition</a:t>
            </a:r>
            <a:endParaRPr/>
          </a:p>
        </p:txBody>
      </p:sp>
      <p:cxnSp>
        <p:nvCxnSpPr>
          <p:cNvPr id="1855" name="Google Shape;1855;p104"/>
          <p:cNvCxnSpPr>
            <a:stCxn id="1846" idx="0"/>
            <a:endCxn id="1854" idx="2"/>
          </p:cNvCxnSpPr>
          <p:nvPr/>
        </p:nvCxnSpPr>
        <p:spPr>
          <a:xfrm rot="10800000">
            <a:off x="5789620" y="3530882"/>
            <a:ext cx="0" cy="474000"/>
          </a:xfrm>
          <a:prstGeom prst="straightConnector1">
            <a:avLst/>
          </a:prstGeom>
          <a:noFill/>
          <a:ln w="9525" cap="flat" cmpd="sng">
            <a:solidFill>
              <a:schemeClr val="accent1"/>
            </a:solidFill>
            <a:prstDash val="solid"/>
            <a:miter lim="800000"/>
            <a:headEnd type="none" w="sm" len="sm"/>
            <a:tailEnd type="triangle" w="med" len="med"/>
          </a:ln>
        </p:spPr>
      </p:cxnSp>
      <p:sp>
        <p:nvSpPr>
          <p:cNvPr id="1856" name="Google Shape;1856;p104"/>
          <p:cNvSpPr/>
          <p:nvPr/>
        </p:nvSpPr>
        <p:spPr>
          <a:xfrm>
            <a:off x="4673496" y="1570221"/>
            <a:ext cx="2232248"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Serv Impl.</a:t>
            </a:r>
            <a:endParaRPr/>
          </a:p>
        </p:txBody>
      </p:sp>
      <p:cxnSp>
        <p:nvCxnSpPr>
          <p:cNvPr id="1857" name="Google Shape;1857;p104"/>
          <p:cNvCxnSpPr>
            <a:stCxn id="1854" idx="0"/>
            <a:endCxn id="1856" idx="2"/>
          </p:cNvCxnSpPr>
          <p:nvPr/>
        </p:nvCxnSpPr>
        <p:spPr>
          <a:xfrm rot="10800000">
            <a:off x="5789620" y="2290272"/>
            <a:ext cx="0" cy="520500"/>
          </a:xfrm>
          <a:prstGeom prst="straightConnector1">
            <a:avLst/>
          </a:prstGeom>
          <a:noFill/>
          <a:ln w="9525" cap="flat" cmpd="sng">
            <a:solidFill>
              <a:schemeClr val="accent1"/>
            </a:solidFill>
            <a:prstDash val="solid"/>
            <a:miter lim="800000"/>
            <a:headEnd type="none" w="sm" len="sm"/>
            <a:tailEnd type="triangle" w="med" len="med"/>
          </a:ln>
        </p:spPr>
      </p:cxnSp>
      <p:sp>
        <p:nvSpPr>
          <p:cNvPr id="1858" name="Google Shape;1858;p104"/>
          <p:cNvSpPr/>
          <p:nvPr/>
        </p:nvSpPr>
        <p:spPr>
          <a:xfrm>
            <a:off x="1557909" y="3860386"/>
            <a:ext cx="2431510" cy="648734"/>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 unmanaged</a:t>
            </a:r>
            <a:endParaRPr dirty="0"/>
          </a:p>
        </p:txBody>
      </p:sp>
      <p:sp>
        <p:nvSpPr>
          <p:cNvPr id="1859" name="Google Shape;1859;p104"/>
          <p:cNvSpPr/>
          <p:nvPr/>
        </p:nvSpPr>
        <p:spPr>
          <a:xfrm>
            <a:off x="1557909" y="2894196"/>
            <a:ext cx="2431510" cy="648734"/>
          </a:xfrm>
          <a:prstGeom prst="rect">
            <a:avLst/>
          </a:prstGeom>
          <a:solidFill>
            <a:srgbClr val="FF000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BIMP-unmanaged</a:t>
            </a:r>
            <a:endParaRPr/>
          </a:p>
        </p:txBody>
      </p:sp>
      <p:cxnSp>
        <p:nvCxnSpPr>
          <p:cNvPr id="1860" name="Google Shape;1860;p104"/>
          <p:cNvCxnSpPr>
            <a:stCxn id="1858" idx="3"/>
            <a:endCxn id="1846" idx="1"/>
          </p:cNvCxnSpPr>
          <p:nvPr/>
        </p:nvCxnSpPr>
        <p:spPr>
          <a:xfrm>
            <a:off x="3989419" y="4184753"/>
            <a:ext cx="756000" cy="80400"/>
          </a:xfrm>
          <a:prstGeom prst="straightConnector1">
            <a:avLst/>
          </a:prstGeom>
          <a:noFill/>
          <a:ln w="9525" cap="flat" cmpd="sng">
            <a:solidFill>
              <a:schemeClr val="accent1"/>
            </a:solidFill>
            <a:prstDash val="solid"/>
            <a:miter lim="800000"/>
            <a:headEnd type="none" w="sm" len="sm"/>
            <a:tailEnd type="none" w="sm" len="sm"/>
          </a:ln>
        </p:spPr>
      </p:cxnSp>
      <p:cxnSp>
        <p:nvCxnSpPr>
          <p:cNvPr id="1861" name="Google Shape;1861;p104"/>
          <p:cNvCxnSpPr>
            <a:stCxn id="1859" idx="2"/>
            <a:endCxn id="1858" idx="0"/>
          </p:cNvCxnSpPr>
          <p:nvPr/>
        </p:nvCxnSpPr>
        <p:spPr>
          <a:xfrm>
            <a:off x="2773664" y="3542930"/>
            <a:ext cx="0" cy="317400"/>
          </a:xfrm>
          <a:prstGeom prst="straightConnector1">
            <a:avLst/>
          </a:prstGeom>
          <a:noFill/>
          <a:ln w="9525" cap="flat" cmpd="sng">
            <a:solidFill>
              <a:schemeClr val="accent1"/>
            </a:solidFill>
            <a:prstDash val="solid"/>
            <a:miter lim="800000"/>
            <a:headEnd type="none" w="sm" len="sm"/>
            <a:tailEnd type="none" w="sm" len="sm"/>
          </a:ln>
        </p:spPr>
      </p:cxnSp>
      <p:pic>
        <p:nvPicPr>
          <p:cNvPr id="2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9"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65"/>
        <p:cNvGrpSpPr/>
        <p:nvPr/>
      </p:nvGrpSpPr>
      <p:grpSpPr>
        <a:xfrm>
          <a:off x="0" y="0"/>
          <a:ext cx="0" cy="0"/>
          <a:chOff x="0" y="0"/>
          <a:chExt cx="0" cy="0"/>
        </a:xfrm>
      </p:grpSpPr>
      <p:sp>
        <p:nvSpPr>
          <p:cNvPr id="1867" name="Google Shape;1867;p105"/>
          <p:cNvSpPr txBox="1"/>
          <p:nvPr/>
        </p:nvSpPr>
        <p:spPr>
          <a:xfrm>
            <a:off x="224979" y="788088"/>
            <a:ext cx="1180623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&lt;&gt;</a:t>
            </a:r>
            <a:endParaRPr sz="1800">
              <a:solidFill>
                <a:schemeClr val="dk1"/>
              </a:solidFill>
              <a:latin typeface="Calibri"/>
              <a:ea typeface="Calibri"/>
              <a:cs typeface="Calibri"/>
              <a:sym typeface="Calibri"/>
            </a:endParaRPr>
          </a:p>
        </p:txBody>
      </p:sp>
      <p:sp>
        <p:nvSpPr>
          <p:cNvPr id="1868" name="Google Shape;1868;p10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Title</a:t>
            </a:r>
            <a:endParaRPr sz="3599" dirty="0">
              <a:solidFill>
                <a:srgbClr val="FFC000"/>
              </a:solidFill>
              <a:latin typeface="Cooper Black" panose="0208090404030B020404" pitchFamily="18" charset="0"/>
              <a:ea typeface="Corben"/>
              <a:cs typeface="Corben"/>
              <a:sym typeface="Corben"/>
            </a:endParaRPr>
          </a:p>
        </p:txBody>
      </p:sp>
      <p:sp>
        <p:nvSpPr>
          <p:cNvPr id="1871" name="Google Shape;1871;p105"/>
          <p:cNvSpPr/>
          <p:nvPr/>
        </p:nvSpPr>
        <p:spPr>
          <a:xfrm>
            <a:off x="612471" y="1145484"/>
            <a:ext cx="5544616" cy="46805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72" name="Google Shape;1872;p105"/>
          <p:cNvSpPr/>
          <p:nvPr/>
        </p:nvSpPr>
        <p:spPr>
          <a:xfrm>
            <a:off x="981844" y="1468836"/>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3" name="Google Shape;1873;p105"/>
          <p:cNvSpPr/>
          <p:nvPr/>
        </p:nvSpPr>
        <p:spPr>
          <a:xfrm>
            <a:off x="991516" y="2046611"/>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4" name="Google Shape;1874;p105"/>
          <p:cNvSpPr/>
          <p:nvPr/>
        </p:nvSpPr>
        <p:spPr>
          <a:xfrm>
            <a:off x="981844" y="2641916"/>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5" name="Google Shape;1875;p105"/>
          <p:cNvSpPr/>
          <p:nvPr/>
        </p:nvSpPr>
        <p:spPr>
          <a:xfrm>
            <a:off x="981844" y="3379956"/>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6" name="Google Shape;1876;p105"/>
          <p:cNvSpPr/>
          <p:nvPr/>
        </p:nvSpPr>
        <p:spPr>
          <a:xfrm>
            <a:off x="3914242" y="1451672"/>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7" name="Google Shape;1877;p105"/>
          <p:cNvSpPr/>
          <p:nvPr/>
        </p:nvSpPr>
        <p:spPr>
          <a:xfrm>
            <a:off x="3888183" y="2060848"/>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78" name="Google Shape;1878;p105"/>
          <p:cNvSpPr/>
          <p:nvPr/>
        </p:nvSpPr>
        <p:spPr>
          <a:xfrm>
            <a:off x="3898168" y="2714704"/>
            <a:ext cx="2016224" cy="447996"/>
          </a:xfrm>
          <a:prstGeom prst="rect">
            <a:avLst/>
          </a:prstGeom>
          <a:solidFill>
            <a:schemeClr val="accent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tx1"/>
                </a:solidFill>
                <a:latin typeface="Calibri"/>
                <a:ea typeface="Calibri"/>
                <a:cs typeface="Calibri"/>
                <a:sym typeface="Calibri"/>
              </a:rPr>
              <a:t>*</a:t>
            </a:r>
            <a:endParaRPr dirty="0">
              <a:solidFill>
                <a:schemeClr val="tx1"/>
              </a:solidFill>
            </a:endParaRPr>
          </a:p>
        </p:txBody>
      </p:sp>
      <p:sp>
        <p:nvSpPr>
          <p:cNvPr id="1879" name="Google Shape;1879;p105"/>
          <p:cNvSpPr/>
          <p:nvPr/>
        </p:nvSpPr>
        <p:spPr>
          <a:xfrm>
            <a:off x="3881622" y="3323880"/>
            <a:ext cx="2016224" cy="447996"/>
          </a:xfrm>
          <a:prstGeom prst="rect">
            <a:avLst/>
          </a:prstGeom>
          <a:solidFill>
            <a:schemeClr val="bg2"/>
          </a:solidFill>
          <a:ln w="12700" cap="flat" cmpd="sng">
            <a:solidFill>
              <a:srgbClr val="64341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highlight>
                <a:srgbClr val="FFFF00"/>
              </a:highlight>
              <a:latin typeface="Calibri"/>
              <a:ea typeface="Calibri"/>
              <a:cs typeface="Calibri"/>
              <a:sym typeface="Calibri"/>
            </a:endParaRPr>
          </a:p>
        </p:txBody>
      </p:sp>
      <p:sp>
        <p:nvSpPr>
          <p:cNvPr id="1880" name="Google Shape;1880;p105"/>
          <p:cNvSpPr/>
          <p:nvPr/>
        </p:nvSpPr>
        <p:spPr>
          <a:xfrm>
            <a:off x="6310436" y="2204864"/>
            <a:ext cx="1224136" cy="2160240"/>
          </a:xfrm>
          <a:prstGeom prst="rightArrow">
            <a:avLst>
              <a:gd name="adj1" fmla="val 50000"/>
              <a:gd name="adj2" fmla="val 50000"/>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81" name="Google Shape;1881;p105"/>
          <p:cNvSpPr txBox="1"/>
          <p:nvPr/>
        </p:nvSpPr>
        <p:spPr>
          <a:xfrm>
            <a:off x="7534572" y="1124744"/>
            <a:ext cx="4166530" cy="489364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Calibri"/>
                <a:ea typeface="Calibri"/>
                <a:cs typeface="Calibri"/>
                <a:sym typeface="Calibri"/>
              </a:rPr>
              <a:t>How you know in the code which fields are changed on the screen by the user.</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So accordingly we can update the data into the database only for the changed fields??</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RAP provides a compiler structure called %control which will tell us what fields were changed on UI. </a:t>
            </a:r>
            <a:endParaRPr dirty="0"/>
          </a:p>
          <a:p>
            <a:pPr marL="0" marR="0" lvl="0" indent="0" algn="l" rtl="0">
              <a:spcBef>
                <a:spcPts val="0"/>
              </a:spcBef>
              <a:spcAft>
                <a:spcPts val="0"/>
              </a:spcAft>
              <a:buNone/>
            </a:pPr>
            <a:r>
              <a:rPr lang="en-US" sz="2400" dirty="0">
                <a:solidFill>
                  <a:schemeClr val="dk1"/>
                </a:solidFill>
                <a:latin typeface="Calibri"/>
                <a:ea typeface="Calibri"/>
                <a:cs typeface="Calibri"/>
                <a:sym typeface="Calibri"/>
              </a:rPr>
              <a:t>We need to tell the RAP, what will be the datatype for the control structure.</a:t>
            </a:r>
            <a:endParaRPr dirty="0"/>
          </a:p>
        </p:txBody>
      </p:sp>
      <p:pic>
        <p:nvPicPr>
          <p:cNvPr id="18"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9"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15</a:t>
            </a: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themeOverride>
</file>

<file path=ppt/theme/themeOverride2.xml><?xml version="1.0" encoding="utf-8"?>
<a:themeOverride xmlns:a="http://schemas.openxmlformats.org/drawingml/2006/main">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themeOverride>
</file>

<file path=ppt/theme/themeOverride3.xml><?xml version="1.0" encoding="utf-8"?>
<a:themeOverride xmlns:a="http://schemas.openxmlformats.org/drawingml/2006/main">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themeOverride>
</file>

<file path=docProps/app.xml><?xml version="1.0" encoding="utf-8"?>
<Properties xmlns="http://schemas.openxmlformats.org/officeDocument/2006/extended-properties" xmlns:vt="http://schemas.openxmlformats.org/officeDocument/2006/docPropsVTypes">
  <TotalTime>2440</TotalTime>
  <Words>1385</Words>
  <Application>Microsoft Office PowerPoint</Application>
  <PresentationFormat>Custom</PresentationFormat>
  <Paragraphs>144</Paragraphs>
  <Slides>19</Slides>
  <Notes>12</Notes>
  <HiddenSlides>0</HiddenSlides>
  <MMClips>0</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19</vt:i4>
      </vt:variant>
    </vt:vector>
  </HeadingPairs>
  <TitlesOfParts>
    <vt:vector size="34" baseType="lpstr">
      <vt:lpstr>Quattrocento Sans</vt:lpstr>
      <vt:lpstr>Arial</vt:lpstr>
      <vt:lpstr>Cambria</vt:lpstr>
      <vt:lpstr>Segoe UI</vt:lpstr>
      <vt:lpstr>Open Sans</vt:lpstr>
      <vt:lpstr>Google Sans</vt:lpstr>
      <vt:lpstr>Corben</vt:lpstr>
      <vt:lpstr>Cooper Black</vt:lpstr>
      <vt:lpstr>Calibri</vt:lpstr>
      <vt:lpstr>Arial Black</vt:lpstr>
      <vt:lpstr>72</vt:lpstr>
      <vt:lpstr>Segoe UI Light</vt:lpstr>
      <vt:lpstr>Office Theme</vt:lpstr>
      <vt:lpstr>2_Office Theme</vt:lpstr>
      <vt:lpstr>3_Office Theme</vt:lpstr>
      <vt:lpstr>SAP BTP ABAP  on Cloud / RAP  Training</vt:lpstr>
      <vt:lpstr>PowerPoint Presentation</vt:lpstr>
      <vt:lpstr>PowerPoint Presentation</vt:lpstr>
      <vt:lpstr>PowerPoint Presentation</vt:lpstr>
      <vt:lpstr>Git and Git HUB</vt:lpstr>
      <vt:lpstr>Hands on: Continuous Integration</vt:lpstr>
      <vt:lpstr>BTP Cloud Transport Management</vt:lpstr>
      <vt:lpstr>Hands on SAP BTP Cloud Transport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106</cp:revision>
  <dcterms:created xsi:type="dcterms:W3CDTF">2023-10-03T21:33:12Z</dcterms:created>
  <dcterms:modified xsi:type="dcterms:W3CDTF">2025-09-10T07:54:19Z</dcterms:modified>
</cp:coreProperties>
</file>