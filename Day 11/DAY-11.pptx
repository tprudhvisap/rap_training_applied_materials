
<file path=[Content_Types].xml><?xml version="1.0" encoding="utf-8"?>
<Types xmlns="http://schemas.openxmlformats.org/package/2006/content-types">
  <Default Extension="fntdata" ContentType="application/x-fontdata"/>
  <Default Extension="jpeg" ContentType="image/jpeg"/>
  <Default Extension="jpg" ContentType="image/jpeg"/>
  <Default Extension="png" ContentType="image/png"/>
  <Default Extension="rels" ContentType="application/vnd.openxmlformats-package.relationships+xml"/>
  <Default Extension="tiff" ContentType="image/tif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theme/theme2.xml" ContentType="application/vnd.openxmlformats-officedocument.theme+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theme/theme3.xml" ContentType="application/vnd.openxmlformats-officedocument.theme+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theme/theme4.xml" ContentType="application/vnd.openxmlformats-officedocument.theme+xml"/>
  <Override PartName="/ppt/theme/theme5.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ink/ink1.xml" ContentType="application/inkml+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ink/ink2.xml" ContentType="application/inkml+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48" r:id="rId1"/>
    <p:sldMasterId id="2147483661" r:id="rId2"/>
    <p:sldMasterId id="2147483709" r:id="rId3"/>
    <p:sldMasterId id="2147483729" r:id="rId4"/>
  </p:sldMasterIdLst>
  <p:notesMasterIdLst>
    <p:notesMasterId r:id="rId15"/>
  </p:notesMasterIdLst>
  <p:sldIdLst>
    <p:sldId id="256" r:id="rId5"/>
    <p:sldId id="402" r:id="rId6"/>
    <p:sldId id="276" r:id="rId7"/>
    <p:sldId id="314" r:id="rId8"/>
    <p:sldId id="342" r:id="rId9"/>
    <p:sldId id="344" r:id="rId10"/>
    <p:sldId id="346" r:id="rId11"/>
    <p:sldId id="347" r:id="rId12"/>
    <p:sldId id="419" r:id="rId13"/>
    <p:sldId id="409" r:id="rId14"/>
  </p:sldIdLst>
  <p:sldSz cx="12188825" cy="6858000"/>
  <p:notesSz cx="6858000" cy="9144000"/>
  <p:embeddedFontLst>
    <p:embeddedFont>
      <p:font typeface="Arial Black" panose="020B0A04020102020204" pitchFamily="34" charset="0"/>
      <p:regular r:id="rId16"/>
      <p:bold r:id="rId17"/>
    </p:embeddedFont>
    <p:embeddedFont>
      <p:font typeface="Cambria" panose="02040503050406030204" pitchFamily="18" charset="0"/>
      <p:regular r:id="rId18"/>
      <p:bold r:id="rId19"/>
      <p:italic r:id="rId20"/>
      <p:boldItalic r:id="rId21"/>
    </p:embeddedFont>
    <p:embeddedFont>
      <p:font typeface="Cooper Black" panose="0208090404030B020404" pitchFamily="18" charset="0"/>
      <p:regular r:id="rId22"/>
    </p:embeddedFont>
    <p:embeddedFont>
      <p:font typeface="Corben" panose="020B0604020202020204" charset="0"/>
      <p:bold r:id="rId23"/>
    </p:embeddedFont>
    <p:embeddedFont>
      <p:font typeface="Open Sans" panose="020B0606030504020204" pitchFamily="34" charset="0"/>
      <p:regular r:id="rId24"/>
      <p:bold r:id="rId25"/>
      <p:italic r:id="rId26"/>
      <p:boldItalic r:id="rId27"/>
    </p:embeddedFont>
    <p:embeddedFont>
      <p:font typeface="Quattrocento Sans" panose="020B0502050000020003" pitchFamily="34" charset="0"/>
      <p:regular r:id="rId28"/>
      <p:bold r:id="rId29"/>
      <p:italic r:id="rId30"/>
      <p:boldItalic r:id="rId31"/>
    </p:embeddedFont>
    <p:embeddedFont>
      <p:font typeface="Segoe UI" panose="020B0502040204020203" pitchFamily="34" charset="0"/>
      <p:regular r:id="rId32"/>
      <p:bold r:id="rId33"/>
      <p:italic r:id="rId34"/>
      <p:boldItalic r:id="rId35"/>
    </p:embeddedFont>
    <p:embeddedFont>
      <p:font typeface="Segoe UI Light" panose="020B0502040204020203" pitchFamily="34" charset="0"/>
      <p:regular r:id="rId36"/>
      <p:italic r:id="rId37"/>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2160">
          <p15:clr>
            <a:srgbClr val="A4A3A4"/>
          </p15:clr>
        </p15:guide>
        <p15:guide id="2" pos="3839">
          <p15:clr>
            <a:srgbClr val="A4A3A4"/>
          </p15:clr>
        </p15:guide>
      </p15:sldGuideLst>
    </p:ext>
    <p:ext uri="GoogleSlidesCustomDataVersion2">
      <go:slidesCustomData xmlns:go="http://customooxmlschemas.google.com/"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r:id="rId203" roundtripDataSignature="AMtx7mjDuvg+AJ5SXhqS019oXJCQRER+/w=="/>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283E69"/>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9280" autoAdjust="0"/>
    <p:restoredTop sz="94660"/>
  </p:normalViewPr>
  <p:slideViewPr>
    <p:cSldViewPr snapToGrid="0">
      <p:cViewPr varScale="1">
        <p:scale>
          <a:sx n="96" d="100"/>
          <a:sy n="96" d="100"/>
        </p:scale>
        <p:origin x="904" y="288"/>
      </p:cViewPr>
      <p:guideLst>
        <p:guide orient="horz" pos="2160"/>
        <p:guide pos="3839"/>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9.xml"/><Relationship Id="rId18" Type="http://schemas.openxmlformats.org/officeDocument/2006/relationships/font" Target="fonts/font3.fntdata"/><Relationship Id="rId26" Type="http://schemas.openxmlformats.org/officeDocument/2006/relationships/font" Target="fonts/font11.fntdata"/><Relationship Id="rId21" Type="http://schemas.openxmlformats.org/officeDocument/2006/relationships/font" Target="fonts/font6.fntdata"/><Relationship Id="rId34" Type="http://schemas.openxmlformats.org/officeDocument/2006/relationships/font" Target="fonts/font19.fntdata"/><Relationship Id="rId7" Type="http://schemas.openxmlformats.org/officeDocument/2006/relationships/slide" Target="slides/slide3.xml"/><Relationship Id="rId205" Type="http://schemas.openxmlformats.org/officeDocument/2006/relationships/viewProps" Target="viewProps.xml"/><Relationship Id="rId2" Type="http://schemas.openxmlformats.org/officeDocument/2006/relationships/slideMaster" Target="slideMasters/slideMaster2.xml"/><Relationship Id="rId16" Type="http://schemas.openxmlformats.org/officeDocument/2006/relationships/font" Target="fonts/font1.fntdata"/><Relationship Id="rId20" Type="http://schemas.openxmlformats.org/officeDocument/2006/relationships/font" Target="fonts/font5.fntdata"/><Relationship Id="rId29" Type="http://schemas.openxmlformats.org/officeDocument/2006/relationships/font" Target="fonts/font14.fntdata"/><Relationship Id="rId1" Type="http://schemas.openxmlformats.org/officeDocument/2006/relationships/slideMaster" Target="slideMasters/slideMaster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font" Target="fonts/font9.fntdata"/><Relationship Id="rId32" Type="http://schemas.openxmlformats.org/officeDocument/2006/relationships/font" Target="fonts/font17.fntdata"/><Relationship Id="rId37" Type="http://schemas.openxmlformats.org/officeDocument/2006/relationships/font" Target="fonts/font22.fntdata"/><Relationship Id="rId204" Type="http://schemas.openxmlformats.org/officeDocument/2006/relationships/presProps" Target="presProps.xml"/><Relationship Id="rId5" Type="http://schemas.openxmlformats.org/officeDocument/2006/relationships/slide" Target="slides/slide1.xml"/><Relationship Id="rId15" Type="http://schemas.openxmlformats.org/officeDocument/2006/relationships/notesMaster" Target="notesMasters/notesMaster1.xml"/><Relationship Id="rId23" Type="http://schemas.openxmlformats.org/officeDocument/2006/relationships/font" Target="fonts/font8.fntdata"/><Relationship Id="rId28" Type="http://schemas.openxmlformats.org/officeDocument/2006/relationships/font" Target="fonts/font13.fntdata"/><Relationship Id="rId36" Type="http://schemas.openxmlformats.org/officeDocument/2006/relationships/font" Target="fonts/font21.fntdata"/><Relationship Id="rId203" Type="http://customschemas.google.com/relationships/presentationmetadata" Target="metadata"/><Relationship Id="rId10" Type="http://schemas.openxmlformats.org/officeDocument/2006/relationships/slide" Target="slides/slide6.xml"/><Relationship Id="rId19" Type="http://schemas.openxmlformats.org/officeDocument/2006/relationships/font" Target="fonts/font4.fntdata"/><Relationship Id="rId31" Type="http://schemas.openxmlformats.org/officeDocument/2006/relationships/font" Target="fonts/font16.fntdata"/><Relationship Id="rId4" Type="http://schemas.openxmlformats.org/officeDocument/2006/relationships/slideMaster" Target="slideMasters/slideMaster4.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font" Target="fonts/font7.fntdata"/><Relationship Id="rId27" Type="http://schemas.openxmlformats.org/officeDocument/2006/relationships/font" Target="fonts/font12.fntdata"/><Relationship Id="rId30" Type="http://schemas.openxmlformats.org/officeDocument/2006/relationships/font" Target="fonts/font15.fntdata"/><Relationship Id="rId35" Type="http://schemas.openxmlformats.org/officeDocument/2006/relationships/font" Target="fonts/font20.fntdata"/><Relationship Id="rId207" Type="http://schemas.openxmlformats.org/officeDocument/2006/relationships/tableStyles" Target="tableStyles.xml"/><Relationship Id="rId8" Type="http://schemas.openxmlformats.org/officeDocument/2006/relationships/slide" Target="slides/slide4.xml"/><Relationship Id="rId206" Type="http://schemas.openxmlformats.org/officeDocument/2006/relationships/theme" Target="theme/theme1.xml"/><Relationship Id="rId3" Type="http://schemas.openxmlformats.org/officeDocument/2006/relationships/slideMaster" Target="slideMasters/slideMaster3.xml"/><Relationship Id="rId12" Type="http://schemas.openxmlformats.org/officeDocument/2006/relationships/slide" Target="slides/slide8.xml"/><Relationship Id="rId17" Type="http://schemas.openxmlformats.org/officeDocument/2006/relationships/font" Target="fonts/font2.fntdata"/><Relationship Id="rId25" Type="http://schemas.openxmlformats.org/officeDocument/2006/relationships/font" Target="fonts/font10.fntdata"/><Relationship Id="rId33" Type="http://schemas.openxmlformats.org/officeDocument/2006/relationships/font" Target="fonts/font18.fntdata"/></Relationships>
</file>

<file path=ppt/ink/ink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4-08-16T09:25:05.631"/>
    </inkml:context>
    <inkml:brush xml:id="br0">
      <inkml:brushProperty name="width" value="0.05" units="cm"/>
      <inkml:brushProperty name="height" value="0.05" units="cm"/>
    </inkml:brush>
  </inkml:definitions>
  <inkml:trace contextRef="#ctx0" brushRef="#br0">0 0 24575,'0'0'-8191</inkml:trace>
</inkml:ink>
</file>

<file path=ppt/ink/ink2.xml><?xml version="1.0" encoding="utf-8"?>
<inkml:ink xmlns:inkml="http://www.w3.org/2003/InkML">
  <inkml:definitions>
    <inkml:context xml:id="ctx0">
      <inkml:inkSource xml:id="inkSrc0">
        <inkml:traceFormat>
          <inkml:channel name="X" type="integer" max="2560" units="cm"/>
          <inkml:channel name="Y" type="integer" max="1600" units="cm"/>
          <inkml:channel name="T" type="integer" max="2.14748E9" units="dev"/>
        </inkml:traceFormat>
        <inkml:channelProperties>
          <inkml:channelProperty channel="X" name="resolution" value="74.2029" units="1/cm"/>
          <inkml:channelProperty channel="Y" name="resolution" value="74.4186" units="1/cm"/>
          <inkml:channelProperty channel="T" name="resolution" value="1" units="1/dev"/>
        </inkml:channelProperties>
      </inkml:inkSource>
      <inkml:timestamp xml:id="ts0" timeString="2025-09-04T02:32:11.537"/>
    </inkml:context>
    <inkml:brush xml:id="br0">
      <inkml:brushProperty name="width" value="0.05292" units="cm"/>
      <inkml:brushProperty name="height" value="0.05292" units="cm"/>
    </inkml:brush>
  </inkml:definitions>
  <inkml:trace contextRef="#ctx0" brushRef="#br0">5224 12167 0,'0'-13'16,"0"0"15,-13 13-31,0 0 31,-1 0-15,-12 0 15,13 13-31,-53 0 31,-67 13 1,107-12-32,-186 65 31,-12 40-15,12 40 15,172-133-16,-118 120 1,118-120 0,-119 120-1,119-120 1,-92 119 0,93-118-1,-107 185 1,14-27 15,105-146-15,-65 160-1,-41 92 17,107-238-17,-53 132 1,52-93-1,14 40 17,13-118-17,0 12-15,26 14 16,27 0 15,-39-40-15,65-14-1,53-25 17,-13 25-17,53 1 1,-119 13 0,13-13-16,146 13 15,-146 0-15,146 26 31,-173-26-15,1 14-16,26-1 16,-40-13-16,1 0 31,-40-27 0,-1 14-15,14-27-1,0 27 1,27-66 0,-1 13-1,14-66 17,-27 105-17,-13 1-15,14-1 0,12-12 16,-13 25-16,0 1 15,54-27 1,-15 27 0,67 0-1,1 13 1,-81 13-16,107 14 31,-120-14-31,14 0 16,39 66-1,-66-52 1,27 92 0,-27-93-1,1 1-15,-1 52 16,-13-52 0,0 78-1,-13-52 16,-1-39 1,41-14-1,-14-14-15,80-12-1,-54 26 1,1 0-16,79-13 15,-66 13 1,0 0-16,198 0 16,-172-14-1,226 14 1,-226 0 0,212 14-1,-225-1 1,238-13-1,-251 13 1,159-13 0,-159 0-1,79-13 1,-119 13 0,0 0-1,-26 0 1,-27 0-1,40-13 1,-26-1 0,13-25 15,0 12-15,26-65 15,-13 65-31,92-131 31,-39 105-15,-26 26-16,118-52 31,-105 66-31,0 13 0,131-27 16,15 80 30,-81 93-14,-91-107-32,39 93 15,-53-105 1,26 65 0,-26-65-1,0 39 16,0-53-15,13-26 15,53 0 1,-39 13-17,118 0 1,-92 0-1,0 0-15,119 26 16,-106-26 0,318 27-1,-305-27 1,225 13 0,-238-13-1,212 0 1,-212 0-1,172 0 1,-198 0 0,119-26-1,-93 12 17,-53-12-1,0 26-16,1-27 1,-1 27 0,0-13-1,-13 0 17,-13 0-1,0-1-16,-1-25 1,1 26 0,-40-67-1,-53-92 17,80 119-17,-67-185 1,54 119-1,-27-66 1,13 27 15,39 131-15,-39-65 0,40 78-1,-93-65 1,80 52-1,-14 14-15,-132-40 16,-79 0 15,185 40-15,-159-13 0,159 26-1,-172-13 1,172 13-1,-225-14 1,79 14 15,173 0-15,-67-13 15,79 13-31,-12 0 31,39-13-31,0 0 32,0-1-32,0-12 15,0 13 1,0 0-16,-53-27 16,-40-39 15,67 52-16,-80-39 1,66 39 0,-79-52-1,79 53 1,14 12-16,-133-65 31,-39-40-15,158 106-1,-132-66 17,133 52-32,-160-39 31,14 26-15,132 27-1,-211-27 16,-14 27-15,212 13 0,-146 0-1,159 0 1,-119 0 0,133 0-1,-94 0 1,107 0-1,-159 13 1,-27 27 15,186-27-15,-80 14 0,93-14-1,0 40 1</inkml:trace>
  <inkml:trace contextRef="#ctx0" brushRef="#br0" timeOffset="882.58">5039 14164 0,'0'0'0,"0"-13"16,-93-27-1,67 40 1,-14 0-16,-79-13 16,80 13-1,-147 66 1,107 0 0,-14 66-1,67-79 1,13 0-16,0 198 15,26-185 1,119 186 0,-92-199-1,224 92 1,-184-132-16,277-52 31,-93-252 0,-237 211-15,-27-264 0,-14 252-1,-157-146 1,104 211 0,-224-12-1,225 52 1,-145 66-1</inkml:trace>
  <inkml:trace contextRef="#ctx0" brushRef="#br0" timeOffset="1877.87">8015 14098 0,'-27'-27'16,"14"27"0,-13 0-16,-93 40 15,-80 158 17,160-145-17,-14 185 1,53-172-1,53 146 1,-27-159 0,0-13-16,93 52 15,-66-79 1,-13 1-16,13-14 0,0 0 16,0-14-16,0 1 0,0-13 15,145-120 1,-158 93-1,52-145 1,-92 145 0,0-132-1,-26 145 1,-106-79 0,92 93-1,-13-1-15,13 14 0,-13 0 16,-52-27-1</inkml:trace>
  <inkml:trace contextRef="#ctx0" brushRef="#br0" timeOffset="3402.44">5621 12339 0,'0'0'0,"-40"-13"15,14 13-15,-67 13 32,-145 66-1,-26 40 0,26 53 0,92 0 1,14-13-1,79-93 0,0-13 0,27-27 1,78-13-1,54-13 0,-13-13-15,118 13 15,67 0 0,-212 0-31,159 0 32,-172 0-32,119 0 31,-106-13 0,-53-40 0,-39-39 1,26 65-32,-40-118 31,-13-80 0,27 106 0,-1 53 1,14 39-1,13 14 0,13 13-15</inkml:trace>
  <inkml:trace contextRef="#ctx0" brushRef="#br0" timeOffset="4353.37">6097 12352 0,'0'13'31,"0"-26"-31,-13 198 32,39 80-1,-26-27 0,-13-80 0,13-118-15,27-27 15,78-52 1,1 25-17,198 28 16,93 25 1,-27 14-1,-251-39 0,-105-28 0,-54-39 1,-39-39-1,65 65-31,-105-105 31,-53-93 0,133 172-31,-27-26 16,-133-80 15,160 146-31,-107-53 32,-66 26-1,-26 27 0,93 13 0,132 0 1,26 0-32</inkml:trace>
  <inkml:trace contextRef="#ctx0" brushRef="#br0" timeOffset="6193.26">5079 12815 0,'0'0'0,"0"-40"31,0 27-15,-27 0-1,-26 13 17,40 0-17,-13 0-15,-40 0 16,-54 40 15,68 52 0,104 67 1,-38-146-17,92 13 1,26-65 15,-106 12-15,-13 14-16,14-53 15,-40 13 1,-1 40-16,-25-53 16,26 53-1,-27-14 1,27 27-16</inkml:trace>
  <inkml:trace contextRef="#ctx0" brushRef="#br0" timeOffset="6537.8">4867 13066 0,'0'13'16,"-13"-13"-1,-14 40 1,14-27 0,-40 53-1,40-52-15,-27 25 31,40-25-15,27-14 0</inkml:trace>
  <inkml:trace contextRef="#ctx0" brushRef="#br0" timeOffset="6786.71">4973 13106 0,'13'0'0,"14"0"31,-14 0-31,53 26 31,0 54 1,-66-41-32</inkml:trace>
  <inkml:trace contextRef="#ctx0" brushRef="#br0" timeOffset="9492.07">11374 11810 0,'0'0'0,"13"-79"16,1 39-16,-14 13 16,13-25-1,-26 157 17,13-65-17,-27 211 1,27-171-1,0 263 1,0-237 0,0-13-16,-13-1 15,-53 318 1,53-344 0,-27 173-1,40-200 1,-27 120-1,27-106 1,14-27 0,-1-26-1,13-13 1,14 0 0,-14 13-1,93-27 1,-66 27-16,0 0 15,318-13 1,250 13 15,-502 0-15,-26 0-16,145-13 16,-119-53 15,-119 39-16,-53-78 1,0-120 15,53 92-15,13-197 0,1-146 15,-1 291-16,26-265 17,-25 397-17,-14-119 1,-14 132 0,-12-39-1,13 66 1,-40-14-1,40 14-15,-1 13 16,-65 0 0,0 0-1,39 0-15,-66 0 16,-383 27 15,304-14-15,-225 27 15,264-14 0,120-13-15,26 0-16,39 54 31,-25-54-15,39 66-1,-53 40 17,-14-92-32,-25 78 31,12-38-15,14 52 15,13-106-31</inkml:trace>
  <inkml:trace contextRef="#ctx0" brushRef="#br0" timeOffset="10194.62">12128 13344 0,'0'0'0,"0"-13"16,-13-27 0,-27 27-1,-26 53 16,13 79 1,106-27-1,53-65 0,-40-67 0,-79-66 1,-1 93-32,-52-40 31,40 53-31</inkml:trace>
  <inkml:trace contextRef="#ctx0" brushRef="#br0" timeOffset="11007.75">14072 12458 0,'-13'-40'31,"26"80"-31,-172-80 31,1 212 0,145 40 1,26-173-32,132 80 31,14-145 0,-93-119 0,-66-1 1,-13 133-32,13 26 31,26 185 0,27-65 0,-13-107-31</inkml:trace>
  <inkml:trace contextRef="#ctx0" brushRef="#br0" timeOffset="11634.85">14456 12630 0,'0'0'0,"-40"-40"15,0 80 17,54 145-1,12-66 0,-13-119 0,-13-145 1,0 52-17,27-92 1,26 105 15,-40 94-15,13 105-1,-26 66 17,14-132-17,-1 0 1,40-106 15,26-146 0,14 41 1,-80 158-32,40 53 31,-53 132 0,0-146-31,0 14 16,0 53 15</inkml:trace>
  <inkml:trace contextRef="#ctx0" brushRef="#br0" timeOffset="12078.79">15117 12550 0,'0'-26'31,"0"52"-31,-26 41 31,26-41-15,-14 120 0,14-14 15,0-132 0,27-172 0,12-93 1,-25 212-32,52-13 31,13 291 0,-66-106-15,-13 106 15,0-185-31,-13 13 16</inkml:trace>
  <inkml:trace contextRef="#ctx0" brushRef="#br0" timeOffset="12263.41">15143 12722 0,'0'0'0,"-13"-39"32,26 39-32,80 0 31,13 0-16,0 0 1</inkml:trace>
  <inkml:trace contextRef="#ctx0" brushRef="#br0" timeOffset="12492.48">15553 12524 0,'0'0'0,"0"-119"31,27 106 1,26 277-1,-27 1 0,-52-173 0</inkml:trace>
  <inkml:trace contextRef="#ctx0" brushRef="#br0" timeOffset="12786.58">15792 12484 0,'13'-13'0,"-26"26"0,39-39 16,-26 66 15,0 105 0,26 1 1,1-41-1,26-78-16,92-14 17,-92-39-32</inkml:trace>
  <inkml:trace contextRef="#ctx0" brushRef="#br0" timeOffset="18211.89">13358 14243 0,'0'0'0,"-13"0"16,-27 0 15,146-13 0,185 0 0,26 0 1,-251 13-17</inkml:trace>
  <inkml:trace contextRef="#ctx0" brushRef="#br0" timeOffset="19120.53">13226 14693 0,'26'0'46,"93"0"-14,-79 0-17,145 0 1,-132 0 0,132 0-1,-158 0 1,25 0-1</inkml:trace>
  <inkml:trace contextRef="#ctx0" brushRef="#br0" timeOffset="19483.45">14852 14693 0,'0'0'0,"93"-13"31,-53 13-31,171 0 31,213 26-15,118-13 31,-436-13-47,185 0 16,-238-13-1,-1 0 1</inkml:trace>
  <inkml:trace contextRef="#ctx0" brushRef="#br0" timeOffset="20460.87">13517 15116 0,'0'0'0,"-27"13"15,14-13 1,39 13 0,-12-13-16,118-26 31,-13 13-15,-13 13-16</inkml:trace>
  <inkml:trace contextRef="#ctx0" brushRef="#br0" timeOffset="20873.34">14641 15129 0,'0'0'0,"0"13"15,53-13 17,119-26-1,-133 26-31,41 0 15</inkml:trace>
  <inkml:trace contextRef="#ctx0" brushRef="#br0" timeOffset="21508.89">15633 15182 0,'0'0'0,"-13"0"16,79 0 15,106 0 0,-119 0-31,-14 0 16</inkml:trace>
  <inkml:trace contextRef="#ctx0" brushRef="#br0" timeOffset="21823.09">16664 15169 0,'67'0'32,"104"-13"-1,-12 13-15</inkml:trace>
  <inkml:trace contextRef="#ctx0" brushRef="#br0" timeOffset="23069.05">13318 15658 0,'0'0'0,"14"0"31,12 0-15,133-13 0,-106 13-1,-1 0-15,173 0 16</inkml:trace>
  <inkml:trace contextRef="#ctx0" brushRef="#br0" timeOffset="23494.42">14390 15685 0,'0'0'0,"39"0"31,-26 0-16</inkml:trace>
  <inkml:trace contextRef="#ctx0" brushRef="#br0" timeOffset="23772.2">15170 15645 0,'0'0'0,"0"13"15,13-13 1,14 0-16</inkml:trace>
  <inkml:trace contextRef="#ctx0" brushRef="#br0" timeOffset="23998.68">16202 15671 0,'0'0'0,"66"0"16,-40 0-1,133-13 1,-106 13-1</inkml:trace>
  <inkml:trace contextRef="#ctx0" brushRef="#br0" timeOffset="24590.69">16902 15671 0,'0'0'15,"159"14"1,79-41 15</inkml:trace>
  <inkml:trace contextRef="#ctx0" brushRef="#br0" timeOffset="25313.28">13583 15976 0,'0'0'0,"-13"0"16,26 0-16,159-14 31</inkml:trace>
  <inkml:trace contextRef="#ctx0" brushRef="#br0" timeOffset="25494.47">14482 15989 0,'0'0'0,"0"13"16,-13-13-16,26 13 15,0-26 1,1 13-16</inkml:trace>
  <inkml:trace contextRef="#ctx0" brushRef="#br0" timeOffset="25680.47">15223 16002 0,'0'0'0,"53"13"15,39-39 17,-52 26-17,39 0-15</inkml:trace>
  <inkml:trace contextRef="#ctx0" brushRef="#br0" timeOffset="25985.57">17101 16042 0,'0'0'15</inkml:trace>
  <inkml:trace contextRef="#ctx0" brushRef="#br0" timeOffset="26065.63">17392 16055 0,'0'0'0,"40"0"0,184 26 16</inkml:trace>
  <inkml:trace contextRef="#ctx0" brushRef="#br0" timeOffset="26976.48">16082 16042 0,'0'0'0,"133"13"16,-54-13-16,14 0 15,12 0-15</inkml:trace>
  <inkml:trace contextRef="#ctx0" brushRef="#br0" timeOffset="27664.45">12882 16491 0,'132'14'31,"-264"-28"-31,529-12 31</inkml:trace>
  <inkml:trace contextRef="#ctx0" brushRef="#br0" timeOffset="27915.52">14945 16491 0,'40'-13'32,"26"0"-17</inkml:trace>
  <inkml:trace contextRef="#ctx0" brushRef="#br0" timeOffset="28076.5">16135 16518 0,'186'-13'31,"-372"26"-31,570-40 16</inkml:trace>
  <inkml:trace contextRef="#ctx0" brushRef="#br0" timeOffset="28633.32">14099 16835 0,'53'0'31,"-106"0"-31,225-13 0</inkml:trace>
  <inkml:trace contextRef="#ctx0" brushRef="#br0" timeOffset="28795.96">15553 16835 0,'0'0'0,"40"13"15</inkml:trace>
  <inkml:trace contextRef="#ctx0" brushRef="#br0" timeOffset="28964.78">16651 16769 0,'80'0'32,"-160"0"-32,279 0 15</inkml:trace>
  <inkml:trace contextRef="#ctx0" brushRef="#br0" timeOffset="29633.23">14112 17126 0,'13'13'16,"14"-26"-1,25 0-15</inkml:trace>
  <inkml:trace contextRef="#ctx0" brushRef="#br0" timeOffset="29790.73">15606 17166 0,'106'-13'31,"-212"26"-31,344-53 16</inkml:trace>
  <inkml:trace contextRef="#ctx0" brushRef="#br0" timeOffset="29962.89">16836 17113 0,'53'0'16,"-26"0"-16,-107 0 0,213 0 15</inkml:trace>
  <inkml:trace contextRef="#ctx0" brushRef="#br0" timeOffset="30085.95">17498 17113 0,'92'-13'31,"-65"0"-31,-146 39 0,264-66 16,53 40-1</inkml:trace>
  <inkml:trace contextRef="#ctx0" brushRef="#br0" timeOffset="31014.61">14006 17470 0,'0'0'0,"53"0"16</inkml:trace>
  <inkml:trace contextRef="#ctx0" brushRef="#br0" timeOffset="31169.81">15064 17668 0,'0'0'0,"27"0"16,-14-13-16,13 0 16</inkml:trace>
  <inkml:trace contextRef="#ctx0" brushRef="#br0" timeOffset="31368.26">15844 17708 0,'0'-13'31,"133"-27"1,158 14-1,-212 12-31</inkml:trace>
  <inkml:trace contextRef="#ctx0" brushRef="#br0" timeOffset="32045.8">16955 17695 0,'0'0'16,"133"-13"-1,-80-1-15</inkml:trace>
  <inkml:trace contextRef="#ctx0" brushRef="#br0" timeOffset="43138.04">17921 12074 0,'0'0'0,"-40"-13"16,27 13-1,0-26 1,13-1-1,53 14 1,-27 13 0,93 0-1,-79 0 1,-1 0-16,67 0 16,-53 0-1,13 0 1,-52 0-1,-28 0 32,1 0-31,0-992 15,13 1997-15,0-992-1,0 1 1,-13 39 0,-14-14-1,1 41 1,12-54 0,-25 67-1,26-1059 1,-40 2064-1,39-1072 1,-38 80 0,38-79-16,-25 78 31,25-91-15,1 12-16,0-13 0,-13 40 15,12-40 1,1 1-1,13-1 1,13-13 78,1 0-47,-1-13-16,0 13-15,0-14-1,-13 1 16,13 13-15,-13-13-16,14 0 31,-1 0 1,0-1-1,14 1 0,-14 13-15,26-13-1,-25 13 1,12 0 0,-13 0-1,-13-13 1,14 13-1,-14 13 17,13 0-1,-13 0-15,0 1-1,0-1 1,-27 40-1,14-27 1,-27 67 0,1-14 31,26-53-47,-40 41 15,39-54 1,1 0-16,-13 27 15,-27 26 1,40-1032 0,-54 2038 15,54-1059-31,-40 53 31,40-53-31,-27 53 16,14-52-1,-40 91 1,0 14 15,0-13 1,52-93-17,-12 27 1,13-40-1,0 27 1,-1-27 0,-39 66-1,27-27 17,13-39-17,13-13 32,0-27-16,0 27-15,26-79 0,-13 52-1,1 0-15,52-171 16,-53 158-1,53-132 1,-53 145 0,53-106-1,-66 120 1,67-93 0,-54 93-1,26-54 1,-25 67-16,-1 13 15,-13-26 1,13 12 15,14 14 1,-14 0-17,0-13 1,-26 26 15,0-13-15,-14 14-1,27-1 1,-13-13-16,13 39 16,-13-25-1,13 25 1,0-25-1,-14 12 1,1-13 0,26-26 15,-13 0-15,27-27-1,-14 0 1,14-52-1,-14 65 1,-13-12-16,13-133 16,0-93 15,-13 226-15,27-120-1,-27 119 1,26-52-1,-26 78 1,0 1-16,13-13 16,1 13 15,-14-1-15,-14 28 15,1-1-16,0 26 1</inkml:trace>
  <inkml:trace contextRef="#ctx0" brushRef="#br0" timeOffset="46602.38">13173 11069 0,'0'0'0,"13"0"15,0 14-15,53 12 31,93 159 1,0 27-1,-40-93 0,-106-119-31</inkml:trace>
  <inkml:trace contextRef="#ctx0" brushRef="#br0" timeOffset="46904.62">13662 10990 0,'-53'79'32,"106"-158"-32,-198 370 31,-1-27 0,93-171-15,-39 79 15,78-132-15</inkml:trace>
  <inkml:trace contextRef="#ctx0" brushRef="#br0" timeOffset="51818.47">12882 14825 0,'0'0'0,"-93"-13"31,54 0-15,-14 26 15,26 106 0,27-13-15,66 132 15,-13-119-15,66 251 15,-185-79 0,-145-66 0,171-186-31,-132 67 32,106-79-1,158-14 0,67 106 0,-53 145 1,-66 41-1,-40-252-31,-14 251 31,14-199-15,0-52-16,146 119 31,105-145 0,-211-40-15,39-1-16</inkml:trace>
  <inkml:trace contextRef="#ctx0" brushRef="#br0" timeOffset="58690.33">18886 12643 0,'-53'0'31,"106"0"-31,-79 40 31,39-40-31,-13 13 16,225-26 15,502-80 1,411-26-1,-702 66-16,120-13 1,-54-40 15,-422 40-15</inkml:trace>
  <inkml:trace contextRef="#ctx0" brushRef="#br0" timeOffset="59018.04">22285 11916 0,'-26'-53'31,"52"106"-31,-65-119 16,52 66-16,79 52 31,107 134 1,-173 25-1,-158-39 0,92-145-31</inkml:trace>
  <inkml:trace contextRef="#ctx0" brushRef="#br0" timeOffset="59884.32">24507 10950 0,'0'0'15,"-39"-39"1,12 197 15,-13 437 0,27-185 1,-40 66-1,-13-264 0,66-159-15,132-53 15,292-40 0,-305 27-31,582 40 31,344 52 1,-834-66-32,649 53 31,-424-92 0,-409 13-31,-27-80 31,-27 80-31,1-14 0</inkml:trace>
  <inkml:trace contextRef="#ctx0" brushRef="#br0" timeOffset="60934.46">24362 10990 0,'0'0'0,"0"-13"15,238-53 1,-132 66 0,502-27-1,-423 27 1,688 0-1,-648 0 1,-13 0-16,422 0 16,-462 0-1,357 40 1,-463-40 0,53 13-1,-211-39 16,65 26-15,-12 0 0,26 0-1,13 39 1,0-12 0,26 92-1,-13-66 1,14 317-1,-67 80 17,0-40-1,40-331-15,27 172-1,-14-198 1,13 106-1,-26-106 17,0-67-1</inkml:trace>
  <inkml:trace contextRef="#ctx0" brushRef="#br0" timeOffset="62100.44">24216 12987 0,'0'0'16,"53"-40"0,-26 80 15,-41-14-16,-131 173 1,92-146 0,-159 198 15,160-185-31,-147 132 16,146-118 15,159-80 16,-66 0-47,198-53 15,-159 53 1,530-13 0,263 52 15,1 14 16,-714-40-47,383 27 15,-436-40 1,172 0 15,-238 0-31,-27 0 0,-26-26 31,-40-1 1,79 1-17,106-14 17,-92 27-17,0 0-15</inkml:trace>
  <inkml:trace contextRef="#ctx0" brushRef="#br0" timeOffset="62384.2">28171 13106 0,'13'-27'31,"-26"54"-31,-40 26 31,26-27-31,-39 67 16,-92 105 0,-160 172 15,107-145 0</inkml:trace>
  <inkml:trace contextRef="#ctx0" brushRef="#br0" timeOffset="63562.97">25393 10170 0,'0'0'0,"0"-53"15,0 27-15,0-14 16,-13-13 0,-53 119 15,40-26-15,-14-860-1,40 1865 1,40-900-1,-27-118 1,53 26 15,-26-67-15,-27 1-16,66-79 31,-39-41 0,-40 147 1,13 105-1,0-93-31</inkml:trace>
  <inkml:trace contextRef="#ctx0" brushRef="#br0" timeOffset="64163.06">25737 10368 0,'-26'-92'31,"52"184"-31,-65-197 0,39 91 31,26 147 0,-26-107-31,13 40 32,-13-79-1,-13-93 0,13 67-31,40-120 31,-1 53-15,14 119 15,-26 172 1,-27-158-32,0 105 31,13-158 0,0-54-15,53-118 15,14 145 0,-1 225 0,-13 40 1,-53-186-32</inkml:trace>
  <inkml:trace contextRef="#ctx0" brushRef="#br0" timeOffset="64566.53">26359 10104 0,'0'0'31,"-13"132"1,-1-66-17,-12 80 16,26-173 1,40-158-1,-27 146-31,53-147 31,40 200 0,-53 210 1,-40-12-1,-13-172-31</inkml:trace>
  <inkml:trace contextRef="#ctx0" brushRef="#br0" timeOffset="64741.38">26319 10236 0,'0'0'15,"0"-13"-15,40 0 32,0 13-32,105 13 31,-13-13-31</inkml:trace>
  <inkml:trace contextRef="#ctx0" brushRef="#br0" timeOffset="64963.2">26782 10011 0,'0'0'0,"0"-66"16,40 93 15,-14 184 0,-26-171-15,-13 105 15,0-118-31</inkml:trace>
  <inkml:trace contextRef="#ctx0" brushRef="#br0" timeOffset="65288.77">26980 10130 0,'0'0'0,"27"-92"15,-14 79 1,27 39-1,-27 0 1,0 107 15,-13-14-15,-13-40 0,13 14 15,119-67 0,119-66-15</inkml:trace>
  <inkml:trace contextRef="#ctx0" brushRef="#br0" timeOffset="72494.31">29388 11982 0,'0'0'0,"0"-13"47,39-14-16,-26-13 0,-79 14 0,53 26-31,-146 26 32,27 67-1,119 0 0,66-67-15,0-13-1,158-52 17,-118-94-1,-93-65 0,-13 145-31,-14-92 16,27 131-1,-26 28 17,26 12-32,0 146 15,0-132 1,39 184 15,-12-104 0,-27-107-31</inkml:trace>
  <inkml:trace contextRef="#ctx0" brushRef="#br0" timeOffset="72946.64">29665 11889 0,'0'0'0,"-13"0"15,0-13 17,66 39-17,0 67 16,-53-14 1,-27-52-1,14-27-15,13-53-1,0 26 1,53-65-1,-40 65 1,53-52 0,-66 66-1,53 0 1</inkml:trace>
  <inkml:trace contextRef="#ctx0" brushRef="#br0" timeOffset="73492.25">30168 11916 0,'0'0'0,"0"-14"15,0-25 17,-13 26-17,-53-14 17,52 27-17,-52 53 1,53-40-1,-14 53 1,67-13 15,-13-53-15,26-13 0,13-66 15,-53 39-16,0 0 17,-13 54-17,0 38 1,27 54 15,-14-79-31,26-1 31</inkml:trace>
  <inkml:trace contextRef="#ctx0" brushRef="#br0" timeOffset="73913.44">30604 11572 0,'0'-13'16,"14"-14"-16,-28 67 0,28-93 0,-1 40 16,-13 0-1,-13 13 1,-1 0-16,1 0 0,0 13 0,0 0 16,-40 80-1,53-41 1,0-12-1,0 106 1,13-80 0,0 79-1,-13-118 1,-13 105 0,13-106-1,-53 67 1,27-67-1,12-26-15,-39-13 16,40-13-16,0-1 16</inkml:trace>
  <inkml:trace contextRef="#ctx0" brushRef="#br0" timeOffset="74165.24">30538 11850 0,'-13'0'31,"39"13"1,-12-13-17,52 13 1,-40-13-1,14 0 1,-27-13 0,-13 0-1</inkml:trace>
  <inkml:trace contextRef="#ctx0" brushRef="#br0" timeOffset="74618.07">30856 11651 0,'0'0'0,"0"-13"16,26-13 0,-13 52 15,1 0-15,-1 67-1,-40 52 16,14-118-15,0 65 0,13-78-1,0 12-15,66 14 16,27-67 15,-67 14-15,0-13-16</inkml:trace>
  <inkml:trace contextRef="#ctx0" brushRef="#br0" timeOffset="74819.53">30842 11810 0,'0'0'0,"-13"0"15,132 0 17,-92 0-17,65 0 1,-79 0 0</inkml:trace>
  <inkml:trace contextRef="#ctx0" brushRef="#br0" timeOffset="80816.61">25023 11572 0,'0'-27'31,"40"-12"0,-1 39-15,-12 0 0,26 0 15</inkml:trace>
  <inkml:trace contextRef="#ctx0" brushRef="#br0" timeOffset="81210.49">24891 11810 0,'0'0'0,"-13"13"15,52-13 17,27 0-17,-13 0 1,-39 0 0,12 0-16,-13 0 0</inkml:trace>
  <inkml:trace contextRef="#ctx0" brushRef="#br0" timeOffset="81780.53">25631 11770 0,'-26'0'16,"52"0"-16,-65 0 16,12 0-1,41 0 16</inkml:trace>
  <inkml:trace contextRef="#ctx0" brushRef="#br0" timeOffset="82137.5">25433 11823 0,'0'0'0,"13"0"31,106-13 0,-26 13-15,238-13 15,-292-1-15,41 14-1,-120 0 16,13 0-15</inkml:trace>
  <inkml:trace contextRef="#ctx0" brushRef="#br0" timeOffset="82547.62">26557 11770 0,'-13'0'15,"66"0"17,-27 0-17,107 0 1,52 0 15,-132 0-15,-40-13-1</inkml:trace>
  <inkml:trace contextRef="#ctx0" brushRef="#br0" timeOffset="83225.36">25010 12141 0,'13'-14'31,"27"14"-15,-14 0-16,159 0 31,-145 0-15,66 0-1,-80 0 17</inkml:trace>
  <inkml:trace contextRef="#ctx0" brushRef="#br0" timeOffset="83632.17">25922 12114 0,'-13'0'31,"53"0"0,119 0 1,-120 0-32,133 0 31,-106 0 0,-79-13 0</inkml:trace>
  <inkml:trace contextRef="#ctx0" brushRef="#br0" timeOffset="83932.92">26795 12101 0,'0'0'0,"53"0"31,-26 13-31,78 0 31,120 1 0,-159-14-31,-52 0 16</inkml:trace>
  <inkml:trace contextRef="#ctx0" brushRef="#br0" timeOffset="84697.48">25314 12524 0,'0'0'0,"53"0"15,-40 0 1,133-13-1,-107 13 1,120 0 0,-133 0-1,27 0 1</inkml:trace>
  <inkml:trace contextRef="#ctx0" brushRef="#br0" timeOffset="85040.95">26372 12511 0,'13'0'31,"-26"0"-31,159 0 16,-94 0-1,160 0 1,-159 0 0,26 0-16</inkml:trace>
  <inkml:trace contextRef="#ctx0" brushRef="#br0" timeOffset="89008.55">21690 15063 0,'13'40'47,"1"66"-16,-1-27-15,0-13 0,0 93 15,-13-93 0</inkml:trace>
  <inkml:trace contextRef="#ctx0" brushRef="#br0" timeOffset="89382.87">21981 14852 0,'0'26'32,"53"53"-1,66 120 0,-40 26 0,-79-173-31,-13 15 16,-26 25 0,-67 1 15,79-80-16,14-13-15,0 0 0</inkml:trace>
  <inkml:trace contextRef="#ctx0" brushRef="#br0" timeOffset="91010.68">22709 15037 0,'0'0'0,"0"-27"32,0 67-1,26 132 0,-26-132-31,26 131 31,-12-118-15</inkml:trace>
  <inkml:trace contextRef="#ctx0" brushRef="#br0" timeOffset="91358.5">22669 15010 0,'0'0'0,"-13"-39"16,-1-14-16,1 13 0,-13-79 31,105-13 1,-52 119-32,92 52 31,-27 133 0,-145 66 0,27-211-31,-1 12 0,-12-12 16,-94-14 15,94-79-15</inkml:trace>
  <inkml:trace contextRef="#ctx0" brushRef="#br0" timeOffset="91757.3">22986 15169 0,'-39'-13'31,"39"-1"-31,39 41 0,-12-40 32,105 132-1,-92 0 0,-40-106-31,-66 0 31,13-39-15,26-40 0,120-93 15,65 80-16</inkml:trace>
  <inkml:trace contextRef="#ctx0" brushRef="#br0" timeOffset="92145.44">23462 15169 0,'0'-13'16,"-13"13"0,-26 26-1,25-13 1,-25 93 0,65-26 15,40-54 0,-53-39-15,14-53-1,-27 52 1,-27-105 15,-25 93-15</inkml:trace>
  <inkml:trace contextRef="#ctx0" brushRef="#br0" timeOffset="92384.33">23714 15023 0,'0'-13'0,"0"26"0,-27-105 32,27 79-32,13 66 15,-13-14 1,53 133 15,-13 40-15,-27-186-1,-13 14 1</inkml:trace>
  <inkml:trace contextRef="#ctx0" brushRef="#br0" timeOffset="92966.32">23700 15262 0,'0'0'0,"27"0"31,-1 0-15,120 0-1,26 0 17,-159 0-17,66-27 1,-79 1 15,-13 26-15,-40-14-1,40 1 1,-13 13 0,52-13 15,-26 0 16,0-14-16,-13 14 16,0 13-47,-40 40 31,39-14-31,-12 93 31,26-92-31,93 92 32,39-106-17</inkml:trace>
  <inkml:trace contextRef="#ctx0" brushRef="#br0" timeOffset="93533.09">24441 15222 0,'13'0'31,"-26"0"-31,40-27 31,-67 14 0,-39 40 1,65-1-32,1-13 0,0 80 15,66 26 16,-27-106-15,120-13 0,-120-13-1,106-66 1,-105 52 0,26-145-1,-53 119 1,-40-119-1,27 133 1,-14 12 0,54 199 15,-14-119-15,40 159-1,-53-173 1,40 67-1,-40-93 1</inkml:trace>
  <inkml:trace contextRef="#ctx0" brushRef="#br0" timeOffset="93679.46">24772 15248 0,'-13'-53'15,"26"106"1,-26-119-16,65 53 15,-25 13 1,105 0 0,-79 0-1,13 0-15</inkml:trace>
  <inkml:trace contextRef="#ctx0" brushRef="#br0" timeOffset="94414.09">25380 15182 0,'0'0'16,"-13"-53"-1,13 14 17,13 105-1,-13-40-16,13 93 1,-13-79 0,40 52-1,0-65 17,-27-27-17,13-53 1,-12 40-1,-1-80 1,0 67 0,0-14-1,1 40 1,25 79 0,-26-65-1,40 65 16,-39-66-31,65-13 32,0-92-1,-79 39-15,0-40-1,-39 14 1,-14 26 15</inkml:trace>
  <inkml:trace contextRef="#ctx0" brushRef="#br0" timeOffset="94766.57">26068 15209 0,'-13'-27'31,"13"14"-31,-40 26 32,40 93-1,66 0 0,-26-93-15,39-53 15,-52-65 0,-94-15 0,15 107-15</inkml:trace>
  <inkml:trace contextRef="#ctx0" brushRef="#br0" timeOffset="95178.3">26385 15195 0,'0'0'0,"-13"-13"15,13 0-15,-26-27 16,65 53 15,27 54-15,-26-14-1,-27-27-15,1 27 16,-41 26 15,14-79-31,-14 0 16,-12-39 0,39 12-1,0 14 1,13-14-16,53-39 15,-53 53-15,40-13 16,13-14 0,-39 40-1,-14-13-15</inkml:trace>
  <inkml:trace contextRef="#ctx0" brushRef="#br0" timeOffset="95428.91">26690 14944 0,'0'-26'15,"0"52"-15,0-79 16,13 53-16,13 119 31,-13-79-15,-13 13-16,14 92 15,-1-12 17,-13-120-17,0 0-15</inkml:trace>
  <inkml:trace contextRef="#ctx0" brushRef="#br0" timeOffset="95685.56">26822 15275 0,'0'0'16,"66"-66"-1,-40 52 17,-39 28-17,-13-1-15,12 0 0,1 0 16,-53 27 0,13 0 15,66-27-16,120 93 17,-80-67-17,-1 41 1</inkml:trace>
  <inkml:trace contextRef="#ctx0" brushRef="#br0" timeOffset="96767.22">21796 16346 0,'-13'-27'15,"26"54"-15,-26-67 16,13-39 0,0 66-1,0-1-15,53-25 16,-27 26-1,120 39 1,-120-13 0,14 80-1,-53-14 1,-1-39-16,-92 66 16,-79-1 15,159-105-16,-27-13 1,146-66 15,-1 66-15,40 52 15,-105-25-15,13 38-1,-14-38 1</inkml:trace>
  <inkml:trace contextRef="#ctx0" brushRef="#br0" timeOffset="97039.33">22180 16253 0,'0'-39'0,"0"78"0,13-131 15,-13 52-15,13-26 16,80 66 15,-80 26-31,13 14 0,54 158 32,-94 54-1,-131-120 0,-1-106-15</inkml:trace>
  <inkml:trace contextRef="#ctx0" brushRef="#br0" timeOffset="97430.83">22986 16200 0,'0'0'0,"-26"-39"32,26 26-17,0 39 1,13 0-16,0 1 15,27 158 1,-14 27 15,-12-186-31</inkml:trace>
  <inkml:trace contextRef="#ctx0" brushRef="#br0" timeOffset="97775.51">22841 16333 0,'0'0'0,"-13"-27"15,-14-65 1,93-54 15,-26 120-15,145 39-1,-39 93 1,-41 185 15,-131-172-15,-186 39 15,159-158-15,-52-79-1,118-53 17</inkml:trace>
  <inkml:trace contextRef="#ctx0" brushRef="#br0" timeOffset="98195.35">23542 16452 0,'0'13'16,"-13"-13"-1,-14 0 1,54 13 15,-1 0-15,40 1-1,27-54 17,-93 27-32,0-14 15,-27-26 1,-79-13 15,93 53-15,-13 13-16,-14 40 15,27 52 1,66 67 15,26-119-15,-39-40-16</inkml:trace>
  <inkml:trace contextRef="#ctx0" brushRef="#br0" timeOffset="98554.46">23833 16346 0,'0'0'0,"-27"-27"16,27 54 15,80 79 0,-54-67-31,53 80 32,-39-79-1,-13-119 0,12-93 0,-39 132-31,27-39 32,-14 79-17</inkml:trace>
  <inkml:trace contextRef="#ctx0" brushRef="#br0" timeOffset="98786.34">24362 16372 0,'13'0'31,"-26"0"-31,26 27 31,0 105 0,14 0 1,-27-105-32</inkml:trace>
  <inkml:trace contextRef="#ctx0" brushRef="#br0" timeOffset="98966.47">24401 16148 0,'0'0'0,"-26"-14"15,26 28 17,13 25-17</inkml:trace>
  <inkml:trace contextRef="#ctx0" brushRef="#br0" timeOffset="99273.03">24864 16531 0,'0'0'0,"14"0"16,-28-66-1,-91 0 17,78 66-17,-52 40 1,66 12 0,26 54-1,13-79 1,80 39-1,-27-53 1,-39-13-16</inkml:trace>
  <inkml:trace contextRef="#ctx0" brushRef="#br0" timeOffset="99665.54">25208 16518 0,'-53'-13'31,"106"26"-31,-92-26 31,52 13-31,0 0 16,53 0 0,-53 0-16,14 0 15,12 0 1,-25-14-16,-14-38 31,-93-1 0,67-952-31,-67 2023 32,53-899-1,80-27-16,92-25 17,-66-67-17</inkml:trace>
  <inkml:trace contextRef="#ctx0" brushRef="#br0" timeOffset="100179.47">26240 16214 0,'0'0'0,"66"-40"32,-53 40-17,-26-26 1,-106 26 15,13 39 0,93-26-31,13 1 16,53 65 0,79 40 15,-66-13 0,-158-53 0,-54-40 1,120-26-32,-1-14 15,14-12 1</inkml:trace>
  <inkml:trace contextRef="#ctx0" brushRef="#br0" timeOffset="100790.49">26703 16240 0,'13'-40'32,"-26"80"-32,13-93 0,-40 80 31,40-14-31,-13 13 15,-27 146 17,93-53-1,40-105 0,-14-107 0,0-79 1,-79 159-32,14 0 31,-41 145 0,67-13 0,79-119 1,-93-13-32,-12-1 0,12-12 15,40-146 17,-92 40-1,-27 158 0,40 14-15,39-14-1</inkml:trace>
  <inkml:trace contextRef="#ctx0" brushRef="#br0" timeOffset="101008.18">27364 16200 0,'0'-39'32,"0"78"-32,0-65 31,0 171 0,0-39-15,13-53-1,-13-40-15</inkml:trace>
  <inkml:trace contextRef="#ctx0" brushRef="#br0" timeOffset="101178.36">27443 15910 0,'0'0'0,"0"-14"15,-13 1-15,0 13 32,13 27-17,0-1-15</inkml:trace>
  <inkml:trace contextRef="#ctx0" brushRef="#br0" timeOffset="101386.24">27562 16015 0,'0'0'0,"27"-26"31,-14 26-31,14 79 32,-27-39-32,13 145 31,-26 40 0</inkml:trace>
  <inkml:trace contextRef="#ctx0" brushRef="#br0" timeOffset="102218.59">27589 16319 0,'0'-13'0,"0"26"0,13-65 31,-13 38-31,66 1 31,27 13-15,92 0 15,-92-26-15,-54-40 15,-65 39-15,-54 27 15,27 132 0,53 67 0,133-133 1,-1-159-1,-53-132 0,-65 120-15,25-67 15,-39 251 0,13 146 1,-13-172-32,40 119 31,-13-106 0,39-185 0,26-27 1,41 199-1,-54 106 0,-26-106 0,-27-119 1,-12 53-32,-1-40 15</inkml:trace>
  <inkml:trace contextRef="#ctx0" brushRef="#br0" timeOffset="133491.6">8478 14825 0,'26'13'16,"14"-13"-1,39 40 1,-79-27-1,-26 67 1,-40-14 0,39-40-16,-13-26 15,-26 53 1,53-53-16,13-13 16,106 13-1,251-53 16,-291 53-15,53 0 0,-132 13-1,-14 0-15,-105 40 16,26-13 0,1 0-1,144-27 16,41-26-15,39-1 0,-14 1 15,-131 13 16</inkml:trace>
  <inkml:trace contextRef="#ctx0" brushRef="#br0" timeOffset="142808.4">9165 10977 0,'0'13'31,"53"-39"0,-39 12-31,12-12 32,-39-14-1,-93 40 0,13 40-15,40 13-1,120 39 17,-28-78-32,120 52 31,-53 53 0,-238-14 0,39-91-15,-39-67 15,158-27-15</inkml:trace>
  <inkml:trace contextRef="#ctx0" brushRef="#br0" timeOffset="144255.16">9602 11056 0,'0'0'0,"13"-40"31,-13 14-15,-26-14 0,-27 80 31,0 92-16,40-105-31,26 39 31,79-66 0,-25-119-15,-41 13 15,-13 146 0,14 105 16,-14-118-47,53 12 16,-40-39 0,27-119-1,-39-92 16,-28 158-15,-12-93 0,26 133-1,0 39 17,0 1-32,13 105 15,0-92 1,14 105-1,-14-131 1,40-1 0,0-66 15,-40 13 0,0 40 16,40-26-16,-26 13-15,12-27 0,-25 27-1,-41-40 1,14 53-1,-66-27 1,12 93 15,67-39-15,14 79 0,12-80-1,67 14 1,-67-40-1,120-93 1,-93-52 15,-53 105-15,-14-39 0,1 79-1,-40 13 1,40 0-1,13 53 1,13-52 0,80 78-1,-80-65 1,13 39 0,-39-53-1,-79 0 1,65-13-1,-13-26-15</inkml:trace>
  <inkml:trace contextRef="#ctx0" brushRef="#br0" timeOffset="145241.66">10607 10752 0,'0'-13'47,"-13"13"31,13-14-31,0 1-16,-27 0 1,14 26-17,-40 53 1,40-39-1,13 79 1,26-80 0,80 40-1,-66-66 1,39-26 0,-65 13-1,-14-67 1,-14 54-1,-52-40 1,53 52 0,-27 1-1,93 13 17,40 0-1,-80-13-16,0 0 1,14-14 15,-1 27-15,53 40 0,-52-27-1,52 80 1,-66-80-1,-39 13 1,13-26 0,-40-26-1,40 13 1,13-93 0,13 79-1,106-78 1,-93 91-16</inkml:trace>
  <inkml:trace contextRef="#ctx0" brushRef="#br0" timeOffset="145647.1">11308 10606 0,'0'0'0,"-26"14"16,12-14-1,-39 0 1,40 0-1,-13 39 1,26-1004 0,0 2036-1,39-991 17,-12-80-17,-14-14-15,14-12 16,39-146 15,-53 132-15,-13-118-1,-40 91 17,14 173-17,39 0 1,53 66-1,-39-106 1,12-13-16</inkml:trace>
  <inkml:trace contextRef="#ctx0" brushRef="#br0" timeOffset="146199.99">11625 11770 0,'0'0'15,"-52"-13"1,65 0-1,251-14 17,-198 27-17,-13-13-15</inkml:trace>
  <inkml:trace contextRef="#ctx0" brushRef="#br0" timeOffset="146324.19">11758 11889 0,'0'0'0,"-80"40"16,80-27-16,14-13 15,131 0 17</inkml:trace>
  <inkml:trace contextRef="#ctx0" brushRef="#br0" timeOffset="146495.28">11718 12180 0,'-40'27'32,"80"-54"-32,79 14 31,-66 0-31,0 0 0,13-1 15</inkml:trace>
  <inkml:trace contextRef="#ctx0" brushRef="#br0" timeOffset="146647.12">11837 12312 0,'0'0'0,"-53"27"16,40-14 15,79-26-31</inkml:trace>
  <inkml:trace contextRef="#ctx0" brushRef="#br0" timeOffset="147179.18">12353 11982 0,'-27'0'0,"54"0"0,-67 0 15,14 0-15,12 0 0,14 0 31,80 0-15,171-27 15,-211 27-31</inkml:trace>
  <inkml:trace contextRef="#ctx0" brushRef="#br0" timeOffset="147334.24">12340 12127 0,'-40'40'32,"53"-40"-32,14-40 0,78 67 31,-65-40-31,13 13 0,-13 0 16,13-14-16,-27 14 0</inkml:trace>
  <inkml:trace contextRef="#ctx0" brushRef="#br0" timeOffset="147500.32">12300 12379 0,'0'0'16,"40"-40"15,52 0-16</inkml:trace>
  <inkml:trace contextRef="#ctx0" brushRef="#br0" timeOffset="147656.29">12406 12617 0,'-13'39'31,"26"-78"-31,132 52 16</inkml:trace>
  <inkml:trace contextRef="#ctx0" brushRef="#br0" timeOffset="159061.45">27205 11969 0,'0'0'0,"27"-14"16,-1 14-1,199-39 1</inkml:trace>
  <inkml:trace contextRef="#ctx0" brushRef="#br0" timeOffset="159257.35">27483 12035 0,'0'0'0,"-40"26"16,133-26 15,-53 0-16,39 13-15</inkml:trace>
  <inkml:trace contextRef="#ctx0" brushRef="#br0" timeOffset="159419.87">27470 12339 0,'0'0'0,"26"26"15,173-26 17,-146 0-17</inkml:trace>
  <inkml:trace contextRef="#ctx0" brushRef="#br0" timeOffset="159601.6">27562 12669 0,'0'0'0,"0"14"15,14-14 1,118-40 0,-92 40-1,12 0-15,-12 0 0</inkml:trace>
  <inkml:trace contextRef="#ctx0" brushRef="#br0" timeOffset="199025.06">12697 10646 0,'0'-26'16,"0"12"-1,0-12 1,0 0 15,0 12-31,13 14 16,-13 40 15,0-27-15,-13 14-16,-1 131 15,14-118 1,-13 119-1,13-120 1,0 28 0</inkml:trace>
  <inkml:trace contextRef="#ctx0" brushRef="#br0" timeOffset="199708.86">12697 10580 0,'0'-26'31,"0"52"-31,26-52 47,14 26-31,-1-14-16,292-12 31,-225 13-15,502-1-1,397 14 17,-793 0-17,912 27 1,-912-14-1,608 0 1,-661-13 0,290 14-1,-343-14 17,-132-14-17,12 14-15,-52-13 16,-26 0 15,78 0-15,1 13-1,13-27 17,0 14-32</inkml:trace>
  <inkml:trace contextRef="#ctx0" brushRef="#br0" timeOffset="200001.69">17617 9866 0,'-14'-40'0,"28"80"16,-28-106-16,14-14 15,14 67 1,12 93 0,-13 25-1,1 266 17,-14-226-17,-14 67 1,14-146-1</inkml:trace>
  <inkml:trace contextRef="#ctx0" brushRef="#br0" timeOffset="200725.71">17603 9628 0,'14'13'31,"-67"66"0,-13 54 0,52-120-31,1 40 32,40-1072-1,39 1853 0,13-927 0,-39 106-15,-14 14-16,120 171 31</inkml:trace>
  <inkml:trace contextRef="#ctx0" brushRef="#br0" timeOffset="201537.64">18000 7750 0,'0'0'0,"-13"-40"31,0 27-31,-14 0 16,-92 0-1,53 13-15,-304 119 32,304-93-17,-146 172 1,199 93 15,53-238-15,224 146-1,-171-160-15,12-12 16,438-1 0,-385-26-1,517-79 1,-384 0-1,-66-14 1,-53-105 0,-186 158-1,-25 0-15,-226-52 16,133 65 0,-476-52-1,436 66 1,-410-27-1,463 40-15,-80 13 16,120 0 0,-14 14-16</inkml:trace>
  <inkml:trace contextRef="#ctx0" brushRef="#br0" timeOffset="202302.4">17273 8438 0,'0'0'0,"0"-14"15,13 14-15,53 27 16,-53 13-1,14 171 1,-27-145 0,-27 252-1,14-252 1,13 0-16,-26 106 16,12-119-1,14-14-15,14 41 16,12-67-1,120-13 1,-80-13 0,251-14-1,-224 27 1,26 0-16,264 13 16,-237 1-1,-14-14-15,265 13 16,-291-13-16,-14 0 15,107-13 1,-173 13 0,-39-53-1,0 40 1,-40-80 0,39 53-16,14-132 31,0 40-16,0-159 1,-13-105 15,-13 276-15,-27 15 0,26 105-1,-65 66 1,65-27-1,14 358 1,145 0 15</inkml:trace>
  <inkml:trace contextRef="#ctx0" brushRef="#br0" timeOffset="203056.81">20063 9006 0,'0'0'0,"40"-66"31,-40 40-15,13-40-1,-26 52 1,-132 67 15,39 119 1,172-40-1,-40-118-31,146-28 31,27-197 0,-199 158-31,-27-212 32,-39 107-17,53 184 1,0 159-1,26-119 1,93 239 15,-27-200-15</inkml:trace>
  <inkml:trace contextRef="#ctx0" brushRef="#br0" timeOffset="203385.33">20447 8927 0,'-13'-27'16,"26"54"-16,-13-133 31,13 106-31,80 66 31,-40 80 0,-119-93 1,26-93-1,66-53-15,133-39 15,-106 106-16,-13 26-15</inkml:trace>
  <inkml:trace contextRef="#ctx0" brushRef="#br0" timeOffset="203860.27">21002 8940 0,'40'-40'31,"-80"80"-31,107-185 31,-81 118-31,1 1 0,0 13 16,-106-14 15,0 159 0,106-39-15,26-67-16,66 67 31,80-80 1,-67-145-1,-118 26 0,0 146 0,39 92 1,106-66-1,-93-66-31</inkml:trace>
  <inkml:trace contextRef="#ctx0" brushRef="#br0" timeOffset="204122.51">21452 8623 0,'0'-66'0,"0"132"0,-13-198 16,13 79-16,-40-106 31,14 252 0,26-41-31,26 358 31,-13 0 1,-13-225-1,-26-237-16</inkml:trace>
  <inkml:trace contextRef="#ctx0" brushRef="#br0" timeOffset="204269.85">21227 8914 0,'0'-53'31,"0"106"-31,133-106 31,-94 53-31,107 0 16</inkml:trace>
  <inkml:trace contextRef="#ctx0" brushRef="#br0" timeOffset="204478.29">21677 8662 0,'-13'-39'0,"26"78"0,-66-197 31,53 145-31,-13-1 0,13 80 32,53 278-1,-14-145-15,-39-160-1,14 1 1</inkml:trace>
  <inkml:trace contextRef="#ctx0" brushRef="#br0" timeOffset="204611.4">21584 8861 0,'0'0'0,"-13"-80"32,106 54-17,-54 26 1,-12 0-16</inkml:trace>
  <inkml:trace contextRef="#ctx0" brushRef="#br0" timeOffset="204839.74">22061 8623 0,'0'0'31,"-14"-119"-31,14 106 31,0 39-31,40 159 31,-27-132-31,27 185 32,0-106-17</inkml:trace>
  <inkml:trace contextRef="#ctx0" brushRef="#br0" timeOffset="205356.92">22021 8861 0,'-27'-53'32,"54"106"-32,65-93 31,-52 53-31,172-13 31,-54-39 0,-158 12-31,-26-79 32,-106 1-1,118 118-31,-38 132 31,38-105-31,28 145 31,38-105-15,-25-67-16,39-13 31,-13-185 0,-53 39 1,13 199-1,14 106 0,-14-133-31,13 1 16</inkml:trace>
  <inkml:trace contextRef="#ctx0" brushRef="#br0" timeOffset="205792.74">22682 8570 0,'0'0'0,"-13"-53"16,0 0-16,13 13 0,-14 1 15,14 26 1,0 39-16,27 199 31,39 79 0,-26-159 1,-67-171-1,27-146 0,0 146-15,66-41-1,14 120 17,-133 53-1,40-93-31,-93 27 31</inkml:trace>
  <inkml:trace contextRef="#ctx0" brushRef="#br0" timeOffset="205970.67">23092 8477 0,'40'0'31,"-40"14"-31,-40-28 0,93 226 31,-40 39 1,27-132-17</inkml:trace>
  <inkml:trace contextRef="#ctx0" brushRef="#br0" timeOffset="206331.12">23370 8874 0,'0'0'0,"-27"-13"31,41 79 0,131-40 1,-26-79-1,-132-52 0,-14 91-31,-92-12 31,93 39-31,-53 106 32,158 106-1,80-185-15</inkml:trace>
  <inkml:trace contextRef="#ctx0" brushRef="#br0" timeOffset="207272.38">11744 12590 0,'0'0'31,"-52"-13"-31,78 0 16,0-1-16,160-12 31,-81 13-31</inkml:trace>
  <inkml:trace contextRef="#ctx0" brushRef="#br0" timeOffset="207406.13">11784 12736 0,'-26'26'31,"52"-52"-31,27 26 16</inkml:trace>
  <inkml:trace contextRef="#ctx0" brushRef="#br0" timeOffset="207562.41">11811 12868 0,'-106'53'32,"212"-106"-32,-40 93 31,13-40-31</inkml:trace>
  <inkml:trace contextRef="#ctx0" brushRef="#br0" timeOffset="209242.4">12961 12114 0,'0'0'0,"13"0"63,40 0-32,-26 0-15,184 0-1,-118 0 1,0-13-16,449 0 15,-370-1 1,648-25 0,-595 25-1,714-52 1,-701 53 0,0-13-16,449-14 15,-501 14 1,-1 12-16,304-52 15,-423 53 1,27-13 0,-173 12 15,54 28-15,-80-14-1,80 0 1,-14 0-1</inkml:trace>
  <inkml:trace contextRef="#ctx0" brushRef="#br0" timeOffset="209711.38">18132 9562 0,'0'0'0,"0"-14"16,14 41 0,-14-1-1,13 186 1,0-40 0,27 264-1,-27-303 1,27 382-1,-40-396 1,13-714 0,-13 1653-1,0-886 1,0-145 0,-13-27-16</inkml:trace>
  <inkml:trace contextRef="#ctx0" brushRef="#br0" timeOffset="210192.01">17974 9853 0,'-13'39'16,"26"-78"-16,-40 105 0,14 0 16,0-106 15,13 14-15,40-146-1,-27 119 1,66-93-1,-66 133 1,14 13-16,92 199 16,-80-107-1,94 318 1</inkml:trace>
  <inkml:trace contextRef="#ctx0" brushRef="#br0" timeOffset="211163.93">12842 11797 0,'0'-27'31,"0"54"-31,27-93 31,-27 52-31,53 14 32,277-13-1,-224 13-31,516-26 31,515-14-15,80-26 31,-225-40-16,-886 93-31,198-27 31,-265 0 0,-211 40 1,146 0-32,0-13 0</inkml:trace>
  <inkml:trace contextRef="#ctx0" brushRef="#br0" timeOffset="211713.73">17841 9588 0,'14'-40'31,"-1"27"-31,-40 66 0,67-93 32,-40 67-32,-26 224 31,-1 450 0,67-212 0,26-211 1,-53-199-17,14-26 17,-14-79-17</inkml:trace>
  <inkml:trace contextRef="#ctx0" brushRef="#br0" timeOffset="212201.49">17815 9429 0,'-26'14'16,"-1"39"-1,-26 304 16,40-119 1,26-212-1,0-39-31,14-146 31,65-118 0,-25 144-15,38 133 15,1 529 1</inkml:trace>
  <inkml:trace contextRef="#ctx0" brushRef="#br0" timeOffset="213037">13292 11294 0,'0'0'15,"79"0"1,199-26 15,304-14 1,436 0-1,-528 27-16,541-27 1,107-65 15,-953 91-31,370-78 32,-317 26-1,-238 53-31,-13 13 15,-93-14 1,40 14 0,40 0-16</inkml:trace>
  <inkml:trace contextRef="#ctx0" brushRef="#br0" timeOffset="213399.7">18542 9535 0,'0'0'16,"27"53"0,-14-13-1,0 251 1,14 0 0,-1 145 15,-13-370-16,-13 106 1,0-132 0</inkml:trace>
  <inkml:trace contextRef="#ctx0" brushRef="#br0" timeOffset="213831.56">18582 9522 0,'0'0'0,"-79"40"16,52-1-1,-26 94 1,40-94 0,0 27-1,13-118 17,53-107-1,-40 132-31,14 1 15,39-14 1,-40 40-16,93 133 31,-92-67-31</inkml:trace>
  <inkml:trace contextRef="#ctx0" brushRef="#br0" timeOffset="-214567.77">12961 11678 0,'27'0'31,"26"0"-15,290 0 15,-237 0-31,635-40 31,264-13 1,119 0-1,-436 27-16,357-1 17,-331 1-1,-397-40 0,-290 52-15,-27-12-1,-93-40 17,27 39-17,40 14-15</inkml:trace>
  <inkml:trace contextRef="#ctx0" brushRef="#br0" timeOffset="-214151.85">19032 9324 0,'-13'39'32,"13"-12"-32,39 224 31,-12-39-16,-14-93-15,27 489 32,-54-172-1,1-237 0</inkml:trace>
  <inkml:trace contextRef="#ctx0" brushRef="#br0" timeOffset="-213769.65">18886 9297 0,'-26'66'31,"-27"133"1,-13-14-1,53-159-31,-1 14 31,1-40-31</inkml:trace>
  <inkml:trace contextRef="#ctx0" brushRef="#br0" timeOffset="-213642.98">18952 9443 0,'53'-66'16,"-106"132"-16,239-53 31,-147 40-31,14 106 16</inkml:trace>
  <inkml:trace contextRef="#ctx0" brushRef="#br0" timeOffset="-213079.83">17881 8781 0,'-26'0'15,"52"0"-15,-52-13 31,52 13-31,212 13 32,-13 1-17</inkml:trace>
  <inkml:trace contextRef="#ctx0" brushRef="#br0" timeOffset="-212900.88">18013 8927 0,'0'0'0,"-132"26"31,145-26-31,159-13 32,119 0-17</inkml:trace>
  <inkml:trace contextRef="#ctx0" brushRef="#br0" timeOffset="-212738.98">18013 9139 0,'0'0'0,"-92"0"31,118 0-31,212-53 31,-172 53-31</inkml:trace>
  <inkml:trace contextRef="#ctx0" brushRef="#br0" timeOffset="-212571.02">18053 9205 0,'-26'0'0,"52"0"0,-79 0 15,172-14 17,119 1-17</inkml:trace>
  <inkml:trace contextRef="#ctx0" brushRef="#br0" timeOffset="-212307">18450 8702 0,'0'0'0,"-13"0"16,171-13 15</inkml:trace>
  <inkml:trace contextRef="#ctx0" brushRef="#br0" timeOffset="-212115.44">18463 8900 0,'0'0'0,"-13"14"16,-14-1 0,199-13 15,-53 0-16,-52 0-15</inkml:trace>
  <inkml:trace contextRef="#ctx0" brushRef="#br0" timeOffset="-211972">18490 9086 0,'0'0'16,"39"0"-1,1 0-15,13-14 16,0 1-16</inkml:trace>
  <inkml:trace contextRef="#ctx0" brushRef="#br0" timeOffset="-209217.95">19508 9601 0,'0'-13'15,"-13"13"32,13-13-31,0 39 31,0 14-32,-14 0-15,1 158 32,13 0-17,0 120 17,0-40-1,0-226-31,0 187 31,0-54-15,0-119-16,0 119 31,0-79 0,13-106 0,14-53 1,-14 40-32</inkml:trace>
  <inkml:trace contextRef="#ctx0" brushRef="#br0" timeOffset="-208658.36">19508 11519 0,'0'13'31,"79"-13"1,-39 0-32,13 0 15,674-53 17,252 40-1,-93 26 0,-211 1 0,-556-1-31,225-13 16,-292-13 15,-78 13-15,-106-14-1,105 14 1,-12 0 0,39-13-1,13 13 17,0-13-17</inkml:trace>
  <inkml:trace contextRef="#ctx0" brushRef="#br0" timeOffset="-208214.24">23158 11241 0,'0'0'0,"-26"-13"15,-27-13 1,40 12 0,-1 14-1,41 14 1,79 25-1,-53-26-15,158 67 32,-131-41-17,-1 28 1,-79-54 0,-27 53-1,14-53 1,-13 14-16,-93 39 15,66-40 1,-198 54 0</inkml:trace>
  <inkml:trace contextRef="#ctx0" brushRef="#br0" timeOffset="-156978.2">20540 10474 0,'-14'0'31,"14"-13"31,27-13-30,-1-1-1,-13 14-31,40-14 31,80 14 0,-14 53 1,-93 39-1,-52-52-31,-54 26 31,-39-1 0,106-52-31,13 0 32,93 0-1,-67 0-31,-13 0 15,14 14-15,39 52 32,-53-40-32,-13 1 0,0 52 15,-13-66 1,-133 40 0,107-53-1,-94-26 1,67-67 15</inkml:trace>
  <inkml:trace contextRef="#ctx0" brushRef="#br0" timeOffset="-156714.77">21188 10593 0,'0'0'0,"-27"0"16,120-26 15,-54 26-15,94-13-1,-120 13 1,40 0 0</inkml:trace>
  <inkml:trace contextRef="#ctx0" brushRef="#br0" timeOffset="-156233.08">21558 10382 0,'0'0'0,"13"-27"16,-13 14-16,27-40 31,-1 119-15,-26-39-1,13 12-15,14 67 16,-14-79-1,27 92 1,-27-106 0,66 26-1,14-118 17,-40-66-1,-40 105-16,-13-26 1,-13 172 31,13 92-31,26-52 15,1-107 0</inkml:trace>
  <inkml:trace contextRef="#ctx0" brushRef="#br0" timeOffset="-155567.37">22272 10527 0,'0'0'16,"-79"-13"-1,66 13 1,26 26 0,0-12-1,0-1-15,27 53 16,-27-40-1,0 1-15,1 39 16,-14-26 0,0-993-1,-14 1932 1,14-1019 0,0 1-1,0 12 1,40-92-1,0 80 1,-1 12 0,14 133 15,-53-80-15,0 67-1,0-80 1,0 14-1,13-67 17,80-106-1,-66 120-15,39 0-1,-27 118 16,-39-65-15,0-1-16,0 53 16,27-26 15</inkml:trace>
  <inkml:trace contextRef="#ctx0" brushRef="#br0" timeOffset="-155207.2">22973 10593 0,'0'0'0,"-26"-39"15,12 39 1,-25 13 0,25 26-1,14-25-15,0 12 16,14 53-1,-1-65 1,0 12-16,53 1 31,-39-27-31,-14-14 16,53-78 15,-66 79-31,0-14 0,0 1 16,-40-14-1,-52 27 17,79 26-32</inkml:trace>
  <inkml:trace contextRef="#ctx0" brushRef="#br0" timeOffset="-154748.6">23238 10580 0,'-27'-26'31,"14"-1"1,79 106-1,-53 54 0,-39-41 0,-1-92 1,27-13-32,53-93 31,53-13 0,-13 119 0,-67 106 1,-26 0-1,13-93-31,-13 0 15</inkml:trace>
  <inkml:trace contextRef="#ctx0" brushRef="#br0" timeOffset="-154233.31">23648 10435 0,'0'0'0,"-14"-27"32,14 67-1,0 185 0,0-67 0,14-131-15</inkml:trace>
  <inkml:trace contextRef="#ctx0" brushRef="#br0" timeOffset="-153693.41">23608 10646 0,'-40'-40'32,"80"80"-32,-14-93 31,107 40 0,-107 0-31,40-14 16,-53-26 15,-13 40-15,0 40-1,0-14 1,0 106 0,-13-93-1,13 107 1,0-94 15,27-65 0,-14 13-15,40-67 0,-40 67-1,53 13 1,-26 93 15,-40-80-15,13 27-1</inkml:trace>
  <inkml:trace contextRef="#ctx0" brushRef="#br0" timeOffset="-153268.09">24375 10606 0,'0'0'0,"13"-26"15,0 26 1,-26-40 15,0 40-31,-53-13 31,53 13-31,-53 53 16,39-40 0,14 80 15,119-40 0,-67-53-31,54 26 31,-172 27 1,-146-40-1</inkml:trace>
  <inkml:trace contextRef="#ctx0" brushRef="#br0" timeOffset="-152829.96">20923 10937 0,'-66'13'0,"132"-26"0,-238 26 31,199-13-31,343-13 32,-211 0-32,700 13 31,490 26 0,-1097-12-31,-28-14 0,332 26 31,-503-26-31,-40 0 16,-66-13 0,-53-14-1</inkml:trace>
  <inkml:trace contextRef="#ctx0" brushRef="#br0" timeOffset="-143378.21">20764 7737 0,'0'0'0,"14"-40"16,12-13-16,-26-132 16,0 132-1,-66-66 1,26 79 0,-383-79-1,-357 93 16,-239 66 16,781-27-47,-767 93 16,727-67 0,-885 160-1,858-133 1,-845 238-1,885-211 1,-925 475 0,965-436-1,-621 477 1,647-451 0,-555 517 15,582-490-31,-423 569 15,476-569 1,0 0-16,-211 556 16,263 105 15,438-79 0,-252-621-15,555 409 15,-462-436-31,753 304 16,-674-343-1,1389 250 1,423-118 15,251-93 0,-1865-106-15,1482-26 0,-1495-14-1,1442-131 1,-1455 105-16,1335-278 31,-1388 239-15,-13-27-16,701-252 15,-781 239 1,-12-13-16,660-490 16,-793 463-1,317-542 1,-423 529 0,27-596-1,-119 583 1,-292-595-1,186 594 1,-715-713 0,649 753-1,-701-423 1,647 450 0,-898-331-1,832 357 1,-1057-224-1,1018 277 1,-1072-119 0,1072 159-1,0-1-15,-1071 1 16,1071 26 0,-913 53-1,1019-39 1,26-1-16</inkml:trace>
  <inkml:trace contextRef="#ctx0" brushRef="#br0" timeOffset="-142162.11">30075 13357 0,'0'0'0,"-79"-13"15,66 0-15,-1 13 16,81 26 0,-54 1-1,53 118 1,-53 93 15,-13-172-15,-26-13-1,13-53 1,13-13-16,0-106 16,0 79-1,26-211 1,-13 185 0,106-146-1,-79 173 1,0 12-16,79 14 15,-80 26 1,-12 0-16,26 133 16,-67-106-1,-91 105 1,65-119 0,-66 41-1,80-54 1,52 0-1,1 0 1,-1 0-16,120 80 16,-1 39 15,-119-119-15,27-13-16</inkml:trace>
  <inkml:trace contextRef="#ctx0" brushRef="#br0" timeOffset="-141770.71">30922 13370 0,'0'0'0,"0"-119"16,0 93-16,-13 66 31,-14 198 0,27-185-31,0-1 16,-13 94 0,39-120 15,27-211 0,27-132 0,39 185 1,-53 330-1,0 133 0,-66-292-31</inkml:trace>
  <inkml:trace contextRef="#ctx0" brushRef="#br0" timeOffset="-141108.16">31028 13503 0,'-27'-27'31,"54"54"-31,65-93 31,-39 66-31,0 0 16,106 13-1,-106-13-15,92 0 32,-158-66-1,-14-14 0,41 94-15,52 157 15,-40-65-15,1 53-1,-1 26 16,-66-264 1,1-186-1,39 186-31,0-186 31,119 93 0,-80 172-31,1 0 16,172 93 0,-120 145 15,-118-198-15,-1 13-16,-330 79 31</inkml:trace>
  <inkml:trace contextRef="#ctx0" brushRef="#br0" timeOffset="-139189.35">29520 14508 0,'0'0'0,"-13"-27"31,13-26 0,13 53-31,13 66 31,-26-26-31,-39 225 32,-1-27-1,93-159 0,119-105 0,-146 12-31,14 1 0</inkml:trace>
  <inkml:trace contextRef="#ctx0" brushRef="#br0" timeOffset="-138221.23">29903 14785 0,'-66'-13'32,"132"26"-32,-132-39 15,119 26 1,79 0 15,-39 0 0,-93-13-31,-40-27 32,-79 0-1,53 54-16,40 52 1,65 40 15,1-67-15,106-39 15,-67-39-15,27-67 15,-80 0 0,-26 93-31,-53 26 32,40 80-1,26-67-31,53 53 31,0 1 0,-118-67 1,-1-26-1,53-14-16,39-12 1,-12 12-16,-1 14 16,173-93 15,-133 53-15,-66 40-1,-40-13 1,-92 65 15,119 27-15,92 53 15,-26-66-15,-27-26-16,-12 52 31,-120-66 0,66-39-15</inkml:trace>
  <inkml:trace contextRef="#ctx0" brushRef="#br0" timeOffset="-137927.39">30948 14653 0,'0'-26'31,"40"65"0,-14 94 1,-26-80-17,0 39 1</inkml:trace>
  <inkml:trace contextRef="#ctx0" brushRef="#br0" timeOffset="-137309.95">31266 14680 0,'-27'-53'31,"54"106"-31,-54-133 32,27 94-32,-26 52 31,-14 53 0,40-106-31,0 13 31,66-26 1,-39-13-32,78 13 31,-105 53 0,-79 13 0,0-66-15</inkml:trace>
  <inkml:trace contextRef="#ctx0" brushRef="#br0" timeOffset="-137186.49">31186 14838 0,'13'-26'0,"-26"52"0,119-158 31,-79 119-31,-1-14 0,40-12 31,-26 52-15</inkml:trace>
  <inkml:trace contextRef="#ctx0" brushRef="#br0" timeOffset="-137017.06">31636 14825 0,'-13'0'16,"26"0"-16,-13 0 31,13 0-31,40-26 16</inkml:trace>
  <inkml:trace contextRef="#ctx0" brushRef="#br0" timeOffset="-136664.52">31768 14799 0,'0'0'0,"0"-14"15,-13 1-15,26-53 16,0 40-1,80-1 1,-80 27 0,0 13-16,14 54 15,-40-28 1,-1 1-16,-78 119 16,79-133-1,-67 40 1,80-53-1,14-26 1,12 0 0,93-27-1,-93 40 1,80-26 0,-93 26-16</inkml:trace>
  <inkml:trace contextRef="#ctx0" brushRef="#br0" timeOffset="-136300.43">32191 14878 0,'0'0'16,"14"-26"-16,-1-1 16,-40 54 15,14-14-16,0 0-15,-13 53 16,26-53-16,26 53 31,0-52-15,67-28 0,-67 1-1,27-66 1,-53 66-1,-26-93 1,13 93 0,-53-1-1,52 14 1,14 14-16</inkml:trace>
  <inkml:trace contextRef="#ctx0" brushRef="#br0" timeOffset="-135755.72">32429 14878 0,'0'0'0,"14"-40"15,-14 27 1,0 26 0,0 40-1,13-40 1,-13 80-1,13-93 1,0 13 0,14-92 15,-14 52-15,53-39-1,-53 66 1,14 0-1,-27 14 1,0-1-16,0 40 16,0-40-1,13 27 1,0-27 0,14 13-1,-14-26 1,40 13-1,-27-39 1,-12 13-16,-1 0 16,13-40-1,-26 39-15,13 1 16,1 13 0,-14 27-1,0 92 1,-14-80-16</inkml:trace>
  <inkml:trace contextRef="#ctx0" brushRef="#br0" timeOffset="-135433.09">30036 15433 0,'-344'67'31,"688"-134"-31,-516 147 31,291-80-31,225 0 16,1348 0 15,-1282 13-31,199 27 31,-345-27-15</inkml:trace>
  <inkml:trace contextRef="#ctx0" brushRef="#br0" timeOffset="-89599.31">4695 7261 0,'-26'0'0,"12"-14"15,54 28-15,-93 12 0,53-39 16,13 39 0,358-12-1,422 12 17,-621 0-17,397 54 1,-476-67-1,65 13 1</inkml:trace>
  <inkml:trace contextRef="#ctx0" brushRef="#br0" timeOffset="-86153.24">18661 7353 0,'0'0'31,"-79"13"-31,92-13 16,14 0-16,396 0 31,582 53 0,-489-13-15,833 0 15,-1203-40-31,-27 0 16,-40-14-16,13 1 15,-78 0-15</inkml:trace>
</inkml:ink>
</file>

<file path=ppt/notesMasters/_rels/notesMaster1.xml.rels><?xml version="1.0" encoding="UTF-8" standalone="yes"?>
<Relationships xmlns="http://schemas.openxmlformats.org/package/2006/relationships"><Relationship Id="rId1" Type="http://schemas.openxmlformats.org/officeDocument/2006/relationships/theme" Target="../theme/theme5.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7200"/>
          </a:xfrm>
          <a:prstGeom prst="rect">
            <a:avLst/>
          </a:prstGeom>
          <a:noFill/>
          <a:ln>
            <a:noFill/>
          </a:ln>
        </p:spPr>
        <p:txBody>
          <a:bodyPr spcFirstLastPara="1" wrap="square" lIns="91425" tIns="45700" rIns="91425" bIns="45700" anchor="t"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9pPr>
          </a:lstStyle>
          <a:p>
            <a:endParaRPr/>
          </a:p>
        </p:txBody>
      </p:sp>
      <p:sp>
        <p:nvSpPr>
          <p:cNvPr id="4" name="Google Shape;4;n"/>
          <p:cNvSpPr txBox="1">
            <a:spLocks noGrp="1"/>
          </p:cNvSpPr>
          <p:nvPr>
            <p:ph type="dt" idx="10"/>
          </p:nvPr>
        </p:nvSpPr>
        <p:spPr>
          <a:xfrm>
            <a:off x="3884613" y="0"/>
            <a:ext cx="2971800" cy="457200"/>
          </a:xfrm>
          <a:prstGeom prst="rect">
            <a:avLst/>
          </a:prstGeom>
          <a:noFill/>
          <a:ln>
            <a:noFill/>
          </a:ln>
        </p:spPr>
        <p:txBody>
          <a:bodyPr spcFirstLastPara="1" wrap="square" lIns="91425" tIns="45700" rIns="91425" bIns="45700" anchor="t" anchorCtr="0">
            <a:noAutofit/>
          </a:bodyPr>
          <a:lstStyle>
            <a:lvl1pPr marR="0" lvl="0" algn="r"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9pPr>
          </a:lstStyle>
          <a:p>
            <a:endParaRPr/>
          </a:p>
        </p:txBody>
      </p:sp>
      <p:sp>
        <p:nvSpPr>
          <p:cNvPr id="5" name="Google Shape;5;n"/>
          <p:cNvSpPr>
            <a:spLocks noGrp="1" noRot="1" noChangeAspect="1"/>
          </p:cNvSpPr>
          <p:nvPr>
            <p:ph type="sldImg" idx="3"/>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lvl1pPr marL="457200" marR="0" lvl="0" indent="-228600" algn="l" rtl="0">
              <a:spcBef>
                <a:spcPts val="0"/>
              </a:spcBef>
              <a:spcAft>
                <a:spcPts val="0"/>
              </a:spcAft>
              <a:buSzPts val="1400"/>
              <a:buNone/>
              <a:defRPr sz="1600" b="0" i="0" u="none" strike="noStrike" cap="none">
                <a:solidFill>
                  <a:schemeClr val="dk1"/>
                </a:solidFill>
                <a:latin typeface="Calibri"/>
                <a:ea typeface="Calibri"/>
                <a:cs typeface="Calibri"/>
                <a:sym typeface="Calibri"/>
              </a:defRPr>
            </a:lvl1pPr>
            <a:lvl2pPr marL="914400" marR="0" lvl="1" indent="-228600" algn="l" rtl="0">
              <a:spcBef>
                <a:spcPts val="0"/>
              </a:spcBef>
              <a:spcAft>
                <a:spcPts val="0"/>
              </a:spcAft>
              <a:buSzPts val="1400"/>
              <a:buNone/>
              <a:defRPr sz="1600" b="0" i="0" u="none" strike="noStrike" cap="none">
                <a:solidFill>
                  <a:schemeClr val="dk1"/>
                </a:solidFill>
                <a:latin typeface="Calibri"/>
                <a:ea typeface="Calibri"/>
                <a:cs typeface="Calibri"/>
                <a:sym typeface="Calibri"/>
              </a:defRPr>
            </a:lvl2pPr>
            <a:lvl3pPr marL="1371600" marR="0" lvl="2" indent="-228600" algn="l" rtl="0">
              <a:spcBef>
                <a:spcPts val="0"/>
              </a:spcBef>
              <a:spcAft>
                <a:spcPts val="0"/>
              </a:spcAft>
              <a:buSzPts val="1400"/>
              <a:buNone/>
              <a:defRPr sz="1600" b="0" i="0" u="none" strike="noStrike" cap="none">
                <a:solidFill>
                  <a:schemeClr val="dk1"/>
                </a:solidFill>
                <a:latin typeface="Calibri"/>
                <a:ea typeface="Calibri"/>
                <a:cs typeface="Calibri"/>
                <a:sym typeface="Calibri"/>
              </a:defRPr>
            </a:lvl3pPr>
            <a:lvl4pPr marL="1828800" marR="0" lvl="3" indent="-228600" algn="l" rtl="0">
              <a:spcBef>
                <a:spcPts val="0"/>
              </a:spcBef>
              <a:spcAft>
                <a:spcPts val="0"/>
              </a:spcAft>
              <a:buSzPts val="1400"/>
              <a:buNone/>
              <a:defRPr sz="1600" b="0" i="0" u="none" strike="noStrike" cap="none">
                <a:solidFill>
                  <a:schemeClr val="dk1"/>
                </a:solidFill>
                <a:latin typeface="Calibri"/>
                <a:ea typeface="Calibri"/>
                <a:cs typeface="Calibri"/>
                <a:sym typeface="Calibri"/>
              </a:defRPr>
            </a:lvl4pPr>
            <a:lvl5pPr marL="2286000" marR="0" lvl="4" indent="-228600" algn="l" rtl="0">
              <a:spcBef>
                <a:spcPts val="0"/>
              </a:spcBef>
              <a:spcAft>
                <a:spcPts val="0"/>
              </a:spcAft>
              <a:buSzPts val="1400"/>
              <a:buNone/>
              <a:defRPr sz="1600" b="0" i="0" u="none" strike="noStrike" cap="none">
                <a:solidFill>
                  <a:schemeClr val="dk1"/>
                </a:solidFill>
                <a:latin typeface="Calibri"/>
                <a:ea typeface="Calibri"/>
                <a:cs typeface="Calibri"/>
                <a:sym typeface="Calibri"/>
              </a:defRPr>
            </a:lvl5pPr>
            <a:lvl6pPr marL="2743200" marR="0" lvl="5" indent="-228600" algn="l" rtl="0">
              <a:spcBef>
                <a:spcPts val="0"/>
              </a:spcBef>
              <a:spcAft>
                <a:spcPts val="0"/>
              </a:spcAft>
              <a:buSzPts val="1400"/>
              <a:buNone/>
              <a:defRPr sz="1600" b="0" i="0" u="none" strike="noStrike" cap="none">
                <a:solidFill>
                  <a:schemeClr val="dk1"/>
                </a:solidFill>
                <a:latin typeface="Calibri"/>
                <a:ea typeface="Calibri"/>
                <a:cs typeface="Calibri"/>
                <a:sym typeface="Calibri"/>
              </a:defRPr>
            </a:lvl6pPr>
            <a:lvl7pPr marL="3200400" marR="0" lvl="6" indent="-228600" algn="l" rtl="0">
              <a:spcBef>
                <a:spcPts val="0"/>
              </a:spcBef>
              <a:spcAft>
                <a:spcPts val="0"/>
              </a:spcAft>
              <a:buSzPts val="1400"/>
              <a:buNone/>
              <a:defRPr sz="1600" b="0" i="0" u="none" strike="noStrike" cap="none">
                <a:solidFill>
                  <a:schemeClr val="dk1"/>
                </a:solidFill>
                <a:latin typeface="Calibri"/>
                <a:ea typeface="Calibri"/>
                <a:cs typeface="Calibri"/>
                <a:sym typeface="Calibri"/>
              </a:defRPr>
            </a:lvl7pPr>
            <a:lvl8pPr marL="3657600" marR="0" lvl="7" indent="-228600" algn="l" rtl="0">
              <a:spcBef>
                <a:spcPts val="0"/>
              </a:spcBef>
              <a:spcAft>
                <a:spcPts val="0"/>
              </a:spcAft>
              <a:buSzPts val="1400"/>
              <a:buNone/>
              <a:defRPr sz="1600" b="0" i="0" u="none" strike="noStrike" cap="none">
                <a:solidFill>
                  <a:schemeClr val="dk1"/>
                </a:solidFill>
                <a:latin typeface="Calibri"/>
                <a:ea typeface="Calibri"/>
                <a:cs typeface="Calibri"/>
                <a:sym typeface="Calibri"/>
              </a:defRPr>
            </a:lvl8pPr>
            <a:lvl9pPr marL="4114800" marR="0" lvl="8" indent="-228600" algn="l" rtl="0">
              <a:spcBef>
                <a:spcPts val="0"/>
              </a:spcBef>
              <a:spcAft>
                <a:spcPts val="0"/>
              </a:spcAft>
              <a:buSzPts val="1400"/>
              <a:buNone/>
              <a:defRPr sz="1600" b="0" i="0" u="none" strike="noStrike" cap="none">
                <a:solidFill>
                  <a:schemeClr val="dk1"/>
                </a:solidFill>
                <a:latin typeface="Calibri"/>
                <a:ea typeface="Calibri"/>
                <a:cs typeface="Calibri"/>
                <a:sym typeface="Calibri"/>
              </a:defRPr>
            </a:lvl9pPr>
          </a:lstStyle>
          <a:p>
            <a:endParaRPr/>
          </a:p>
        </p:txBody>
      </p:sp>
      <p:sp>
        <p:nvSpPr>
          <p:cNvPr id="7" name="Google Shape;7;n"/>
          <p:cNvSpPr txBox="1">
            <a:spLocks noGrp="1"/>
          </p:cNvSpPr>
          <p:nvPr>
            <p:ph type="ftr" idx="11"/>
          </p:nvPr>
        </p:nvSpPr>
        <p:spPr>
          <a:xfrm>
            <a:off x="0" y="8685213"/>
            <a:ext cx="2971800" cy="457200"/>
          </a:xfrm>
          <a:prstGeom prst="rect">
            <a:avLst/>
          </a:prstGeom>
          <a:noFill/>
          <a:ln>
            <a:noFill/>
          </a:ln>
        </p:spPr>
        <p:txBody>
          <a:bodyPr spcFirstLastPara="1" wrap="square" lIns="91425" tIns="45700" rIns="91425" bIns="45700" anchor="b"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9pPr>
          </a:lstStyle>
          <a:p>
            <a:endParaRPr/>
          </a:p>
        </p:txBody>
      </p:sp>
      <p:sp>
        <p:nvSpPr>
          <p:cNvPr id="8" name="Google Shape;8;n"/>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marR="0" lvl="0" indent="0" algn="r" rtl="0">
              <a:spcBef>
                <a:spcPts val="0"/>
              </a:spcBef>
              <a:spcAft>
                <a:spcPts val="0"/>
              </a:spcAft>
              <a:buNone/>
            </a:pPr>
            <a:fld id="{00000000-1234-1234-1234-123412341234}" type="slidenum">
              <a:rPr lang="en-US" sz="1200" b="0" i="0" u="none" strike="noStrike" cap="none">
                <a:solidFill>
                  <a:schemeClr val="dk1"/>
                </a:solidFill>
                <a:latin typeface="Calibri"/>
                <a:ea typeface="Calibri"/>
                <a:cs typeface="Calibri"/>
                <a:sym typeface="Calibri"/>
              </a:rPr>
              <a:t>‹#›</a:t>
            </a:fld>
            <a:endParaRPr sz="1200" b="0" i="0" u="none" strike="noStrike" cap="none">
              <a:solidFill>
                <a:schemeClr val="dk1"/>
              </a:solidFill>
              <a:latin typeface="Calibri"/>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3" Type="http://schemas.openxmlformats.org/officeDocument/2006/relationships/hyperlink" Target="https://pixabay.com/photos/san-francisco-transamerica-pyramid-1633203/" TargetMode="External"/><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91"/>
        <p:cNvGrpSpPr/>
        <p:nvPr/>
      </p:nvGrpSpPr>
      <p:grpSpPr>
        <a:xfrm>
          <a:off x="0" y="0"/>
          <a:ext cx="0" cy="0"/>
          <a:chOff x="0" y="0"/>
          <a:chExt cx="0" cy="0"/>
        </a:xfrm>
      </p:grpSpPr>
      <p:sp>
        <p:nvSpPr>
          <p:cNvPr id="492" name="Google Shape;492;p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493" name="Google Shape;493;p1: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94" name="Google Shape;494;p1: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1</a:t>
            </a:fld>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IN" dirty="0">
                <a:hlinkClick r:id="rId3"/>
              </a:rPr>
              <a:t>https://pixabay.com/photos/san-francisco-transamerica-pyramid-1633203/</a:t>
            </a:r>
            <a:endParaRPr lang="en-IN" dirty="0"/>
          </a:p>
        </p:txBody>
      </p:sp>
      <p:sp>
        <p:nvSpPr>
          <p:cNvPr id="4" name="Slide Number Placeholder 3"/>
          <p:cNvSpPr>
            <a:spLocks noGrp="1"/>
          </p:cNvSpPr>
          <p:nvPr>
            <p:ph type="sldNum" sz="quarter" idx="5"/>
          </p:nvPr>
        </p:nvSpPr>
        <p:spPr/>
        <p:txBody>
          <a:bodyPr/>
          <a:lstStyle/>
          <a:p>
            <a:fld id="{CA2D21D1-52E2-420B-B491-CFF6D7BB79FB}" type="slidenum">
              <a:rPr lang="en-US" smtClean="0"/>
              <a:pPr/>
              <a:t>3</a:t>
            </a:fld>
            <a:endParaRPr lang="en-US"/>
          </a:p>
        </p:txBody>
      </p:sp>
    </p:spTree>
    <p:extLst>
      <p:ext uri="{BB962C8B-B14F-4D97-AF65-F5344CB8AC3E}">
        <p14:creationId xmlns:p14="http://schemas.microsoft.com/office/powerpoint/2010/main" val="12456624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08"/>
        <p:cNvGrpSpPr/>
        <p:nvPr/>
      </p:nvGrpSpPr>
      <p:grpSpPr>
        <a:xfrm>
          <a:off x="0" y="0"/>
          <a:ext cx="0" cy="0"/>
          <a:chOff x="0" y="0"/>
          <a:chExt cx="0" cy="0"/>
        </a:xfrm>
      </p:grpSpPr>
      <p:sp>
        <p:nvSpPr>
          <p:cNvPr id="1309" name="Google Shape;1309;p59:notes"/>
          <p:cNvSpPr txBox="1">
            <a:spLocks noGrp="1"/>
          </p:cNvSpPr>
          <p:nvPr>
            <p:ph type="body" idx="1"/>
          </p:nvPr>
        </p:nvSpPr>
        <p:spPr>
          <a:xfrm>
            <a:off x="685800" y="4343400"/>
            <a:ext cx="5486400" cy="41148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dirty="0"/>
          </a:p>
        </p:txBody>
      </p:sp>
      <p:sp>
        <p:nvSpPr>
          <p:cNvPr id="1310" name="Google Shape;1310;p5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72"/>
        <p:cNvGrpSpPr/>
        <p:nvPr/>
      </p:nvGrpSpPr>
      <p:grpSpPr>
        <a:xfrm>
          <a:off x="0" y="0"/>
          <a:ext cx="0" cy="0"/>
          <a:chOff x="0" y="0"/>
          <a:chExt cx="0" cy="0"/>
        </a:xfrm>
      </p:grpSpPr>
      <p:sp>
        <p:nvSpPr>
          <p:cNvPr id="1673" name="Google Shape;1673;p87:notes"/>
          <p:cNvSpPr txBox="1">
            <a:spLocks noGrp="1"/>
          </p:cNvSpPr>
          <p:nvPr>
            <p:ph type="body" idx="1"/>
          </p:nvPr>
        </p:nvSpPr>
        <p:spPr>
          <a:xfrm>
            <a:off x="685800" y="4343400"/>
            <a:ext cx="5486400" cy="41148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674" name="Google Shape;1674;p8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89"/>
        <p:cNvGrpSpPr/>
        <p:nvPr/>
      </p:nvGrpSpPr>
      <p:grpSpPr>
        <a:xfrm>
          <a:off x="0" y="0"/>
          <a:ext cx="0" cy="0"/>
          <a:chOff x="0" y="0"/>
          <a:chExt cx="0" cy="0"/>
        </a:xfrm>
      </p:grpSpPr>
      <p:sp>
        <p:nvSpPr>
          <p:cNvPr id="1690" name="Google Shape;1690;p89:notes"/>
          <p:cNvSpPr txBox="1">
            <a:spLocks noGrp="1"/>
          </p:cNvSpPr>
          <p:nvPr>
            <p:ph type="body" idx="1"/>
          </p:nvPr>
        </p:nvSpPr>
        <p:spPr>
          <a:xfrm>
            <a:off x="685800" y="4343400"/>
            <a:ext cx="5486400" cy="41148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691" name="Google Shape;1691;p8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07"/>
        <p:cNvGrpSpPr/>
        <p:nvPr/>
      </p:nvGrpSpPr>
      <p:grpSpPr>
        <a:xfrm>
          <a:off x="0" y="0"/>
          <a:ext cx="0" cy="0"/>
          <a:chOff x="0" y="0"/>
          <a:chExt cx="0" cy="0"/>
        </a:xfrm>
      </p:grpSpPr>
      <p:sp>
        <p:nvSpPr>
          <p:cNvPr id="1708" name="Google Shape;1708;p91:notes"/>
          <p:cNvSpPr txBox="1">
            <a:spLocks noGrp="1"/>
          </p:cNvSpPr>
          <p:nvPr>
            <p:ph type="body" idx="1"/>
          </p:nvPr>
        </p:nvSpPr>
        <p:spPr>
          <a:xfrm>
            <a:off x="685800" y="4343400"/>
            <a:ext cx="5486400" cy="41148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709" name="Google Shape;1709;p9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16"/>
        <p:cNvGrpSpPr/>
        <p:nvPr/>
      </p:nvGrpSpPr>
      <p:grpSpPr>
        <a:xfrm>
          <a:off x="0" y="0"/>
          <a:ext cx="0" cy="0"/>
          <a:chOff x="0" y="0"/>
          <a:chExt cx="0" cy="0"/>
        </a:xfrm>
      </p:grpSpPr>
      <p:sp>
        <p:nvSpPr>
          <p:cNvPr id="1717" name="Google Shape;1717;p92:notes"/>
          <p:cNvSpPr txBox="1">
            <a:spLocks noGrp="1"/>
          </p:cNvSpPr>
          <p:nvPr>
            <p:ph type="body" idx="1"/>
          </p:nvPr>
        </p:nvSpPr>
        <p:spPr>
          <a:xfrm>
            <a:off x="685800" y="4343400"/>
            <a:ext cx="5486400" cy="41148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718" name="Google Shape;1718;p9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Slide Number Placeholder 3"/>
          <p:cNvSpPr>
            <a:spLocks noGrp="1"/>
          </p:cNvSpPr>
          <p:nvPr>
            <p:ph type="sldNum" sz="quarter" idx="10"/>
          </p:nvPr>
        </p:nvSpPr>
        <p:spPr/>
        <p:txBody>
          <a:bodyPr/>
          <a:lstStyle/>
          <a:p>
            <a:pPr marL="0" marR="0" lvl="0" indent="0" algn="r" defTabSz="1218987" rtl="0" eaLnBrk="1" fontAlgn="auto" latinLnBrk="0" hangingPunct="1">
              <a:lnSpc>
                <a:spcPct val="100000"/>
              </a:lnSpc>
              <a:spcBef>
                <a:spcPts val="0"/>
              </a:spcBef>
              <a:spcAft>
                <a:spcPts val="0"/>
              </a:spcAft>
              <a:buClrTx/>
              <a:buSzTx/>
              <a:buFontTx/>
              <a:buNone/>
              <a:tabLst/>
              <a:defRPr/>
            </a:pPr>
            <a:fld id="{66B8D726-D0BC-B240-A677-46F99704B744}" type="slidenum">
              <a:rPr kumimoji="0" lang="en-US" sz="1200" b="0" i="0" u="none" strike="noStrike" kern="1200" cap="none" spc="0" normalizeH="0" baseline="0" noProof="0" smtClean="0">
                <a:ln>
                  <a:noFill/>
                </a:ln>
                <a:solidFill>
                  <a:prstClr val="black"/>
                </a:solidFill>
                <a:effectLst/>
                <a:uLnTx/>
                <a:uFillTx/>
                <a:latin typeface="Calibri"/>
                <a:ea typeface="+mn-ea"/>
                <a:cs typeface="+mn-cs"/>
              </a:rPr>
              <a:pPr marL="0" marR="0" lvl="0" indent="0" algn="r" defTabSz="1218987" rtl="0" eaLnBrk="1" fontAlgn="auto" latinLnBrk="0" hangingPunct="1">
                <a:lnSpc>
                  <a:spcPct val="100000"/>
                </a:lnSpc>
                <a:spcBef>
                  <a:spcPts val="0"/>
                </a:spcBef>
                <a:spcAft>
                  <a:spcPts val="0"/>
                </a:spcAft>
                <a:buClrTx/>
                <a:buSzTx/>
                <a:buFontTx/>
                <a:buNone/>
                <a:tabLst/>
                <a:defRPr/>
              </a:pPr>
              <a:t>10</a:t>
            </a:fld>
            <a:endParaRPr kumimoji="0" lang="en-US" sz="1200" b="0" i="0" u="none" strike="noStrike" kern="1200" cap="none" spc="0" normalizeH="0" baseline="0" noProof="0">
              <a:ln>
                <a:noFill/>
              </a:ln>
              <a:solidFill>
                <a:prstClr val="black"/>
              </a:solidFill>
              <a:effectLst/>
              <a:uLnTx/>
              <a:uFillTx/>
              <a:latin typeface="Calibri"/>
              <a:ea typeface="+mn-ea"/>
              <a:cs typeface="+mn-cs"/>
            </a:endParaRPr>
          </a:p>
        </p:txBody>
      </p:sp>
    </p:spTree>
    <p:extLst>
      <p:ext uri="{BB962C8B-B14F-4D97-AF65-F5344CB8AC3E}">
        <p14:creationId xmlns:p14="http://schemas.microsoft.com/office/powerpoint/2010/main" val="325382307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p:cSld name="Title Slide">
    <p:spTree>
      <p:nvGrpSpPr>
        <p:cNvPr id="1" name="Shape 15"/>
        <p:cNvGrpSpPr/>
        <p:nvPr/>
      </p:nvGrpSpPr>
      <p:grpSpPr>
        <a:xfrm>
          <a:off x="0" y="0"/>
          <a:ext cx="0" cy="0"/>
          <a:chOff x="0" y="0"/>
          <a:chExt cx="0" cy="0"/>
        </a:xfrm>
      </p:grpSpPr>
      <p:sp>
        <p:nvSpPr>
          <p:cNvPr id="16" name="Google Shape;16;p146"/>
          <p:cNvSpPr/>
          <p:nvPr/>
        </p:nvSpPr>
        <p:spPr>
          <a:xfrm flipH="1">
            <a:off x="-2" y="3058359"/>
            <a:ext cx="7462565" cy="3799641"/>
          </a:xfrm>
          <a:custGeom>
            <a:avLst/>
            <a:gdLst/>
            <a:ahLst/>
            <a:cxnLst/>
            <a:rect l="l" t="t" r="r" b="b"/>
            <a:pathLst>
              <a:path w="12188831" h="5733256" extrusionOk="0">
                <a:moveTo>
                  <a:pt x="12188831" y="0"/>
                </a:moveTo>
                <a:lnTo>
                  <a:pt x="12188831" y="5733256"/>
                </a:lnTo>
                <a:lnTo>
                  <a:pt x="10983154" y="5733256"/>
                </a:lnTo>
                <a:lnTo>
                  <a:pt x="10983152" y="5733255"/>
                </a:lnTo>
                <a:lnTo>
                  <a:pt x="0" y="5733255"/>
                </a:lnTo>
                <a:lnTo>
                  <a:pt x="0" y="3901689"/>
                </a:lnTo>
                <a:lnTo>
                  <a:pt x="116738" y="3818114"/>
                </a:lnTo>
                <a:cubicBezTo>
                  <a:pt x="956202" y="3277659"/>
                  <a:pt x="1857795" y="3898914"/>
                  <a:pt x="3353729" y="5019020"/>
                </a:cubicBezTo>
                <a:cubicBezTo>
                  <a:pt x="5767244" y="6817560"/>
                  <a:pt x="6911508" y="2885526"/>
                  <a:pt x="10993000" y="491571"/>
                </a:cubicBezTo>
                <a:lnTo>
                  <a:pt x="11125235" y="417447"/>
                </a:lnTo>
                <a:lnTo>
                  <a:pt x="11145184" y="404008"/>
                </a:lnTo>
                <a:cubicBezTo>
                  <a:pt x="11220887" y="357537"/>
                  <a:pt x="11298685" y="314203"/>
                  <a:pt x="11378400" y="274182"/>
                </a:cubicBezTo>
                <a:lnTo>
                  <a:pt x="11390552" y="268723"/>
                </a:lnTo>
                <a:lnTo>
                  <a:pt x="11397294" y="264943"/>
                </a:lnTo>
                <a:lnTo>
                  <a:pt x="11495015" y="216024"/>
                </a:lnTo>
                <a:lnTo>
                  <a:pt x="11495015" y="221793"/>
                </a:lnTo>
                <a:lnTo>
                  <a:pt x="11623123" y="164241"/>
                </a:lnTo>
                <a:cubicBezTo>
                  <a:pt x="11789872" y="97813"/>
                  <a:pt x="11963585" y="45356"/>
                  <a:pt x="12142851" y="8296"/>
                </a:cubicBezTo>
                <a:close/>
              </a:path>
            </a:pathLst>
          </a:custGeom>
          <a:solidFill>
            <a:srgbClr val="C7E6B2"/>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b="0" i="0" u="none" strike="noStrike" cap="none">
              <a:solidFill>
                <a:schemeClr val="lt1"/>
              </a:solidFill>
              <a:latin typeface="Quattrocento Sans"/>
              <a:ea typeface="Quattrocento Sans"/>
              <a:cs typeface="Quattrocento Sans"/>
              <a:sym typeface="Quattrocento Sans"/>
            </a:endParaRPr>
          </a:p>
        </p:txBody>
      </p:sp>
      <p:sp>
        <p:nvSpPr>
          <p:cNvPr id="17" name="Google Shape;17;p146"/>
          <p:cNvSpPr/>
          <p:nvPr/>
        </p:nvSpPr>
        <p:spPr>
          <a:xfrm>
            <a:off x="-6" y="1124744"/>
            <a:ext cx="12188831" cy="5733256"/>
          </a:xfrm>
          <a:custGeom>
            <a:avLst/>
            <a:gdLst/>
            <a:ahLst/>
            <a:cxnLst/>
            <a:rect l="l" t="t" r="r" b="b"/>
            <a:pathLst>
              <a:path w="12188831" h="5733256" extrusionOk="0">
                <a:moveTo>
                  <a:pt x="12188831" y="0"/>
                </a:moveTo>
                <a:lnTo>
                  <a:pt x="12188831" y="5733256"/>
                </a:lnTo>
                <a:lnTo>
                  <a:pt x="10983154" y="5733256"/>
                </a:lnTo>
                <a:lnTo>
                  <a:pt x="10983152" y="5733255"/>
                </a:lnTo>
                <a:lnTo>
                  <a:pt x="0" y="5733255"/>
                </a:lnTo>
                <a:lnTo>
                  <a:pt x="0" y="3901689"/>
                </a:lnTo>
                <a:lnTo>
                  <a:pt x="116738" y="3818114"/>
                </a:lnTo>
                <a:cubicBezTo>
                  <a:pt x="956202" y="3277659"/>
                  <a:pt x="1857795" y="3898914"/>
                  <a:pt x="3353729" y="5019020"/>
                </a:cubicBezTo>
                <a:cubicBezTo>
                  <a:pt x="5767244" y="6817560"/>
                  <a:pt x="6911508" y="2885526"/>
                  <a:pt x="10993000" y="491571"/>
                </a:cubicBezTo>
                <a:lnTo>
                  <a:pt x="11125235" y="417447"/>
                </a:lnTo>
                <a:lnTo>
                  <a:pt x="11145184" y="404008"/>
                </a:lnTo>
                <a:cubicBezTo>
                  <a:pt x="11220887" y="357537"/>
                  <a:pt x="11298685" y="314203"/>
                  <a:pt x="11378400" y="274182"/>
                </a:cubicBezTo>
                <a:lnTo>
                  <a:pt x="11390552" y="268723"/>
                </a:lnTo>
                <a:lnTo>
                  <a:pt x="11397294" y="264943"/>
                </a:lnTo>
                <a:lnTo>
                  <a:pt x="11495015" y="216024"/>
                </a:lnTo>
                <a:lnTo>
                  <a:pt x="11495015" y="221793"/>
                </a:lnTo>
                <a:lnTo>
                  <a:pt x="11623123" y="164241"/>
                </a:lnTo>
                <a:cubicBezTo>
                  <a:pt x="11789872" y="97813"/>
                  <a:pt x="11963585" y="45356"/>
                  <a:pt x="12142851" y="8296"/>
                </a:cubicBezTo>
                <a:close/>
              </a:path>
            </a:pathLst>
          </a:custGeom>
          <a:solidFill>
            <a:srgbClr val="ABD98D"/>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b="0" i="0" u="none" strike="noStrike" cap="none">
              <a:solidFill>
                <a:schemeClr val="lt1"/>
              </a:solidFill>
              <a:latin typeface="Quattrocento Sans"/>
              <a:ea typeface="Quattrocento Sans"/>
              <a:cs typeface="Quattrocento Sans"/>
              <a:sym typeface="Quattrocento Sans"/>
            </a:endParaRPr>
          </a:p>
        </p:txBody>
      </p:sp>
      <p:sp>
        <p:nvSpPr>
          <p:cNvPr id="18" name="Google Shape;18;p146"/>
          <p:cNvSpPr/>
          <p:nvPr/>
        </p:nvSpPr>
        <p:spPr>
          <a:xfrm flipH="1">
            <a:off x="-2" y="1995614"/>
            <a:ext cx="12188827" cy="4862387"/>
          </a:xfrm>
          <a:custGeom>
            <a:avLst/>
            <a:gdLst/>
            <a:ahLst/>
            <a:cxnLst/>
            <a:rect l="l" t="t" r="r" b="b"/>
            <a:pathLst>
              <a:path w="12188827" h="4862387" extrusionOk="0">
                <a:moveTo>
                  <a:pt x="0" y="0"/>
                </a:moveTo>
                <a:lnTo>
                  <a:pt x="0" y="4862387"/>
                </a:lnTo>
                <a:lnTo>
                  <a:pt x="12188827" y="4862387"/>
                </a:lnTo>
                <a:lnTo>
                  <a:pt x="12188827" y="3248211"/>
                </a:lnTo>
                <a:lnTo>
                  <a:pt x="12065043" y="3174555"/>
                </a:lnTo>
                <a:cubicBezTo>
                  <a:pt x="11174911" y="2698247"/>
                  <a:pt x="10218900" y="3245765"/>
                  <a:pt x="8632675" y="4232925"/>
                </a:cubicBezTo>
                <a:cubicBezTo>
                  <a:pt x="5990931" y="5869126"/>
                  <a:pt x="4783278" y="2123831"/>
                  <a:pt x="103619" y="43113"/>
                </a:cubicBezTo>
                <a:close/>
              </a:path>
            </a:pathLst>
          </a:custGeom>
          <a:gradFill>
            <a:gsLst>
              <a:gs pos="0">
                <a:schemeClr val="accent1"/>
              </a:gs>
              <a:gs pos="100000">
                <a:schemeClr val="accent3"/>
              </a:gs>
            </a:gsLst>
            <a:lin ang="2400000" scaled="0"/>
          </a:gra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b="0" i="0" u="none" strike="noStrike" cap="none">
              <a:solidFill>
                <a:schemeClr val="dk1"/>
              </a:solidFill>
              <a:latin typeface="Quattrocento Sans"/>
              <a:ea typeface="Quattrocento Sans"/>
              <a:cs typeface="Quattrocento Sans"/>
              <a:sym typeface="Quattrocento Sans"/>
            </a:endParaRPr>
          </a:p>
        </p:txBody>
      </p:sp>
      <p:sp>
        <p:nvSpPr>
          <p:cNvPr id="19" name="Google Shape;19;p146"/>
          <p:cNvSpPr txBox="1">
            <a:spLocks noGrp="1"/>
          </p:cNvSpPr>
          <p:nvPr>
            <p:ph type="ctrTitle"/>
          </p:nvPr>
        </p:nvSpPr>
        <p:spPr>
          <a:xfrm>
            <a:off x="914162" y="1257197"/>
            <a:ext cx="6548402" cy="1470025"/>
          </a:xfrm>
          <a:prstGeom prst="rect">
            <a:avLst/>
          </a:prstGeom>
          <a:noFill/>
          <a:ln>
            <a:noFill/>
          </a:ln>
        </p:spPr>
        <p:txBody>
          <a:bodyPr spcFirstLastPara="1" wrap="square" lIns="0" tIns="60925" rIns="0" bIns="60925" anchor="ctr" anchorCtr="0">
            <a:noAutofit/>
          </a:bodyPr>
          <a:lstStyle>
            <a:lvl1pPr lvl="0" algn="l">
              <a:lnSpc>
                <a:spcPct val="90000"/>
              </a:lnSpc>
              <a:spcBef>
                <a:spcPts val="0"/>
              </a:spcBef>
              <a:spcAft>
                <a:spcPts val="0"/>
              </a:spcAft>
              <a:buClr>
                <a:schemeClr val="accent1"/>
              </a:buClr>
              <a:buSzPts val="4800"/>
              <a:buFont typeface="Quattrocento Sans"/>
              <a:buNone/>
              <a:defRPr sz="4800" cap="none"/>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0" name="Google Shape;20;p146"/>
          <p:cNvSpPr txBox="1">
            <a:spLocks noGrp="1"/>
          </p:cNvSpPr>
          <p:nvPr>
            <p:ph type="subTitle" idx="1"/>
          </p:nvPr>
        </p:nvSpPr>
        <p:spPr>
          <a:xfrm>
            <a:off x="914163" y="2765323"/>
            <a:ext cx="6980449" cy="612775"/>
          </a:xfrm>
          <a:prstGeom prst="rect">
            <a:avLst/>
          </a:prstGeom>
          <a:noFill/>
          <a:ln>
            <a:noFill/>
          </a:ln>
        </p:spPr>
        <p:txBody>
          <a:bodyPr spcFirstLastPara="1" wrap="square" lIns="0" tIns="60925" rIns="0" bIns="60925" anchor="t" anchorCtr="0">
            <a:noAutofit/>
          </a:bodyPr>
          <a:lstStyle>
            <a:lvl1pPr lvl="0" algn="l">
              <a:spcBef>
                <a:spcPts val="560"/>
              </a:spcBef>
              <a:spcAft>
                <a:spcPts val="0"/>
              </a:spcAft>
              <a:buClr>
                <a:srgbClr val="7F7F7F"/>
              </a:buClr>
              <a:buSzPts val="2800"/>
              <a:buNone/>
              <a:defRPr sz="2800">
                <a:solidFill>
                  <a:srgbClr val="7F7F7F"/>
                </a:solidFill>
              </a:defRPr>
            </a:lvl1pPr>
            <a:lvl2pPr lvl="1" algn="ctr">
              <a:spcBef>
                <a:spcPts val="640"/>
              </a:spcBef>
              <a:spcAft>
                <a:spcPts val="0"/>
              </a:spcAft>
              <a:buClr>
                <a:srgbClr val="918E8D"/>
              </a:buClr>
              <a:buSzPts val="3200"/>
              <a:buNone/>
              <a:defRPr>
                <a:solidFill>
                  <a:srgbClr val="918E8D"/>
                </a:solidFill>
              </a:defRPr>
            </a:lvl2pPr>
            <a:lvl3pPr lvl="2" algn="ctr">
              <a:spcBef>
                <a:spcPts val="480"/>
              </a:spcBef>
              <a:spcAft>
                <a:spcPts val="0"/>
              </a:spcAft>
              <a:buClr>
                <a:srgbClr val="918E8D"/>
              </a:buClr>
              <a:buSzPts val="2400"/>
              <a:buNone/>
              <a:defRPr>
                <a:solidFill>
                  <a:srgbClr val="918E8D"/>
                </a:solidFill>
              </a:defRPr>
            </a:lvl3pPr>
            <a:lvl4pPr lvl="3" algn="ctr">
              <a:spcBef>
                <a:spcPts val="400"/>
              </a:spcBef>
              <a:spcAft>
                <a:spcPts val="0"/>
              </a:spcAft>
              <a:buClr>
                <a:srgbClr val="918E8D"/>
              </a:buClr>
              <a:buSzPts val="2000"/>
              <a:buNone/>
              <a:defRPr>
                <a:solidFill>
                  <a:srgbClr val="918E8D"/>
                </a:solidFill>
              </a:defRPr>
            </a:lvl4pPr>
            <a:lvl5pPr lvl="4" algn="ctr">
              <a:spcBef>
                <a:spcPts val="400"/>
              </a:spcBef>
              <a:spcAft>
                <a:spcPts val="0"/>
              </a:spcAft>
              <a:buClr>
                <a:srgbClr val="918E8D"/>
              </a:buClr>
              <a:buSzPts val="2000"/>
              <a:buNone/>
              <a:defRPr>
                <a:solidFill>
                  <a:srgbClr val="918E8D"/>
                </a:solidFill>
              </a:defRPr>
            </a:lvl5pPr>
            <a:lvl6pPr lvl="5" algn="ctr">
              <a:spcBef>
                <a:spcPts val="540"/>
              </a:spcBef>
              <a:spcAft>
                <a:spcPts val="0"/>
              </a:spcAft>
              <a:buClr>
                <a:srgbClr val="918E8D"/>
              </a:buClr>
              <a:buSzPts val="2700"/>
              <a:buNone/>
              <a:defRPr>
                <a:solidFill>
                  <a:srgbClr val="918E8D"/>
                </a:solidFill>
              </a:defRPr>
            </a:lvl6pPr>
            <a:lvl7pPr lvl="6" algn="ctr">
              <a:spcBef>
                <a:spcPts val="540"/>
              </a:spcBef>
              <a:spcAft>
                <a:spcPts val="0"/>
              </a:spcAft>
              <a:buClr>
                <a:srgbClr val="918E8D"/>
              </a:buClr>
              <a:buSzPts val="2700"/>
              <a:buNone/>
              <a:defRPr>
                <a:solidFill>
                  <a:srgbClr val="918E8D"/>
                </a:solidFill>
              </a:defRPr>
            </a:lvl7pPr>
            <a:lvl8pPr lvl="7" algn="ctr">
              <a:spcBef>
                <a:spcPts val="540"/>
              </a:spcBef>
              <a:spcAft>
                <a:spcPts val="0"/>
              </a:spcAft>
              <a:buClr>
                <a:srgbClr val="918E8D"/>
              </a:buClr>
              <a:buSzPts val="2700"/>
              <a:buNone/>
              <a:defRPr>
                <a:solidFill>
                  <a:srgbClr val="918E8D"/>
                </a:solidFill>
              </a:defRPr>
            </a:lvl8pPr>
            <a:lvl9pPr lvl="8" algn="ctr">
              <a:spcBef>
                <a:spcPts val="540"/>
              </a:spcBef>
              <a:spcAft>
                <a:spcPts val="0"/>
              </a:spcAft>
              <a:buClr>
                <a:srgbClr val="918E8D"/>
              </a:buClr>
              <a:buSzPts val="2700"/>
              <a:buNone/>
              <a:defRPr>
                <a:solidFill>
                  <a:srgbClr val="918E8D"/>
                </a:solidFill>
              </a:defRPr>
            </a:lvl9pPr>
          </a:lstStyle>
          <a:p>
            <a:endParaRPr/>
          </a:p>
        </p:txBody>
      </p:sp>
      <p:sp>
        <p:nvSpPr>
          <p:cNvPr id="21" name="Google Shape;21;p146"/>
          <p:cNvSpPr txBox="1">
            <a:spLocks noGrp="1"/>
          </p:cNvSpPr>
          <p:nvPr>
            <p:ph type="dt" idx="10"/>
          </p:nvPr>
        </p:nvSpPr>
        <p:spPr>
          <a:xfrm>
            <a:off x="609441" y="6356351"/>
            <a:ext cx="2844059" cy="365125"/>
          </a:xfrm>
          <a:prstGeom prst="rect">
            <a:avLst/>
          </a:prstGeom>
          <a:noFill/>
          <a:ln>
            <a:noFill/>
          </a:ln>
        </p:spPr>
        <p:txBody>
          <a:bodyPr spcFirstLastPara="1" wrap="square" lIns="0" tIns="60925" rIns="0" bIns="60925"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2" name="Google Shape;22;p146"/>
          <p:cNvSpPr txBox="1">
            <a:spLocks noGrp="1"/>
          </p:cNvSpPr>
          <p:nvPr>
            <p:ph type="ftr" idx="11"/>
          </p:nvPr>
        </p:nvSpPr>
        <p:spPr>
          <a:xfrm>
            <a:off x="4164515" y="6356351"/>
            <a:ext cx="3859795" cy="365125"/>
          </a:xfrm>
          <a:prstGeom prst="rect">
            <a:avLst/>
          </a:prstGeom>
          <a:noFill/>
          <a:ln>
            <a:noFill/>
          </a:ln>
        </p:spPr>
        <p:txBody>
          <a:bodyPr spcFirstLastPara="1" wrap="square" lIns="0" tIns="60925" rIns="0" bIns="60925"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3" name="Google Shape;23;p146"/>
          <p:cNvSpPr txBox="1">
            <a:spLocks noGrp="1"/>
          </p:cNvSpPr>
          <p:nvPr>
            <p:ph type="sldNum" idx="12"/>
          </p:nvPr>
        </p:nvSpPr>
        <p:spPr>
          <a:xfrm>
            <a:off x="8735325" y="6356351"/>
            <a:ext cx="2844059" cy="365125"/>
          </a:xfrm>
          <a:prstGeom prst="rect">
            <a:avLst/>
          </a:prstGeom>
          <a:noFill/>
          <a:ln>
            <a:noFill/>
          </a:ln>
        </p:spPr>
        <p:txBody>
          <a:bodyPr spcFirstLastPara="1" wrap="square" lIns="0" tIns="60925" rIns="0" bIns="6092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
        <p:nvSpPr>
          <p:cNvPr id="24" name="Google Shape;24;p146"/>
          <p:cNvSpPr txBox="1">
            <a:spLocks noGrp="1"/>
          </p:cNvSpPr>
          <p:nvPr>
            <p:ph type="body" idx="2"/>
          </p:nvPr>
        </p:nvSpPr>
        <p:spPr>
          <a:xfrm>
            <a:off x="7462563" y="5085184"/>
            <a:ext cx="4141693" cy="1156343"/>
          </a:xfrm>
          <a:prstGeom prst="rect">
            <a:avLst/>
          </a:prstGeom>
          <a:noFill/>
          <a:ln>
            <a:noFill/>
          </a:ln>
        </p:spPr>
        <p:txBody>
          <a:bodyPr spcFirstLastPara="1" wrap="square" lIns="0" tIns="60925" rIns="0" bIns="60925" anchor="b" anchorCtr="0">
            <a:noAutofit/>
          </a:bodyPr>
          <a:lstStyle>
            <a:lvl1pPr marL="457200" lvl="0" indent="-228600" algn="r">
              <a:spcBef>
                <a:spcPts val="400"/>
              </a:spcBef>
              <a:spcAft>
                <a:spcPts val="0"/>
              </a:spcAft>
              <a:buClr>
                <a:schemeClr val="lt1"/>
              </a:buClr>
              <a:buSzPts val="2000"/>
              <a:buNone/>
              <a:defRPr sz="2000">
                <a:solidFill>
                  <a:schemeClr val="lt1"/>
                </a:solidFill>
              </a:defRPr>
            </a:lvl1pPr>
            <a:lvl2pPr marL="914400" lvl="1" indent="-228600" algn="l">
              <a:spcBef>
                <a:spcPts val="320"/>
              </a:spcBef>
              <a:spcAft>
                <a:spcPts val="0"/>
              </a:spcAft>
              <a:buClr>
                <a:schemeClr val="dk1"/>
              </a:buClr>
              <a:buSzPts val="1600"/>
              <a:buNone/>
              <a:defRPr sz="1600"/>
            </a:lvl2pPr>
            <a:lvl3pPr marL="1371600" lvl="2" indent="-228600" algn="l">
              <a:spcBef>
                <a:spcPts val="320"/>
              </a:spcBef>
              <a:spcAft>
                <a:spcPts val="0"/>
              </a:spcAft>
              <a:buClr>
                <a:schemeClr val="dk1"/>
              </a:buClr>
              <a:buSzPts val="1600"/>
              <a:buNone/>
              <a:defRPr sz="1600"/>
            </a:lvl3pPr>
            <a:lvl4pPr marL="1828800" lvl="3" indent="-228600" algn="l">
              <a:spcBef>
                <a:spcPts val="320"/>
              </a:spcBef>
              <a:spcAft>
                <a:spcPts val="0"/>
              </a:spcAft>
              <a:buClr>
                <a:schemeClr val="dk1"/>
              </a:buClr>
              <a:buSzPts val="1600"/>
              <a:buNone/>
              <a:defRPr sz="1600"/>
            </a:lvl4pPr>
            <a:lvl5pPr marL="2286000" lvl="4" indent="-228600" algn="l">
              <a:spcBef>
                <a:spcPts val="320"/>
              </a:spcBef>
              <a:spcAft>
                <a:spcPts val="0"/>
              </a:spcAft>
              <a:buClr>
                <a:schemeClr val="dk1"/>
              </a:buClr>
              <a:buSzPts val="1600"/>
              <a:buNone/>
              <a:defRPr sz="1600"/>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
        <p:nvSpPr>
          <p:cNvPr id="25" name="Google Shape;25;p146"/>
          <p:cNvSpPr/>
          <p:nvPr/>
        </p:nvSpPr>
        <p:spPr>
          <a:xfrm>
            <a:off x="0" y="0"/>
            <a:ext cx="1125860" cy="1052736"/>
          </a:xfrm>
          <a:custGeom>
            <a:avLst/>
            <a:gdLst/>
            <a:ahLst/>
            <a:cxnLst/>
            <a:rect l="l" t="t" r="r" b="b"/>
            <a:pathLst>
              <a:path w="1125860" h="1052736" extrusionOk="0">
                <a:moveTo>
                  <a:pt x="0" y="0"/>
                </a:moveTo>
                <a:lnTo>
                  <a:pt x="1078411" y="0"/>
                </a:lnTo>
                <a:lnTo>
                  <a:pt x="1109768" y="101015"/>
                </a:lnTo>
                <a:cubicBezTo>
                  <a:pt x="1120319" y="152578"/>
                  <a:pt x="1125860" y="205966"/>
                  <a:pt x="1125860" y="260648"/>
                </a:cubicBezTo>
                <a:cubicBezTo>
                  <a:pt x="1125860" y="698106"/>
                  <a:pt x="771230" y="1052736"/>
                  <a:pt x="333772" y="1052736"/>
                </a:cubicBezTo>
                <a:cubicBezTo>
                  <a:pt x="224408" y="1052736"/>
                  <a:pt x="120220" y="1030572"/>
                  <a:pt x="25456" y="990490"/>
                </a:cubicBezTo>
                <a:lnTo>
                  <a:pt x="0" y="976673"/>
                </a:lnTo>
                <a:close/>
              </a:path>
            </a:pathLst>
          </a:custGeom>
          <a:solidFill>
            <a:schemeClr val="accent1"/>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b="0" i="0" u="none" strike="noStrike" cap="none">
              <a:solidFill>
                <a:schemeClr val="lt1"/>
              </a:solidFill>
              <a:latin typeface="Quattrocento Sans"/>
              <a:ea typeface="Quattrocento Sans"/>
              <a:cs typeface="Quattrocento Sans"/>
              <a:sym typeface="Quattrocento Sans"/>
            </a:endParaRPr>
          </a:p>
        </p:txBody>
      </p:sp>
      <p:sp>
        <p:nvSpPr>
          <p:cNvPr id="26" name="Google Shape;26;p146"/>
          <p:cNvSpPr/>
          <p:nvPr/>
        </p:nvSpPr>
        <p:spPr>
          <a:xfrm>
            <a:off x="1413892" y="398372"/>
            <a:ext cx="472244" cy="472244"/>
          </a:xfrm>
          <a:prstGeom prst="ellipse">
            <a:avLst/>
          </a:prstGeom>
          <a:solidFill>
            <a:schemeClr val="accent1"/>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b="0" i="0" u="none" strike="noStrike" cap="none">
              <a:solidFill>
                <a:schemeClr val="lt1"/>
              </a:solidFill>
              <a:latin typeface="Quattrocento Sans"/>
              <a:ea typeface="Quattrocento Sans"/>
              <a:cs typeface="Quattrocento Sans"/>
              <a:sym typeface="Quattrocento Sans"/>
            </a:endParaRPr>
          </a:p>
        </p:txBody>
      </p:sp>
      <p:sp>
        <p:nvSpPr>
          <p:cNvPr id="27" name="Google Shape;27;p146"/>
          <p:cNvSpPr/>
          <p:nvPr/>
        </p:nvSpPr>
        <p:spPr>
          <a:xfrm>
            <a:off x="9367155" y="1301823"/>
            <a:ext cx="1406894" cy="1406894"/>
          </a:xfrm>
          <a:prstGeom prst="ellipse">
            <a:avLst/>
          </a:prstGeom>
          <a:solidFill>
            <a:srgbClr val="ACD98C"/>
          </a:solidFill>
          <a:ln w="101600" cap="flat" cmpd="sng">
            <a:solidFill>
              <a:schemeClr val="lt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b="0" i="0" u="none" strike="noStrike" cap="none">
              <a:solidFill>
                <a:schemeClr val="lt1"/>
              </a:solidFill>
              <a:latin typeface="Quattrocento Sans"/>
              <a:ea typeface="Quattrocento Sans"/>
              <a:cs typeface="Quattrocento Sans"/>
              <a:sym typeface="Quattrocento Sans"/>
            </a:endParaRPr>
          </a:p>
        </p:txBody>
      </p:sp>
      <p:sp>
        <p:nvSpPr>
          <p:cNvPr id="28" name="Google Shape;28;p146"/>
          <p:cNvSpPr/>
          <p:nvPr/>
        </p:nvSpPr>
        <p:spPr>
          <a:xfrm>
            <a:off x="10532246" y="729678"/>
            <a:ext cx="483606" cy="483606"/>
          </a:xfrm>
          <a:prstGeom prst="ellipse">
            <a:avLst/>
          </a:prstGeom>
          <a:solidFill>
            <a:srgbClr val="C7E6B2"/>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b="0" i="0" u="none" strike="noStrike" cap="none">
              <a:solidFill>
                <a:schemeClr val="lt1"/>
              </a:solidFill>
              <a:latin typeface="Quattrocento Sans"/>
              <a:ea typeface="Quattrocento Sans"/>
              <a:cs typeface="Quattrocento Sans"/>
              <a:sym typeface="Quattrocento Sans"/>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2_Title Slide">
  <p:cSld name="2_Title Slide">
    <p:spTree>
      <p:nvGrpSpPr>
        <p:cNvPr id="1" name="Shape 79"/>
        <p:cNvGrpSpPr/>
        <p:nvPr/>
      </p:nvGrpSpPr>
      <p:grpSpPr>
        <a:xfrm>
          <a:off x="0" y="0"/>
          <a:ext cx="0" cy="0"/>
          <a:chOff x="0" y="0"/>
          <a:chExt cx="0" cy="0"/>
        </a:xfrm>
      </p:grpSpPr>
      <p:sp>
        <p:nvSpPr>
          <p:cNvPr id="80" name="Google Shape;80;p170"/>
          <p:cNvSpPr txBox="1">
            <a:spLocks noGrp="1"/>
          </p:cNvSpPr>
          <p:nvPr>
            <p:ph type="ctrTitle"/>
          </p:nvPr>
        </p:nvSpPr>
        <p:spPr>
          <a:xfrm>
            <a:off x="914162" y="1226215"/>
            <a:ext cx="6548402" cy="1470025"/>
          </a:xfrm>
          <a:prstGeom prst="rect">
            <a:avLst/>
          </a:prstGeom>
          <a:noFill/>
          <a:ln>
            <a:noFill/>
          </a:ln>
        </p:spPr>
        <p:txBody>
          <a:bodyPr spcFirstLastPara="1" wrap="square" lIns="0" tIns="60925" rIns="0" bIns="60925" anchor="ctr" anchorCtr="0">
            <a:noAutofit/>
          </a:bodyPr>
          <a:lstStyle>
            <a:lvl1pPr lvl="0" algn="l">
              <a:lnSpc>
                <a:spcPct val="90000"/>
              </a:lnSpc>
              <a:spcBef>
                <a:spcPts val="0"/>
              </a:spcBef>
              <a:spcAft>
                <a:spcPts val="0"/>
              </a:spcAft>
              <a:buClr>
                <a:schemeClr val="lt1"/>
              </a:buClr>
              <a:buSzPts val="4800"/>
              <a:buFont typeface="Quattrocento Sans"/>
              <a:buNone/>
              <a:defRPr sz="4800" cap="none">
                <a:solidFill>
                  <a:schemeClr val="lt1"/>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81" name="Google Shape;81;p170"/>
          <p:cNvSpPr txBox="1">
            <a:spLocks noGrp="1"/>
          </p:cNvSpPr>
          <p:nvPr>
            <p:ph type="subTitle" idx="1"/>
          </p:nvPr>
        </p:nvSpPr>
        <p:spPr>
          <a:xfrm>
            <a:off x="914163" y="2734341"/>
            <a:ext cx="5396273" cy="1080120"/>
          </a:xfrm>
          <a:prstGeom prst="rect">
            <a:avLst/>
          </a:prstGeom>
          <a:noFill/>
          <a:ln>
            <a:noFill/>
          </a:ln>
        </p:spPr>
        <p:txBody>
          <a:bodyPr spcFirstLastPara="1" wrap="square" lIns="0" tIns="60925" rIns="0" bIns="60925" anchor="t" anchorCtr="0">
            <a:normAutofit/>
          </a:bodyPr>
          <a:lstStyle>
            <a:lvl1pPr lvl="0" algn="l">
              <a:spcBef>
                <a:spcPts val="720"/>
              </a:spcBef>
              <a:spcAft>
                <a:spcPts val="0"/>
              </a:spcAft>
              <a:buClr>
                <a:schemeClr val="lt1"/>
              </a:buClr>
              <a:buSzPts val="3600"/>
              <a:buNone/>
              <a:defRPr>
                <a:solidFill>
                  <a:schemeClr val="lt1"/>
                </a:solidFill>
              </a:defRPr>
            </a:lvl1pPr>
            <a:lvl2pPr lvl="1" algn="ctr">
              <a:spcBef>
                <a:spcPts val="640"/>
              </a:spcBef>
              <a:spcAft>
                <a:spcPts val="0"/>
              </a:spcAft>
              <a:buClr>
                <a:srgbClr val="918E8D"/>
              </a:buClr>
              <a:buSzPts val="3200"/>
              <a:buNone/>
              <a:defRPr>
                <a:solidFill>
                  <a:srgbClr val="918E8D"/>
                </a:solidFill>
              </a:defRPr>
            </a:lvl2pPr>
            <a:lvl3pPr lvl="2" algn="ctr">
              <a:spcBef>
                <a:spcPts val="480"/>
              </a:spcBef>
              <a:spcAft>
                <a:spcPts val="0"/>
              </a:spcAft>
              <a:buClr>
                <a:srgbClr val="918E8D"/>
              </a:buClr>
              <a:buSzPts val="2400"/>
              <a:buNone/>
              <a:defRPr>
                <a:solidFill>
                  <a:srgbClr val="918E8D"/>
                </a:solidFill>
              </a:defRPr>
            </a:lvl3pPr>
            <a:lvl4pPr lvl="3" algn="ctr">
              <a:spcBef>
                <a:spcPts val="400"/>
              </a:spcBef>
              <a:spcAft>
                <a:spcPts val="0"/>
              </a:spcAft>
              <a:buClr>
                <a:srgbClr val="918E8D"/>
              </a:buClr>
              <a:buSzPts val="2000"/>
              <a:buNone/>
              <a:defRPr>
                <a:solidFill>
                  <a:srgbClr val="918E8D"/>
                </a:solidFill>
              </a:defRPr>
            </a:lvl4pPr>
            <a:lvl5pPr lvl="4" algn="ctr">
              <a:spcBef>
                <a:spcPts val="400"/>
              </a:spcBef>
              <a:spcAft>
                <a:spcPts val="0"/>
              </a:spcAft>
              <a:buClr>
                <a:srgbClr val="918E8D"/>
              </a:buClr>
              <a:buSzPts val="2000"/>
              <a:buNone/>
              <a:defRPr>
                <a:solidFill>
                  <a:srgbClr val="918E8D"/>
                </a:solidFill>
              </a:defRPr>
            </a:lvl5pPr>
            <a:lvl6pPr lvl="5" algn="ctr">
              <a:spcBef>
                <a:spcPts val="540"/>
              </a:spcBef>
              <a:spcAft>
                <a:spcPts val="0"/>
              </a:spcAft>
              <a:buClr>
                <a:srgbClr val="918E8D"/>
              </a:buClr>
              <a:buSzPts val="2700"/>
              <a:buNone/>
              <a:defRPr>
                <a:solidFill>
                  <a:srgbClr val="918E8D"/>
                </a:solidFill>
              </a:defRPr>
            </a:lvl6pPr>
            <a:lvl7pPr lvl="6" algn="ctr">
              <a:spcBef>
                <a:spcPts val="540"/>
              </a:spcBef>
              <a:spcAft>
                <a:spcPts val="0"/>
              </a:spcAft>
              <a:buClr>
                <a:srgbClr val="918E8D"/>
              </a:buClr>
              <a:buSzPts val="2700"/>
              <a:buNone/>
              <a:defRPr>
                <a:solidFill>
                  <a:srgbClr val="918E8D"/>
                </a:solidFill>
              </a:defRPr>
            </a:lvl7pPr>
            <a:lvl8pPr lvl="7" algn="ctr">
              <a:spcBef>
                <a:spcPts val="540"/>
              </a:spcBef>
              <a:spcAft>
                <a:spcPts val="0"/>
              </a:spcAft>
              <a:buClr>
                <a:srgbClr val="918E8D"/>
              </a:buClr>
              <a:buSzPts val="2700"/>
              <a:buNone/>
              <a:defRPr>
                <a:solidFill>
                  <a:srgbClr val="918E8D"/>
                </a:solidFill>
              </a:defRPr>
            </a:lvl8pPr>
            <a:lvl9pPr lvl="8" algn="ctr">
              <a:spcBef>
                <a:spcPts val="540"/>
              </a:spcBef>
              <a:spcAft>
                <a:spcPts val="0"/>
              </a:spcAft>
              <a:buClr>
                <a:srgbClr val="918E8D"/>
              </a:buClr>
              <a:buSzPts val="2700"/>
              <a:buNone/>
              <a:defRPr>
                <a:solidFill>
                  <a:srgbClr val="918E8D"/>
                </a:solidFill>
              </a:defRPr>
            </a:lvl9pPr>
          </a:lstStyle>
          <a:p>
            <a:endParaRPr/>
          </a:p>
        </p:txBody>
      </p:sp>
      <p:sp>
        <p:nvSpPr>
          <p:cNvPr id="82" name="Google Shape;82;p170"/>
          <p:cNvSpPr txBox="1">
            <a:spLocks noGrp="1"/>
          </p:cNvSpPr>
          <p:nvPr>
            <p:ph type="dt" idx="10"/>
          </p:nvPr>
        </p:nvSpPr>
        <p:spPr>
          <a:xfrm>
            <a:off x="609441" y="6356351"/>
            <a:ext cx="2844059" cy="365125"/>
          </a:xfrm>
          <a:prstGeom prst="rect">
            <a:avLst/>
          </a:prstGeom>
          <a:noFill/>
          <a:ln>
            <a:noFill/>
          </a:ln>
        </p:spPr>
        <p:txBody>
          <a:bodyPr spcFirstLastPara="1" wrap="square" lIns="0" tIns="60925" rIns="0" bIns="60925"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83" name="Google Shape;83;p170"/>
          <p:cNvSpPr txBox="1">
            <a:spLocks noGrp="1"/>
          </p:cNvSpPr>
          <p:nvPr>
            <p:ph type="ftr" idx="11"/>
          </p:nvPr>
        </p:nvSpPr>
        <p:spPr>
          <a:xfrm>
            <a:off x="4164515" y="6356351"/>
            <a:ext cx="3859795" cy="365125"/>
          </a:xfrm>
          <a:prstGeom prst="rect">
            <a:avLst/>
          </a:prstGeom>
          <a:noFill/>
          <a:ln>
            <a:noFill/>
          </a:ln>
        </p:spPr>
        <p:txBody>
          <a:bodyPr spcFirstLastPara="1" wrap="square" lIns="0" tIns="60925" rIns="0" bIns="60925"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84" name="Google Shape;84;p170"/>
          <p:cNvSpPr txBox="1">
            <a:spLocks noGrp="1"/>
          </p:cNvSpPr>
          <p:nvPr>
            <p:ph type="sldNum" idx="12"/>
          </p:nvPr>
        </p:nvSpPr>
        <p:spPr>
          <a:xfrm>
            <a:off x="8735325" y="6356351"/>
            <a:ext cx="2844059" cy="365125"/>
          </a:xfrm>
          <a:prstGeom prst="rect">
            <a:avLst/>
          </a:prstGeom>
          <a:noFill/>
          <a:ln>
            <a:noFill/>
          </a:ln>
        </p:spPr>
        <p:txBody>
          <a:bodyPr spcFirstLastPara="1" wrap="square" lIns="0" tIns="60925" rIns="0" bIns="6092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
        <p:nvSpPr>
          <p:cNvPr id="85" name="Google Shape;85;p170"/>
          <p:cNvSpPr txBox="1">
            <a:spLocks noGrp="1"/>
          </p:cNvSpPr>
          <p:nvPr>
            <p:ph type="body" idx="2"/>
          </p:nvPr>
        </p:nvSpPr>
        <p:spPr>
          <a:xfrm>
            <a:off x="914400" y="3933825"/>
            <a:ext cx="5827713" cy="612775"/>
          </a:xfrm>
          <a:prstGeom prst="rect">
            <a:avLst/>
          </a:prstGeom>
          <a:noFill/>
          <a:ln>
            <a:noFill/>
          </a:ln>
        </p:spPr>
        <p:txBody>
          <a:bodyPr spcFirstLastPara="1" wrap="square" lIns="0" tIns="60925" rIns="0" bIns="60925" anchor="ctr" anchorCtr="0">
            <a:noAutofit/>
          </a:bodyPr>
          <a:lstStyle>
            <a:lvl1pPr marL="457200" lvl="0" indent="-228600" algn="l">
              <a:spcBef>
                <a:spcPts val="400"/>
              </a:spcBef>
              <a:spcAft>
                <a:spcPts val="0"/>
              </a:spcAft>
              <a:buClr>
                <a:schemeClr val="lt1"/>
              </a:buClr>
              <a:buSzPts val="2000"/>
              <a:buNone/>
              <a:defRPr sz="2000">
                <a:solidFill>
                  <a:schemeClr val="lt1"/>
                </a:solidFill>
              </a:defRPr>
            </a:lvl1pPr>
            <a:lvl2pPr marL="914400" lvl="1" indent="-228600" algn="l">
              <a:spcBef>
                <a:spcPts val="320"/>
              </a:spcBef>
              <a:spcAft>
                <a:spcPts val="0"/>
              </a:spcAft>
              <a:buClr>
                <a:schemeClr val="dk1"/>
              </a:buClr>
              <a:buSzPts val="1600"/>
              <a:buNone/>
              <a:defRPr sz="1600"/>
            </a:lvl2pPr>
            <a:lvl3pPr marL="1371600" lvl="2" indent="-228600" algn="l">
              <a:spcBef>
                <a:spcPts val="320"/>
              </a:spcBef>
              <a:spcAft>
                <a:spcPts val="0"/>
              </a:spcAft>
              <a:buClr>
                <a:schemeClr val="dk1"/>
              </a:buClr>
              <a:buSzPts val="1600"/>
              <a:buNone/>
              <a:defRPr sz="1600"/>
            </a:lvl3pPr>
            <a:lvl4pPr marL="1828800" lvl="3" indent="-228600" algn="l">
              <a:spcBef>
                <a:spcPts val="320"/>
              </a:spcBef>
              <a:spcAft>
                <a:spcPts val="0"/>
              </a:spcAft>
              <a:buClr>
                <a:schemeClr val="dk1"/>
              </a:buClr>
              <a:buSzPts val="1600"/>
              <a:buNone/>
              <a:defRPr sz="1600"/>
            </a:lvl4pPr>
            <a:lvl5pPr marL="2286000" lvl="4" indent="-228600" algn="l">
              <a:spcBef>
                <a:spcPts val="320"/>
              </a:spcBef>
              <a:spcAft>
                <a:spcPts val="0"/>
              </a:spcAft>
              <a:buClr>
                <a:schemeClr val="dk1"/>
              </a:buClr>
              <a:buSzPts val="1600"/>
              <a:buNone/>
              <a:defRPr sz="1600"/>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
        <p:nvSpPr>
          <p:cNvPr id="86" name="Google Shape;86;p170"/>
          <p:cNvSpPr>
            <a:spLocks noGrp="1"/>
          </p:cNvSpPr>
          <p:nvPr>
            <p:ph type="pic" idx="3"/>
          </p:nvPr>
        </p:nvSpPr>
        <p:spPr>
          <a:xfrm>
            <a:off x="5208376" y="0"/>
            <a:ext cx="6980449" cy="6858000"/>
          </a:xfrm>
          <a:prstGeom prst="rect">
            <a:avLst/>
          </a:prstGeom>
          <a:noFill/>
          <a:ln>
            <a:noFill/>
          </a:ln>
        </p:spPr>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87"/>
        <p:cNvGrpSpPr/>
        <p:nvPr/>
      </p:nvGrpSpPr>
      <p:grpSpPr>
        <a:xfrm>
          <a:off x="0" y="0"/>
          <a:ext cx="0" cy="0"/>
          <a:chOff x="0" y="0"/>
          <a:chExt cx="0" cy="0"/>
        </a:xfrm>
      </p:grpSpPr>
      <p:sp>
        <p:nvSpPr>
          <p:cNvPr id="88" name="Google Shape;88;p171"/>
          <p:cNvSpPr txBox="1">
            <a:spLocks noGrp="1"/>
          </p:cNvSpPr>
          <p:nvPr>
            <p:ph type="title"/>
          </p:nvPr>
        </p:nvSpPr>
        <p:spPr>
          <a:xfrm>
            <a:off x="962833" y="4406901"/>
            <a:ext cx="10360501" cy="1362075"/>
          </a:xfrm>
          <a:prstGeom prst="rect">
            <a:avLst/>
          </a:prstGeom>
          <a:noFill/>
          <a:ln>
            <a:noFill/>
          </a:ln>
        </p:spPr>
        <p:txBody>
          <a:bodyPr spcFirstLastPara="1" wrap="square" lIns="0" tIns="60925" rIns="0" bIns="60925" anchor="t" anchorCtr="0">
            <a:normAutofit/>
          </a:bodyPr>
          <a:lstStyle>
            <a:lvl1pPr lvl="0" algn="l">
              <a:spcBef>
                <a:spcPts val="0"/>
              </a:spcBef>
              <a:spcAft>
                <a:spcPts val="0"/>
              </a:spcAft>
              <a:buClr>
                <a:schemeClr val="accent1"/>
              </a:buClr>
              <a:buSzPts val="5300"/>
              <a:buFont typeface="Quattrocento Sans"/>
              <a:buNone/>
              <a:defRPr sz="5300" b="1" cap="none"/>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89" name="Google Shape;89;p171"/>
          <p:cNvSpPr txBox="1">
            <a:spLocks noGrp="1"/>
          </p:cNvSpPr>
          <p:nvPr>
            <p:ph type="body" idx="1"/>
          </p:nvPr>
        </p:nvSpPr>
        <p:spPr>
          <a:xfrm>
            <a:off x="962833" y="2906713"/>
            <a:ext cx="10360501" cy="1500187"/>
          </a:xfrm>
          <a:prstGeom prst="rect">
            <a:avLst/>
          </a:prstGeom>
          <a:noFill/>
          <a:ln>
            <a:noFill/>
          </a:ln>
        </p:spPr>
        <p:txBody>
          <a:bodyPr spcFirstLastPara="1" wrap="square" lIns="0" tIns="60925" rIns="0" bIns="60925" anchor="b" anchorCtr="0">
            <a:normAutofit/>
          </a:bodyPr>
          <a:lstStyle>
            <a:lvl1pPr marL="457200" lvl="0" indent="-228600" algn="l">
              <a:spcBef>
                <a:spcPts val="540"/>
              </a:spcBef>
              <a:spcAft>
                <a:spcPts val="0"/>
              </a:spcAft>
              <a:buClr>
                <a:srgbClr val="918E8D"/>
              </a:buClr>
              <a:buSzPts val="2700"/>
              <a:buNone/>
              <a:defRPr sz="2700">
                <a:solidFill>
                  <a:srgbClr val="918E8D"/>
                </a:solidFill>
              </a:defRPr>
            </a:lvl1pPr>
            <a:lvl2pPr marL="914400" lvl="1" indent="-228600" algn="l">
              <a:spcBef>
                <a:spcPts val="480"/>
              </a:spcBef>
              <a:spcAft>
                <a:spcPts val="0"/>
              </a:spcAft>
              <a:buClr>
                <a:srgbClr val="918E8D"/>
              </a:buClr>
              <a:buSzPts val="2400"/>
              <a:buNone/>
              <a:defRPr sz="2400">
                <a:solidFill>
                  <a:srgbClr val="918E8D"/>
                </a:solidFill>
              </a:defRPr>
            </a:lvl2pPr>
            <a:lvl3pPr marL="1371600" lvl="2" indent="-228600" algn="l">
              <a:spcBef>
                <a:spcPts val="420"/>
              </a:spcBef>
              <a:spcAft>
                <a:spcPts val="0"/>
              </a:spcAft>
              <a:buClr>
                <a:srgbClr val="918E8D"/>
              </a:buClr>
              <a:buSzPts val="2100"/>
              <a:buNone/>
              <a:defRPr sz="2100">
                <a:solidFill>
                  <a:srgbClr val="918E8D"/>
                </a:solidFill>
              </a:defRPr>
            </a:lvl3pPr>
            <a:lvl4pPr marL="1828800" lvl="3" indent="-228600" algn="l">
              <a:spcBef>
                <a:spcPts val="380"/>
              </a:spcBef>
              <a:spcAft>
                <a:spcPts val="0"/>
              </a:spcAft>
              <a:buClr>
                <a:srgbClr val="918E8D"/>
              </a:buClr>
              <a:buSzPts val="1900"/>
              <a:buNone/>
              <a:defRPr sz="1900">
                <a:solidFill>
                  <a:srgbClr val="918E8D"/>
                </a:solidFill>
              </a:defRPr>
            </a:lvl4pPr>
            <a:lvl5pPr marL="2286000" lvl="4" indent="-228600" algn="l">
              <a:spcBef>
                <a:spcPts val="380"/>
              </a:spcBef>
              <a:spcAft>
                <a:spcPts val="0"/>
              </a:spcAft>
              <a:buClr>
                <a:srgbClr val="918E8D"/>
              </a:buClr>
              <a:buSzPts val="1900"/>
              <a:buNone/>
              <a:defRPr sz="1900">
                <a:solidFill>
                  <a:srgbClr val="918E8D"/>
                </a:solidFill>
              </a:defRPr>
            </a:lvl5pPr>
            <a:lvl6pPr marL="2743200" lvl="5" indent="-228600" algn="l">
              <a:spcBef>
                <a:spcPts val="380"/>
              </a:spcBef>
              <a:spcAft>
                <a:spcPts val="0"/>
              </a:spcAft>
              <a:buClr>
                <a:srgbClr val="918E8D"/>
              </a:buClr>
              <a:buSzPts val="1900"/>
              <a:buNone/>
              <a:defRPr sz="1900">
                <a:solidFill>
                  <a:srgbClr val="918E8D"/>
                </a:solidFill>
              </a:defRPr>
            </a:lvl6pPr>
            <a:lvl7pPr marL="3200400" lvl="6" indent="-228600" algn="l">
              <a:spcBef>
                <a:spcPts val="380"/>
              </a:spcBef>
              <a:spcAft>
                <a:spcPts val="0"/>
              </a:spcAft>
              <a:buClr>
                <a:srgbClr val="918E8D"/>
              </a:buClr>
              <a:buSzPts val="1900"/>
              <a:buNone/>
              <a:defRPr sz="1900">
                <a:solidFill>
                  <a:srgbClr val="918E8D"/>
                </a:solidFill>
              </a:defRPr>
            </a:lvl7pPr>
            <a:lvl8pPr marL="3657600" lvl="7" indent="-228600" algn="l">
              <a:spcBef>
                <a:spcPts val="380"/>
              </a:spcBef>
              <a:spcAft>
                <a:spcPts val="0"/>
              </a:spcAft>
              <a:buClr>
                <a:srgbClr val="918E8D"/>
              </a:buClr>
              <a:buSzPts val="1900"/>
              <a:buNone/>
              <a:defRPr sz="1900">
                <a:solidFill>
                  <a:srgbClr val="918E8D"/>
                </a:solidFill>
              </a:defRPr>
            </a:lvl8pPr>
            <a:lvl9pPr marL="4114800" lvl="8" indent="-228600" algn="l">
              <a:spcBef>
                <a:spcPts val="380"/>
              </a:spcBef>
              <a:spcAft>
                <a:spcPts val="0"/>
              </a:spcAft>
              <a:buClr>
                <a:srgbClr val="918E8D"/>
              </a:buClr>
              <a:buSzPts val="1900"/>
              <a:buNone/>
              <a:defRPr sz="1900">
                <a:solidFill>
                  <a:srgbClr val="918E8D"/>
                </a:solidFill>
              </a:defRPr>
            </a:lvl9pPr>
          </a:lstStyle>
          <a:p>
            <a:endParaRPr/>
          </a:p>
        </p:txBody>
      </p:sp>
      <p:sp>
        <p:nvSpPr>
          <p:cNvPr id="90" name="Google Shape;90;p171"/>
          <p:cNvSpPr txBox="1">
            <a:spLocks noGrp="1"/>
          </p:cNvSpPr>
          <p:nvPr>
            <p:ph type="dt" idx="10"/>
          </p:nvPr>
        </p:nvSpPr>
        <p:spPr>
          <a:xfrm>
            <a:off x="609441" y="6356351"/>
            <a:ext cx="2844059" cy="365125"/>
          </a:xfrm>
          <a:prstGeom prst="rect">
            <a:avLst/>
          </a:prstGeom>
          <a:noFill/>
          <a:ln>
            <a:noFill/>
          </a:ln>
        </p:spPr>
        <p:txBody>
          <a:bodyPr spcFirstLastPara="1" wrap="square" lIns="0" tIns="60925" rIns="0" bIns="60925"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91" name="Google Shape;91;p171"/>
          <p:cNvSpPr txBox="1">
            <a:spLocks noGrp="1"/>
          </p:cNvSpPr>
          <p:nvPr>
            <p:ph type="ftr" idx="11"/>
          </p:nvPr>
        </p:nvSpPr>
        <p:spPr>
          <a:xfrm>
            <a:off x="4164515" y="6356351"/>
            <a:ext cx="3859795" cy="365125"/>
          </a:xfrm>
          <a:prstGeom prst="rect">
            <a:avLst/>
          </a:prstGeom>
          <a:noFill/>
          <a:ln>
            <a:noFill/>
          </a:ln>
        </p:spPr>
        <p:txBody>
          <a:bodyPr spcFirstLastPara="1" wrap="square" lIns="0" tIns="60925" rIns="0" bIns="60925"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92" name="Google Shape;92;p171"/>
          <p:cNvSpPr txBox="1">
            <a:spLocks noGrp="1"/>
          </p:cNvSpPr>
          <p:nvPr>
            <p:ph type="sldNum" idx="12"/>
          </p:nvPr>
        </p:nvSpPr>
        <p:spPr>
          <a:xfrm>
            <a:off x="8735325" y="6356351"/>
            <a:ext cx="2844059" cy="365125"/>
          </a:xfrm>
          <a:prstGeom prst="rect">
            <a:avLst/>
          </a:prstGeom>
          <a:noFill/>
          <a:ln>
            <a:noFill/>
          </a:ln>
        </p:spPr>
        <p:txBody>
          <a:bodyPr spcFirstLastPara="1" wrap="square" lIns="0" tIns="60925" rIns="0" bIns="6092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Only">
  <p:cSld name="Title Only">
    <p:spTree>
      <p:nvGrpSpPr>
        <p:cNvPr id="1" name="Shape 93"/>
        <p:cNvGrpSpPr/>
        <p:nvPr/>
      </p:nvGrpSpPr>
      <p:grpSpPr>
        <a:xfrm>
          <a:off x="0" y="0"/>
          <a:ext cx="0" cy="0"/>
          <a:chOff x="0" y="0"/>
          <a:chExt cx="0" cy="0"/>
        </a:xfrm>
      </p:grpSpPr>
      <p:sp>
        <p:nvSpPr>
          <p:cNvPr id="94" name="Google Shape;94;p172"/>
          <p:cNvSpPr txBox="1">
            <a:spLocks noGrp="1"/>
          </p:cNvSpPr>
          <p:nvPr>
            <p:ph type="dt" idx="10"/>
          </p:nvPr>
        </p:nvSpPr>
        <p:spPr>
          <a:xfrm>
            <a:off x="609441" y="6356351"/>
            <a:ext cx="2844059" cy="365125"/>
          </a:xfrm>
          <a:prstGeom prst="rect">
            <a:avLst/>
          </a:prstGeom>
          <a:noFill/>
          <a:ln>
            <a:noFill/>
          </a:ln>
        </p:spPr>
        <p:txBody>
          <a:bodyPr spcFirstLastPara="1" wrap="square" lIns="0" tIns="60925" rIns="0" bIns="60925"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95" name="Google Shape;95;p172"/>
          <p:cNvSpPr txBox="1">
            <a:spLocks noGrp="1"/>
          </p:cNvSpPr>
          <p:nvPr>
            <p:ph type="ftr" idx="11"/>
          </p:nvPr>
        </p:nvSpPr>
        <p:spPr>
          <a:xfrm>
            <a:off x="4164515" y="6356351"/>
            <a:ext cx="3859795" cy="365125"/>
          </a:xfrm>
          <a:prstGeom prst="rect">
            <a:avLst/>
          </a:prstGeom>
          <a:noFill/>
          <a:ln>
            <a:noFill/>
          </a:ln>
        </p:spPr>
        <p:txBody>
          <a:bodyPr spcFirstLastPara="1" wrap="square" lIns="0" tIns="60925" rIns="0" bIns="60925"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96" name="Google Shape;96;p172"/>
          <p:cNvSpPr txBox="1">
            <a:spLocks noGrp="1"/>
          </p:cNvSpPr>
          <p:nvPr>
            <p:ph type="sldNum" idx="12"/>
          </p:nvPr>
        </p:nvSpPr>
        <p:spPr>
          <a:xfrm>
            <a:off x="8735325" y="6356351"/>
            <a:ext cx="2844059" cy="365125"/>
          </a:xfrm>
          <a:prstGeom prst="rect">
            <a:avLst/>
          </a:prstGeom>
          <a:noFill/>
          <a:ln>
            <a:noFill/>
          </a:ln>
        </p:spPr>
        <p:txBody>
          <a:bodyPr spcFirstLastPara="1" wrap="square" lIns="0" tIns="60925" rIns="0" bIns="6092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
        <p:nvSpPr>
          <p:cNvPr id="97" name="Google Shape;97;p172"/>
          <p:cNvSpPr txBox="1">
            <a:spLocks noGrp="1"/>
          </p:cNvSpPr>
          <p:nvPr>
            <p:ph type="title"/>
          </p:nvPr>
        </p:nvSpPr>
        <p:spPr>
          <a:xfrm>
            <a:off x="609441" y="274639"/>
            <a:ext cx="10969943" cy="711081"/>
          </a:xfrm>
          <a:prstGeom prst="rect">
            <a:avLst/>
          </a:prstGeom>
          <a:noFill/>
          <a:ln>
            <a:noFill/>
          </a:ln>
        </p:spPr>
        <p:txBody>
          <a:bodyPr spcFirstLastPara="1" wrap="square" lIns="0" tIns="60925" rIns="0" bIns="60925" anchor="ctr" anchorCtr="0">
            <a:noAutofit/>
          </a:bodyPr>
          <a:lstStyle>
            <a:lvl1pPr lvl="0" algn="l">
              <a:spcBef>
                <a:spcPts val="0"/>
              </a:spcBef>
              <a:spcAft>
                <a:spcPts val="0"/>
              </a:spcAft>
              <a:buClr>
                <a:schemeClr val="accent1"/>
              </a:buClr>
              <a:buSzPts val="3600"/>
              <a:buFont typeface="Quattrocento Sans"/>
              <a:buNone/>
              <a:defRPr sz="36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3_Title Only">
  <p:cSld name="3_Title Only">
    <p:spTree>
      <p:nvGrpSpPr>
        <p:cNvPr id="1" name="Shape 98"/>
        <p:cNvGrpSpPr/>
        <p:nvPr/>
      </p:nvGrpSpPr>
      <p:grpSpPr>
        <a:xfrm>
          <a:off x="0" y="0"/>
          <a:ext cx="0" cy="0"/>
          <a:chOff x="0" y="0"/>
          <a:chExt cx="0" cy="0"/>
        </a:xfrm>
      </p:grpSpPr>
      <p:sp>
        <p:nvSpPr>
          <p:cNvPr id="99" name="Google Shape;99;p173"/>
          <p:cNvSpPr/>
          <p:nvPr/>
        </p:nvSpPr>
        <p:spPr>
          <a:xfrm>
            <a:off x="0" y="4581128"/>
            <a:ext cx="5163566" cy="2276872"/>
          </a:xfrm>
          <a:custGeom>
            <a:avLst/>
            <a:gdLst/>
            <a:ahLst/>
            <a:cxnLst/>
            <a:rect l="l" t="t" r="r" b="b"/>
            <a:pathLst>
              <a:path w="5163566" h="2276872" extrusionOk="0">
                <a:moveTo>
                  <a:pt x="2035697" y="0"/>
                </a:moveTo>
                <a:cubicBezTo>
                  <a:pt x="3397576" y="0"/>
                  <a:pt x="4566062" y="828016"/>
                  <a:pt x="5065187" y="2008081"/>
                </a:cubicBezTo>
                <a:lnTo>
                  <a:pt x="5163566" y="2276872"/>
                </a:lnTo>
                <a:lnTo>
                  <a:pt x="0" y="2276872"/>
                </a:lnTo>
                <a:lnTo>
                  <a:pt x="0" y="706170"/>
                </a:lnTo>
                <a:lnTo>
                  <a:pt x="5811" y="701257"/>
                </a:lnTo>
                <a:cubicBezTo>
                  <a:pt x="564774" y="261990"/>
                  <a:pt x="1269640" y="0"/>
                  <a:pt x="2035697" y="0"/>
                </a:cubicBezTo>
                <a:close/>
              </a:path>
            </a:pathLst>
          </a:custGeom>
          <a:gradFill>
            <a:gsLst>
              <a:gs pos="0">
                <a:schemeClr val="accent1"/>
              </a:gs>
              <a:gs pos="100000">
                <a:srgbClr val="ACD98C"/>
              </a:gs>
            </a:gsLst>
            <a:lin ang="16200000" scaled="0"/>
          </a:gra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Quattrocento Sans"/>
              <a:ea typeface="Quattrocento Sans"/>
              <a:cs typeface="Quattrocento Sans"/>
              <a:sym typeface="Quattrocento Sans"/>
            </a:endParaRPr>
          </a:p>
        </p:txBody>
      </p:sp>
      <p:sp>
        <p:nvSpPr>
          <p:cNvPr id="100" name="Google Shape;100;p173"/>
          <p:cNvSpPr/>
          <p:nvPr/>
        </p:nvSpPr>
        <p:spPr>
          <a:xfrm rot="5400000">
            <a:off x="-662523" y="1957214"/>
            <a:ext cx="5179585" cy="3854541"/>
          </a:xfrm>
          <a:prstGeom prst="round2SameRect">
            <a:avLst>
              <a:gd name="adj1" fmla="val 10983"/>
              <a:gd name="adj2" fmla="val 0"/>
            </a:avLst>
          </a:prstGeom>
          <a:solidFill>
            <a:schemeClr val="lt1"/>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Quattrocento Sans"/>
              <a:ea typeface="Quattrocento Sans"/>
              <a:cs typeface="Quattrocento Sans"/>
              <a:sym typeface="Quattrocento Sans"/>
            </a:endParaRPr>
          </a:p>
        </p:txBody>
      </p:sp>
      <p:sp>
        <p:nvSpPr>
          <p:cNvPr id="101" name="Google Shape;101;p173"/>
          <p:cNvSpPr txBox="1">
            <a:spLocks noGrp="1"/>
          </p:cNvSpPr>
          <p:nvPr>
            <p:ph type="title"/>
          </p:nvPr>
        </p:nvSpPr>
        <p:spPr>
          <a:xfrm>
            <a:off x="609441" y="274639"/>
            <a:ext cx="10969943" cy="711081"/>
          </a:xfrm>
          <a:prstGeom prst="rect">
            <a:avLst/>
          </a:prstGeom>
          <a:noFill/>
          <a:ln>
            <a:noFill/>
          </a:ln>
        </p:spPr>
        <p:txBody>
          <a:bodyPr spcFirstLastPara="1" wrap="square" lIns="0" tIns="60925" rIns="0" bIns="60925" anchor="ctr" anchorCtr="0">
            <a:noAutofit/>
          </a:bodyPr>
          <a:lstStyle>
            <a:lvl1pPr lvl="0" algn="l">
              <a:spcBef>
                <a:spcPts val="0"/>
              </a:spcBef>
              <a:spcAft>
                <a:spcPts val="0"/>
              </a:spcAft>
              <a:buClr>
                <a:schemeClr val="accent1"/>
              </a:buClr>
              <a:buSzPts val="3600"/>
              <a:buFont typeface="Quattrocento Sans"/>
              <a:buNone/>
              <a:defRPr sz="36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02" name="Google Shape;102;p173"/>
          <p:cNvSpPr txBox="1">
            <a:spLocks noGrp="1"/>
          </p:cNvSpPr>
          <p:nvPr>
            <p:ph type="dt" idx="10"/>
          </p:nvPr>
        </p:nvSpPr>
        <p:spPr>
          <a:xfrm>
            <a:off x="609441" y="6356351"/>
            <a:ext cx="2844059" cy="365125"/>
          </a:xfrm>
          <a:prstGeom prst="rect">
            <a:avLst/>
          </a:prstGeom>
          <a:noFill/>
          <a:ln>
            <a:noFill/>
          </a:ln>
        </p:spPr>
        <p:txBody>
          <a:bodyPr spcFirstLastPara="1" wrap="square" lIns="0" tIns="60925" rIns="0" bIns="60925"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03" name="Google Shape;103;p173"/>
          <p:cNvSpPr txBox="1">
            <a:spLocks noGrp="1"/>
          </p:cNvSpPr>
          <p:nvPr>
            <p:ph type="ftr" idx="11"/>
          </p:nvPr>
        </p:nvSpPr>
        <p:spPr>
          <a:xfrm>
            <a:off x="4164515" y="6356351"/>
            <a:ext cx="3859795" cy="365125"/>
          </a:xfrm>
          <a:prstGeom prst="rect">
            <a:avLst/>
          </a:prstGeom>
          <a:noFill/>
          <a:ln>
            <a:noFill/>
          </a:ln>
        </p:spPr>
        <p:txBody>
          <a:bodyPr spcFirstLastPara="1" wrap="square" lIns="0" tIns="60925" rIns="0" bIns="60925"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04" name="Google Shape;104;p173"/>
          <p:cNvSpPr txBox="1">
            <a:spLocks noGrp="1"/>
          </p:cNvSpPr>
          <p:nvPr>
            <p:ph type="sldNum" idx="12"/>
          </p:nvPr>
        </p:nvSpPr>
        <p:spPr>
          <a:xfrm>
            <a:off x="8735325" y="6356351"/>
            <a:ext cx="2844059" cy="365125"/>
          </a:xfrm>
          <a:prstGeom prst="rect">
            <a:avLst/>
          </a:prstGeom>
          <a:noFill/>
          <a:ln>
            <a:noFill/>
          </a:ln>
        </p:spPr>
        <p:txBody>
          <a:bodyPr spcFirstLastPara="1" wrap="square" lIns="0" tIns="60925" rIns="0" bIns="6092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
        <p:nvSpPr>
          <p:cNvPr id="105" name="Google Shape;105;p173"/>
          <p:cNvSpPr/>
          <p:nvPr/>
        </p:nvSpPr>
        <p:spPr>
          <a:xfrm rot="5400000">
            <a:off x="-766723" y="1858237"/>
            <a:ext cx="5179585" cy="3646140"/>
          </a:xfrm>
          <a:prstGeom prst="round2SameRect">
            <a:avLst>
              <a:gd name="adj1" fmla="val 10983"/>
              <a:gd name="adj2" fmla="val 0"/>
            </a:avLst>
          </a:prstGeom>
          <a:gradFill>
            <a:gsLst>
              <a:gs pos="0">
                <a:schemeClr val="accent1"/>
              </a:gs>
              <a:gs pos="100000">
                <a:schemeClr val="accent3"/>
              </a:gs>
            </a:gsLst>
            <a:lin ang="2700000" scaled="0"/>
          </a:gra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Quattrocento Sans"/>
              <a:ea typeface="Quattrocento Sans"/>
              <a:cs typeface="Quattrocento Sans"/>
              <a:sym typeface="Quattrocento Sans"/>
            </a:endParaRPr>
          </a:p>
        </p:txBody>
      </p:sp>
      <p:sp>
        <p:nvSpPr>
          <p:cNvPr id="106" name="Google Shape;106;p173"/>
          <p:cNvSpPr txBox="1">
            <a:spLocks noGrp="1"/>
          </p:cNvSpPr>
          <p:nvPr>
            <p:ph type="body" idx="1"/>
          </p:nvPr>
        </p:nvSpPr>
        <p:spPr>
          <a:xfrm>
            <a:off x="609600" y="1508576"/>
            <a:ext cx="2676525" cy="1152153"/>
          </a:xfrm>
          <a:prstGeom prst="rect">
            <a:avLst/>
          </a:prstGeom>
          <a:noFill/>
          <a:ln>
            <a:noFill/>
          </a:ln>
        </p:spPr>
        <p:txBody>
          <a:bodyPr spcFirstLastPara="1" wrap="square" lIns="61200" tIns="60925" rIns="61200" bIns="60925" anchor="ctr" anchorCtr="0">
            <a:noAutofit/>
          </a:bodyPr>
          <a:lstStyle>
            <a:lvl1pPr marL="457200" lvl="0" indent="-228600" algn="l">
              <a:lnSpc>
                <a:spcPct val="80000"/>
              </a:lnSpc>
              <a:spcBef>
                <a:spcPts val="0"/>
              </a:spcBef>
              <a:spcAft>
                <a:spcPts val="0"/>
              </a:spcAft>
              <a:buClr>
                <a:schemeClr val="lt1"/>
              </a:buClr>
              <a:buSzPts val="2800"/>
              <a:buNone/>
              <a:defRPr sz="2800" b="1">
                <a:solidFill>
                  <a:schemeClr val="lt1"/>
                </a:solidFill>
              </a:defRPr>
            </a:lvl1pPr>
            <a:lvl2pPr marL="914400" lvl="1" indent="-228600" algn="l">
              <a:spcBef>
                <a:spcPts val="480"/>
              </a:spcBef>
              <a:spcAft>
                <a:spcPts val="0"/>
              </a:spcAft>
              <a:buClr>
                <a:schemeClr val="dk1"/>
              </a:buClr>
              <a:buSzPts val="2400"/>
              <a:buNone/>
              <a:defRPr sz="2400"/>
            </a:lvl2pPr>
            <a:lvl3pPr marL="1371600" lvl="2" indent="-228600" algn="l">
              <a:spcBef>
                <a:spcPts val="480"/>
              </a:spcBef>
              <a:spcAft>
                <a:spcPts val="0"/>
              </a:spcAft>
              <a:buClr>
                <a:schemeClr val="dk1"/>
              </a:buClr>
              <a:buSzPts val="2400"/>
              <a:buNone/>
              <a:defRPr sz="2400"/>
            </a:lvl3pPr>
            <a:lvl4pPr marL="1828800" lvl="3" indent="-228600" algn="l">
              <a:spcBef>
                <a:spcPts val="480"/>
              </a:spcBef>
              <a:spcAft>
                <a:spcPts val="0"/>
              </a:spcAft>
              <a:buClr>
                <a:schemeClr val="dk1"/>
              </a:buClr>
              <a:buSzPts val="2400"/>
              <a:buNone/>
              <a:defRPr sz="2400"/>
            </a:lvl4pPr>
            <a:lvl5pPr marL="2286000" lvl="4" indent="-228600" algn="l">
              <a:spcBef>
                <a:spcPts val="480"/>
              </a:spcBef>
              <a:spcAft>
                <a:spcPts val="0"/>
              </a:spcAft>
              <a:buClr>
                <a:schemeClr val="dk1"/>
              </a:buClr>
              <a:buSzPts val="2400"/>
              <a:buNone/>
              <a:defRPr sz="2400"/>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userDrawn="1">
  <p:cSld name="Images and Contents Layout">
    <p:spTree>
      <p:nvGrpSpPr>
        <p:cNvPr id="1" name=""/>
        <p:cNvGrpSpPr/>
        <p:nvPr/>
      </p:nvGrpSpPr>
      <p:grpSpPr>
        <a:xfrm>
          <a:off x="0" y="0"/>
          <a:ext cx="0" cy="0"/>
          <a:chOff x="0" y="0"/>
          <a:chExt cx="0" cy="0"/>
        </a:xfrm>
      </p:grpSpPr>
      <p:sp>
        <p:nvSpPr>
          <p:cNvPr id="4" name="Picture Placeholder 2"/>
          <p:cNvSpPr>
            <a:spLocks noGrp="1"/>
          </p:cNvSpPr>
          <p:nvPr>
            <p:ph type="pic" idx="1" hasCustomPrompt="1"/>
          </p:nvPr>
        </p:nvSpPr>
        <p:spPr>
          <a:xfrm>
            <a:off x="0" y="-1"/>
            <a:ext cx="12188825" cy="6857999"/>
          </a:xfrm>
          <a:prstGeom prst="rect">
            <a:avLst/>
          </a:prstGeom>
          <a:solidFill>
            <a:schemeClr val="bg1">
              <a:lumMod val="95000"/>
            </a:schemeClr>
          </a:solidFill>
        </p:spPr>
        <p:txBody>
          <a:bodyPr anchor="ctr"/>
          <a:lstStyle>
            <a:lvl1pPr marL="0" indent="0" algn="ctr">
              <a:buNone/>
              <a:defRPr sz="1600" baseline="0">
                <a:solidFill>
                  <a:schemeClr val="tx1">
                    <a:lumMod val="75000"/>
                    <a:lumOff val="25000"/>
                  </a:schemeClr>
                </a:solidFill>
                <a:latin typeface="+mn-lt"/>
                <a:cs typeface="Arial" pitchFamily="34" charset="0"/>
              </a:defRPr>
            </a:lvl1pPr>
            <a:lvl2pPr marL="609265" indent="0">
              <a:buNone/>
              <a:defRPr sz="3732"/>
            </a:lvl2pPr>
            <a:lvl3pPr marL="1218529" indent="0">
              <a:buNone/>
              <a:defRPr sz="3198"/>
            </a:lvl3pPr>
            <a:lvl4pPr marL="1827794" indent="0">
              <a:buNone/>
              <a:defRPr sz="2665"/>
            </a:lvl4pPr>
            <a:lvl5pPr marL="2437060" indent="0">
              <a:buNone/>
              <a:defRPr sz="2665"/>
            </a:lvl5pPr>
            <a:lvl6pPr marL="3046324" indent="0">
              <a:buNone/>
              <a:defRPr sz="2665"/>
            </a:lvl6pPr>
            <a:lvl7pPr marL="3655589" indent="0">
              <a:buNone/>
              <a:defRPr sz="2665"/>
            </a:lvl7pPr>
            <a:lvl8pPr marL="4264853" indent="0">
              <a:buNone/>
              <a:defRPr sz="2665"/>
            </a:lvl8pPr>
            <a:lvl9pPr marL="4874118" indent="0">
              <a:buNone/>
              <a:defRPr sz="2665"/>
            </a:lvl9pPr>
          </a:lstStyle>
          <a:p>
            <a:r>
              <a:rPr lang="en-US" altLang="ko-KR" dirty="0"/>
              <a:t>Insert Your Image</a:t>
            </a:r>
            <a:endParaRPr lang="ko-KR" altLang="en-US" dirty="0"/>
          </a:p>
        </p:txBody>
      </p:sp>
    </p:spTree>
    <p:extLst>
      <p:ext uri="{BB962C8B-B14F-4D97-AF65-F5344CB8AC3E}">
        <p14:creationId xmlns:p14="http://schemas.microsoft.com/office/powerpoint/2010/main" val="132439111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userDrawn="1">
  <p:cSld name="Blank">
    <p:spTree>
      <p:nvGrpSpPr>
        <p:cNvPr id="1" name=""/>
        <p:cNvGrpSpPr/>
        <p:nvPr/>
      </p:nvGrpSpPr>
      <p:grpSpPr>
        <a:xfrm>
          <a:off x="0" y="0"/>
          <a:ext cx="0" cy="0"/>
          <a:chOff x="0" y="0"/>
          <a:chExt cx="0" cy="0"/>
        </a:xfrm>
      </p:grpSpPr>
      <p:sp>
        <p:nvSpPr>
          <p:cNvPr id="11" name="Picture Placeholder 10">
            <a:extLst>
              <a:ext uri="{FF2B5EF4-FFF2-40B4-BE49-F238E27FC236}">
                <a16:creationId xmlns:a16="http://schemas.microsoft.com/office/drawing/2014/main" id="{BD28A985-8481-49D1-9FA1-9B83E1B5FD5E}"/>
              </a:ext>
            </a:extLst>
          </p:cNvPr>
          <p:cNvSpPr>
            <a:spLocks noGrp="1"/>
          </p:cNvSpPr>
          <p:nvPr>
            <p:ph type="pic" sz="quarter" idx="13"/>
          </p:nvPr>
        </p:nvSpPr>
        <p:spPr>
          <a:xfrm>
            <a:off x="-1" y="-1"/>
            <a:ext cx="5662364" cy="6858000"/>
          </a:xfrm>
          <a:custGeom>
            <a:avLst/>
            <a:gdLst>
              <a:gd name="connsiteX0" fmla="*/ 0 w 5662364"/>
              <a:gd name="connsiteY0" fmla="*/ 0 h 6858000"/>
              <a:gd name="connsiteX1" fmla="*/ 2591729 w 5662364"/>
              <a:gd name="connsiteY1" fmla="*/ 0 h 6858000"/>
              <a:gd name="connsiteX2" fmla="*/ 2813304 w 5662364"/>
              <a:gd name="connsiteY2" fmla="*/ 157566 h 6858000"/>
              <a:gd name="connsiteX3" fmla="*/ 5662364 w 5662364"/>
              <a:gd name="connsiteY3" fmla="*/ 5841268 h 6858000"/>
              <a:gd name="connsiteX4" fmla="*/ 5625745 w 5662364"/>
              <a:gd name="connsiteY4" fmla="*/ 6566465 h 6858000"/>
              <a:gd name="connsiteX5" fmla="*/ 5588699 w 5662364"/>
              <a:gd name="connsiteY5" fmla="*/ 6858000 h 6858000"/>
              <a:gd name="connsiteX6" fmla="*/ 0 w 5662364"/>
              <a:gd name="connsiteY6"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5662364" h="6858000">
                <a:moveTo>
                  <a:pt x="0" y="0"/>
                </a:moveTo>
                <a:lnTo>
                  <a:pt x="2591729" y="0"/>
                </a:lnTo>
                <a:lnTo>
                  <a:pt x="2813304" y="157566"/>
                </a:lnTo>
                <a:cubicBezTo>
                  <a:pt x="4542859" y="1451022"/>
                  <a:pt x="5662364" y="3515408"/>
                  <a:pt x="5662364" y="5841268"/>
                </a:cubicBezTo>
                <a:cubicBezTo>
                  <a:pt x="5662364" y="6086096"/>
                  <a:pt x="5649960" y="6328026"/>
                  <a:pt x="5625745" y="6566465"/>
                </a:cubicBezTo>
                <a:lnTo>
                  <a:pt x="5588699" y="6858000"/>
                </a:lnTo>
                <a:lnTo>
                  <a:pt x="0" y="6858000"/>
                </a:lnTo>
                <a:close/>
              </a:path>
            </a:pathLst>
          </a:custGeom>
          <a:solidFill>
            <a:schemeClr val="bg1">
              <a:lumMod val="95000"/>
            </a:schemeClr>
          </a:solidFill>
        </p:spPr>
        <p:txBody>
          <a:bodyPr wrap="square" anchor="ctr">
            <a:noAutofit/>
          </a:bodyPr>
          <a:lstStyle>
            <a:lvl1pPr marL="0" indent="0" algn="ctr">
              <a:buFontTx/>
              <a:buNone/>
              <a:defRPr/>
            </a:lvl1pPr>
          </a:lstStyle>
          <a:p>
            <a:endParaRPr lang="en-IN"/>
          </a:p>
        </p:txBody>
      </p:sp>
      <p:sp>
        <p:nvSpPr>
          <p:cNvPr id="2" name="Date Placeholder 1"/>
          <p:cNvSpPr>
            <a:spLocks noGrp="1"/>
          </p:cNvSpPr>
          <p:nvPr>
            <p:ph type="dt" sz="half" idx="10"/>
          </p:nvPr>
        </p:nvSpPr>
        <p:spPr/>
        <p:txBody>
          <a:bodyPr/>
          <a:lstStyle/>
          <a:p>
            <a:fld id="{425404F2-BE9A-4460-8815-8F645183555F}" type="datetimeFigureOut">
              <a:rPr lang="en-US" smtClean="0"/>
              <a:pPr/>
              <a:t>9/4/2025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96E69268-9C8B-4EBF-A9EE-DC5DC2D48DC3}" type="slidenum">
              <a:rPr lang="en-US" smtClean="0"/>
              <a:pPr/>
              <a:t>‹#›</a:t>
            </a:fld>
            <a:endParaRPr lang="en-US"/>
          </a:p>
        </p:txBody>
      </p:sp>
    </p:spTree>
    <p:extLst>
      <p:ext uri="{BB962C8B-B14F-4D97-AF65-F5344CB8AC3E}">
        <p14:creationId xmlns:p14="http://schemas.microsoft.com/office/powerpoint/2010/main" val="205968408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132"/>
        <p:cNvGrpSpPr/>
        <p:nvPr/>
      </p:nvGrpSpPr>
      <p:grpSpPr>
        <a:xfrm>
          <a:off x="0" y="0"/>
          <a:ext cx="0" cy="0"/>
          <a:chOff x="0" y="0"/>
          <a:chExt cx="0" cy="0"/>
        </a:xfrm>
      </p:grpSpPr>
      <p:grpSp>
        <p:nvGrpSpPr>
          <p:cNvPr id="133" name="Google Shape;133;p185"/>
          <p:cNvGrpSpPr/>
          <p:nvPr/>
        </p:nvGrpSpPr>
        <p:grpSpPr>
          <a:xfrm rot="10800000">
            <a:off x="9586912" y="4027941"/>
            <a:ext cx="2601913" cy="2833688"/>
            <a:chOff x="0" y="0"/>
            <a:chExt cx="2601913" cy="2833688"/>
          </a:xfrm>
        </p:grpSpPr>
        <p:sp>
          <p:nvSpPr>
            <p:cNvPr id="134" name="Google Shape;134;p185"/>
            <p:cNvSpPr/>
            <p:nvPr/>
          </p:nvSpPr>
          <p:spPr>
            <a:xfrm>
              <a:off x="0" y="0"/>
              <a:ext cx="701675" cy="809625"/>
            </a:xfrm>
            <a:custGeom>
              <a:avLst/>
              <a:gdLst/>
              <a:ahLst/>
              <a:cxnLst/>
              <a:rect l="l" t="t" r="r" b="b"/>
              <a:pathLst>
                <a:path w="442" h="510" extrusionOk="0">
                  <a:moveTo>
                    <a:pt x="0" y="510"/>
                  </a:moveTo>
                  <a:lnTo>
                    <a:pt x="0" y="0"/>
                  </a:lnTo>
                  <a:lnTo>
                    <a:pt x="0" y="0"/>
                  </a:lnTo>
                  <a:lnTo>
                    <a:pt x="442" y="254"/>
                  </a:lnTo>
                  <a:lnTo>
                    <a:pt x="0" y="510"/>
                  </a:lnTo>
                  <a:close/>
                </a:path>
              </a:pathLst>
            </a:custGeom>
            <a:solidFill>
              <a:srgbClr val="78001B"/>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35" name="Google Shape;135;p185"/>
            <p:cNvSpPr/>
            <p:nvPr/>
          </p:nvSpPr>
          <p:spPr>
            <a:xfrm>
              <a:off x="0" y="403225"/>
              <a:ext cx="701675" cy="814388"/>
            </a:xfrm>
            <a:custGeom>
              <a:avLst/>
              <a:gdLst/>
              <a:ahLst/>
              <a:cxnLst/>
              <a:rect l="l" t="t" r="r" b="b"/>
              <a:pathLst>
                <a:path w="442" h="513" extrusionOk="0">
                  <a:moveTo>
                    <a:pt x="0" y="256"/>
                  </a:moveTo>
                  <a:lnTo>
                    <a:pt x="0" y="256"/>
                  </a:lnTo>
                  <a:lnTo>
                    <a:pt x="442" y="0"/>
                  </a:lnTo>
                  <a:lnTo>
                    <a:pt x="442" y="0"/>
                  </a:lnTo>
                  <a:lnTo>
                    <a:pt x="442" y="513"/>
                  </a:lnTo>
                  <a:lnTo>
                    <a:pt x="0" y="256"/>
                  </a:lnTo>
                  <a:close/>
                </a:path>
              </a:pathLst>
            </a:custGeom>
            <a:solidFill>
              <a:srgbClr val="F5340B"/>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36" name="Google Shape;136;p185"/>
            <p:cNvSpPr/>
            <p:nvPr/>
          </p:nvSpPr>
          <p:spPr>
            <a:xfrm>
              <a:off x="0" y="1620838"/>
              <a:ext cx="701675" cy="809625"/>
            </a:xfrm>
            <a:custGeom>
              <a:avLst/>
              <a:gdLst/>
              <a:ahLst/>
              <a:cxnLst/>
              <a:rect l="l" t="t" r="r" b="b"/>
              <a:pathLst>
                <a:path w="442" h="510" extrusionOk="0">
                  <a:moveTo>
                    <a:pt x="0" y="510"/>
                  </a:moveTo>
                  <a:lnTo>
                    <a:pt x="0" y="0"/>
                  </a:lnTo>
                  <a:lnTo>
                    <a:pt x="442" y="256"/>
                  </a:lnTo>
                  <a:lnTo>
                    <a:pt x="442" y="256"/>
                  </a:lnTo>
                  <a:lnTo>
                    <a:pt x="0" y="510"/>
                  </a:lnTo>
                  <a:close/>
                </a:path>
              </a:pathLst>
            </a:custGeom>
            <a:solidFill>
              <a:schemeClr val="accent1"/>
            </a:solidFill>
            <a:ln w="9525" cap="flat" cmpd="sng">
              <a:solidFill>
                <a:schemeClr val="accent1"/>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37" name="Google Shape;137;p185"/>
            <p:cNvSpPr/>
            <p:nvPr/>
          </p:nvSpPr>
          <p:spPr>
            <a:xfrm>
              <a:off x="0" y="1212850"/>
              <a:ext cx="701675" cy="814388"/>
            </a:xfrm>
            <a:custGeom>
              <a:avLst/>
              <a:gdLst/>
              <a:ahLst/>
              <a:cxnLst/>
              <a:rect l="l" t="t" r="r" b="b"/>
              <a:pathLst>
                <a:path w="442" h="513" extrusionOk="0">
                  <a:moveTo>
                    <a:pt x="0" y="257"/>
                  </a:moveTo>
                  <a:lnTo>
                    <a:pt x="0" y="257"/>
                  </a:lnTo>
                  <a:lnTo>
                    <a:pt x="442" y="0"/>
                  </a:lnTo>
                  <a:lnTo>
                    <a:pt x="442" y="3"/>
                  </a:lnTo>
                  <a:lnTo>
                    <a:pt x="442" y="513"/>
                  </a:lnTo>
                  <a:lnTo>
                    <a:pt x="0" y="257"/>
                  </a:lnTo>
                  <a:close/>
                </a:path>
              </a:pathLst>
            </a:custGeom>
            <a:solidFill>
              <a:schemeClr val="accent4"/>
            </a:solidFill>
            <a:ln w="9525" cap="flat" cmpd="sng">
              <a:solidFill>
                <a:schemeClr val="accent4"/>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38" name="Google Shape;138;p185"/>
            <p:cNvSpPr/>
            <p:nvPr/>
          </p:nvSpPr>
          <p:spPr>
            <a:xfrm>
              <a:off x="234949" y="2359025"/>
              <a:ext cx="406465" cy="474663"/>
            </a:xfrm>
            <a:custGeom>
              <a:avLst/>
              <a:gdLst/>
              <a:ahLst/>
              <a:cxnLst/>
              <a:rect l="l" t="t" r="r" b="b"/>
              <a:pathLst>
                <a:path w="149" h="174" extrusionOk="0">
                  <a:moveTo>
                    <a:pt x="0" y="87"/>
                  </a:moveTo>
                  <a:lnTo>
                    <a:pt x="0" y="87"/>
                  </a:lnTo>
                  <a:lnTo>
                    <a:pt x="149" y="0"/>
                  </a:lnTo>
                  <a:lnTo>
                    <a:pt x="149" y="0"/>
                  </a:lnTo>
                  <a:lnTo>
                    <a:pt x="149" y="174"/>
                  </a:lnTo>
                  <a:lnTo>
                    <a:pt x="0" y="87"/>
                  </a:lnTo>
                  <a:close/>
                </a:path>
              </a:pathLst>
            </a:custGeom>
            <a:solidFill>
              <a:schemeClr val="accent3"/>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39" name="Google Shape;139;p185"/>
            <p:cNvSpPr/>
            <p:nvPr/>
          </p:nvSpPr>
          <p:spPr>
            <a:xfrm>
              <a:off x="0" y="809625"/>
              <a:ext cx="701675" cy="811213"/>
            </a:xfrm>
            <a:custGeom>
              <a:avLst/>
              <a:gdLst/>
              <a:ahLst/>
              <a:cxnLst/>
              <a:rect l="l" t="t" r="r" b="b"/>
              <a:pathLst>
                <a:path w="442" h="511" extrusionOk="0">
                  <a:moveTo>
                    <a:pt x="0" y="511"/>
                  </a:moveTo>
                  <a:lnTo>
                    <a:pt x="0" y="0"/>
                  </a:lnTo>
                  <a:lnTo>
                    <a:pt x="442" y="254"/>
                  </a:lnTo>
                  <a:lnTo>
                    <a:pt x="0" y="511"/>
                  </a:lnTo>
                  <a:close/>
                </a:path>
              </a:pathLst>
            </a:custGeom>
            <a:solidFill>
              <a:srgbClr val="114D81"/>
            </a:solidFill>
            <a:ln w="9525" cap="flat" cmpd="sng">
              <a:solidFill>
                <a:srgbClr val="114D81"/>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40" name="Google Shape;140;p185"/>
            <p:cNvSpPr/>
            <p:nvPr/>
          </p:nvSpPr>
          <p:spPr>
            <a:xfrm>
              <a:off x="701675" y="403225"/>
              <a:ext cx="706438" cy="814388"/>
            </a:xfrm>
            <a:custGeom>
              <a:avLst/>
              <a:gdLst/>
              <a:ahLst/>
              <a:cxnLst/>
              <a:rect l="l" t="t" r="r" b="b"/>
              <a:pathLst>
                <a:path w="445" h="513" extrusionOk="0">
                  <a:moveTo>
                    <a:pt x="0" y="513"/>
                  </a:moveTo>
                  <a:lnTo>
                    <a:pt x="0" y="0"/>
                  </a:lnTo>
                  <a:lnTo>
                    <a:pt x="445" y="256"/>
                  </a:lnTo>
                  <a:lnTo>
                    <a:pt x="445" y="256"/>
                  </a:lnTo>
                  <a:lnTo>
                    <a:pt x="0" y="513"/>
                  </a:lnTo>
                  <a:close/>
                </a:path>
              </a:pathLst>
            </a:custGeom>
            <a:solidFill>
              <a:srgbClr val="F5340B"/>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41" name="Google Shape;141;p185"/>
            <p:cNvSpPr/>
            <p:nvPr/>
          </p:nvSpPr>
          <p:spPr>
            <a:xfrm>
              <a:off x="701675" y="0"/>
              <a:ext cx="706438" cy="809625"/>
            </a:xfrm>
            <a:custGeom>
              <a:avLst/>
              <a:gdLst/>
              <a:ahLst/>
              <a:cxnLst/>
              <a:rect l="l" t="t" r="r" b="b"/>
              <a:pathLst>
                <a:path w="445" h="510" extrusionOk="0">
                  <a:moveTo>
                    <a:pt x="0" y="254"/>
                  </a:moveTo>
                  <a:lnTo>
                    <a:pt x="0" y="254"/>
                  </a:lnTo>
                  <a:lnTo>
                    <a:pt x="445" y="0"/>
                  </a:lnTo>
                  <a:lnTo>
                    <a:pt x="445" y="0"/>
                  </a:lnTo>
                  <a:lnTo>
                    <a:pt x="445" y="510"/>
                  </a:lnTo>
                  <a:lnTo>
                    <a:pt x="0" y="254"/>
                  </a:lnTo>
                  <a:close/>
                </a:path>
              </a:pathLst>
            </a:custGeom>
            <a:solidFill>
              <a:srgbClr val="E3651D"/>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42" name="Google Shape;142;p185"/>
            <p:cNvSpPr/>
            <p:nvPr/>
          </p:nvSpPr>
          <p:spPr>
            <a:xfrm>
              <a:off x="0" y="403225"/>
              <a:ext cx="701675" cy="814388"/>
            </a:xfrm>
            <a:custGeom>
              <a:avLst/>
              <a:gdLst/>
              <a:ahLst/>
              <a:cxnLst/>
              <a:rect l="l" t="t" r="r" b="b"/>
              <a:pathLst>
                <a:path w="442" h="513" extrusionOk="0">
                  <a:moveTo>
                    <a:pt x="0" y="256"/>
                  </a:moveTo>
                  <a:lnTo>
                    <a:pt x="0" y="256"/>
                  </a:lnTo>
                  <a:lnTo>
                    <a:pt x="442" y="0"/>
                  </a:lnTo>
                  <a:lnTo>
                    <a:pt x="442" y="0"/>
                  </a:lnTo>
                  <a:lnTo>
                    <a:pt x="442" y="513"/>
                  </a:lnTo>
                  <a:lnTo>
                    <a:pt x="0" y="256"/>
                  </a:lnTo>
                  <a:close/>
                </a:path>
              </a:pathLst>
            </a:custGeom>
            <a:solidFill>
              <a:srgbClr val="FFA73B"/>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43" name="Google Shape;143;p185"/>
            <p:cNvSpPr/>
            <p:nvPr/>
          </p:nvSpPr>
          <p:spPr>
            <a:xfrm>
              <a:off x="1408113" y="0"/>
              <a:ext cx="701675" cy="809625"/>
            </a:xfrm>
            <a:custGeom>
              <a:avLst/>
              <a:gdLst/>
              <a:ahLst/>
              <a:cxnLst/>
              <a:rect l="l" t="t" r="r" b="b"/>
              <a:pathLst>
                <a:path w="442" h="510" extrusionOk="0">
                  <a:moveTo>
                    <a:pt x="0" y="510"/>
                  </a:moveTo>
                  <a:lnTo>
                    <a:pt x="0" y="0"/>
                  </a:lnTo>
                  <a:lnTo>
                    <a:pt x="0" y="0"/>
                  </a:lnTo>
                  <a:lnTo>
                    <a:pt x="442" y="254"/>
                  </a:lnTo>
                  <a:lnTo>
                    <a:pt x="0" y="510"/>
                  </a:lnTo>
                  <a:close/>
                </a:path>
              </a:pathLst>
            </a:custGeom>
            <a:solidFill>
              <a:srgbClr val="C1DD84"/>
            </a:solidFill>
            <a:ln w="9525" cap="flat" cmpd="sng">
              <a:solidFill>
                <a:srgbClr val="C1DD84"/>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44" name="Google Shape;144;p185"/>
            <p:cNvSpPr/>
            <p:nvPr/>
          </p:nvSpPr>
          <p:spPr>
            <a:xfrm>
              <a:off x="2317750" y="241300"/>
              <a:ext cx="284163" cy="328613"/>
            </a:xfrm>
            <a:custGeom>
              <a:avLst/>
              <a:gdLst/>
              <a:ahLst/>
              <a:cxnLst/>
              <a:rect l="l" t="t" r="r" b="b"/>
              <a:pathLst>
                <a:path w="179" h="207" extrusionOk="0">
                  <a:moveTo>
                    <a:pt x="0" y="207"/>
                  </a:moveTo>
                  <a:lnTo>
                    <a:pt x="0" y="0"/>
                  </a:lnTo>
                  <a:lnTo>
                    <a:pt x="0" y="0"/>
                  </a:lnTo>
                  <a:lnTo>
                    <a:pt x="179" y="102"/>
                  </a:lnTo>
                  <a:lnTo>
                    <a:pt x="0" y="207"/>
                  </a:lnTo>
                  <a:close/>
                </a:path>
              </a:pathLst>
            </a:custGeom>
            <a:solidFill>
              <a:schemeClr val="accent6"/>
            </a:solidFill>
            <a:ln w="9525" cap="flat" cmpd="sng">
              <a:solidFill>
                <a:schemeClr val="accent6"/>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45" name="Google Shape;145;p185"/>
            <p:cNvSpPr/>
            <p:nvPr/>
          </p:nvSpPr>
          <p:spPr>
            <a:xfrm>
              <a:off x="1408113" y="1620838"/>
              <a:ext cx="701675" cy="809625"/>
            </a:xfrm>
            <a:custGeom>
              <a:avLst/>
              <a:gdLst/>
              <a:ahLst/>
              <a:cxnLst/>
              <a:rect l="l" t="t" r="r" b="b"/>
              <a:pathLst>
                <a:path w="442" h="510" extrusionOk="0">
                  <a:moveTo>
                    <a:pt x="0" y="510"/>
                  </a:moveTo>
                  <a:lnTo>
                    <a:pt x="0" y="0"/>
                  </a:lnTo>
                  <a:lnTo>
                    <a:pt x="442" y="256"/>
                  </a:lnTo>
                  <a:lnTo>
                    <a:pt x="442" y="256"/>
                  </a:lnTo>
                  <a:lnTo>
                    <a:pt x="0" y="510"/>
                  </a:lnTo>
                  <a:close/>
                </a:path>
              </a:pathLst>
            </a:custGeom>
            <a:solidFill>
              <a:schemeClr val="accent6"/>
            </a:solidFill>
            <a:ln w="9525" cap="flat" cmpd="sng">
              <a:solidFill>
                <a:schemeClr val="accent6"/>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46" name="Google Shape;146;p185"/>
            <p:cNvSpPr/>
            <p:nvPr/>
          </p:nvSpPr>
          <p:spPr>
            <a:xfrm>
              <a:off x="706438" y="809625"/>
              <a:ext cx="701675" cy="811213"/>
            </a:xfrm>
            <a:custGeom>
              <a:avLst/>
              <a:gdLst/>
              <a:ahLst/>
              <a:cxnLst/>
              <a:rect l="l" t="t" r="r" b="b"/>
              <a:pathLst>
                <a:path w="442" h="511" extrusionOk="0">
                  <a:moveTo>
                    <a:pt x="0" y="254"/>
                  </a:moveTo>
                  <a:lnTo>
                    <a:pt x="442" y="0"/>
                  </a:lnTo>
                  <a:lnTo>
                    <a:pt x="442" y="511"/>
                  </a:lnTo>
                  <a:lnTo>
                    <a:pt x="442" y="511"/>
                  </a:lnTo>
                  <a:lnTo>
                    <a:pt x="0" y="254"/>
                  </a:lnTo>
                  <a:close/>
                </a:path>
              </a:pathLst>
            </a:custGeom>
            <a:solidFill>
              <a:schemeClr val="accent1"/>
            </a:solidFill>
            <a:ln w="9525" cap="flat" cmpd="sng">
              <a:solidFill>
                <a:schemeClr val="accent1"/>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47" name="Google Shape;147;p185"/>
            <p:cNvSpPr/>
            <p:nvPr/>
          </p:nvSpPr>
          <p:spPr>
            <a:xfrm>
              <a:off x="701675" y="1212850"/>
              <a:ext cx="706438" cy="811213"/>
            </a:xfrm>
            <a:custGeom>
              <a:avLst/>
              <a:gdLst/>
              <a:ahLst/>
              <a:cxnLst/>
              <a:rect l="l" t="t" r="r" b="b"/>
              <a:pathLst>
                <a:path w="445" h="511" extrusionOk="0">
                  <a:moveTo>
                    <a:pt x="0" y="511"/>
                  </a:moveTo>
                  <a:lnTo>
                    <a:pt x="0" y="3"/>
                  </a:lnTo>
                  <a:lnTo>
                    <a:pt x="3" y="0"/>
                  </a:lnTo>
                  <a:lnTo>
                    <a:pt x="445" y="257"/>
                  </a:lnTo>
                  <a:lnTo>
                    <a:pt x="0" y="511"/>
                  </a:lnTo>
                  <a:close/>
                </a:path>
              </a:pathLst>
            </a:custGeom>
            <a:solidFill>
              <a:srgbClr val="8D8D8D"/>
            </a:solidFill>
            <a:ln w="9525" cap="flat" cmpd="sng">
              <a:solidFill>
                <a:srgbClr val="8D8D8D"/>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48" name="Google Shape;148;p185"/>
            <p:cNvSpPr/>
            <p:nvPr/>
          </p:nvSpPr>
          <p:spPr>
            <a:xfrm>
              <a:off x="701675" y="1620838"/>
              <a:ext cx="706438" cy="809625"/>
            </a:xfrm>
            <a:custGeom>
              <a:avLst/>
              <a:gdLst/>
              <a:ahLst/>
              <a:cxnLst/>
              <a:rect l="l" t="t" r="r" b="b"/>
              <a:pathLst>
                <a:path w="445" h="510" extrusionOk="0">
                  <a:moveTo>
                    <a:pt x="0" y="256"/>
                  </a:moveTo>
                  <a:lnTo>
                    <a:pt x="0" y="254"/>
                  </a:lnTo>
                  <a:lnTo>
                    <a:pt x="445" y="0"/>
                  </a:lnTo>
                  <a:lnTo>
                    <a:pt x="445" y="0"/>
                  </a:lnTo>
                  <a:lnTo>
                    <a:pt x="445" y="510"/>
                  </a:lnTo>
                  <a:lnTo>
                    <a:pt x="0" y="256"/>
                  </a:lnTo>
                  <a:close/>
                </a:path>
              </a:pathLst>
            </a:custGeom>
            <a:solidFill>
              <a:schemeClr val="accent1"/>
            </a:solidFill>
            <a:ln w="9525" cap="flat" cmpd="sng">
              <a:solidFill>
                <a:schemeClr val="accent1"/>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49" name="Google Shape;149;p185"/>
            <p:cNvSpPr/>
            <p:nvPr/>
          </p:nvSpPr>
          <p:spPr>
            <a:xfrm>
              <a:off x="701675" y="403225"/>
              <a:ext cx="706438" cy="814388"/>
            </a:xfrm>
            <a:custGeom>
              <a:avLst/>
              <a:gdLst/>
              <a:ahLst/>
              <a:cxnLst/>
              <a:rect l="l" t="t" r="r" b="b"/>
              <a:pathLst>
                <a:path w="445" h="513" extrusionOk="0">
                  <a:moveTo>
                    <a:pt x="0" y="513"/>
                  </a:moveTo>
                  <a:lnTo>
                    <a:pt x="0" y="0"/>
                  </a:lnTo>
                  <a:lnTo>
                    <a:pt x="445" y="256"/>
                  </a:lnTo>
                  <a:lnTo>
                    <a:pt x="445" y="256"/>
                  </a:lnTo>
                  <a:lnTo>
                    <a:pt x="0" y="513"/>
                  </a:lnTo>
                  <a:close/>
                </a:path>
              </a:pathLst>
            </a:custGeom>
            <a:solidFill>
              <a:srgbClr val="C1DD84"/>
            </a:solidFill>
            <a:ln w="9525" cap="flat" cmpd="sng">
              <a:solidFill>
                <a:srgbClr val="C1DD84"/>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50" name="Google Shape;150;p185"/>
            <p:cNvSpPr/>
            <p:nvPr/>
          </p:nvSpPr>
          <p:spPr>
            <a:xfrm>
              <a:off x="701675" y="0"/>
              <a:ext cx="706438" cy="809625"/>
            </a:xfrm>
            <a:custGeom>
              <a:avLst/>
              <a:gdLst/>
              <a:ahLst/>
              <a:cxnLst/>
              <a:rect l="l" t="t" r="r" b="b"/>
              <a:pathLst>
                <a:path w="445" h="510" extrusionOk="0">
                  <a:moveTo>
                    <a:pt x="0" y="254"/>
                  </a:moveTo>
                  <a:lnTo>
                    <a:pt x="0" y="254"/>
                  </a:lnTo>
                  <a:lnTo>
                    <a:pt x="445" y="0"/>
                  </a:lnTo>
                  <a:lnTo>
                    <a:pt x="445" y="0"/>
                  </a:lnTo>
                  <a:lnTo>
                    <a:pt x="445" y="510"/>
                  </a:lnTo>
                  <a:lnTo>
                    <a:pt x="0" y="254"/>
                  </a:lnTo>
                  <a:close/>
                </a:path>
              </a:pathLst>
            </a:custGeom>
            <a:solidFill>
              <a:schemeClr val="accent2"/>
            </a:solidFill>
            <a:ln w="9525" cap="flat" cmpd="sng">
              <a:solidFill>
                <a:schemeClr val="accent2"/>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51" name="Google Shape;151;p185"/>
            <p:cNvSpPr/>
            <p:nvPr/>
          </p:nvSpPr>
          <p:spPr>
            <a:xfrm>
              <a:off x="0" y="403225"/>
              <a:ext cx="701675" cy="814388"/>
            </a:xfrm>
            <a:custGeom>
              <a:avLst/>
              <a:gdLst/>
              <a:ahLst/>
              <a:cxnLst/>
              <a:rect l="l" t="t" r="r" b="b"/>
              <a:pathLst>
                <a:path w="442" h="513" extrusionOk="0">
                  <a:moveTo>
                    <a:pt x="0" y="256"/>
                  </a:moveTo>
                  <a:lnTo>
                    <a:pt x="0" y="256"/>
                  </a:lnTo>
                  <a:lnTo>
                    <a:pt x="442" y="0"/>
                  </a:lnTo>
                  <a:lnTo>
                    <a:pt x="442" y="0"/>
                  </a:lnTo>
                  <a:lnTo>
                    <a:pt x="442" y="513"/>
                  </a:lnTo>
                  <a:lnTo>
                    <a:pt x="0" y="256"/>
                  </a:lnTo>
                  <a:close/>
                </a:path>
              </a:pathLst>
            </a:custGeom>
            <a:solidFill>
              <a:schemeClr val="accent2"/>
            </a:solidFill>
            <a:ln w="9525" cap="flat" cmpd="sng">
              <a:solidFill>
                <a:schemeClr val="accent2"/>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52" name="Google Shape;152;p185"/>
            <p:cNvSpPr/>
            <p:nvPr/>
          </p:nvSpPr>
          <p:spPr>
            <a:xfrm>
              <a:off x="0" y="0"/>
              <a:ext cx="701675" cy="809625"/>
            </a:xfrm>
            <a:custGeom>
              <a:avLst/>
              <a:gdLst/>
              <a:ahLst/>
              <a:cxnLst/>
              <a:rect l="l" t="t" r="r" b="b"/>
              <a:pathLst>
                <a:path w="442" h="510" extrusionOk="0">
                  <a:moveTo>
                    <a:pt x="0" y="0"/>
                  </a:moveTo>
                  <a:lnTo>
                    <a:pt x="0" y="510"/>
                  </a:lnTo>
                  <a:lnTo>
                    <a:pt x="442" y="254"/>
                  </a:lnTo>
                  <a:lnTo>
                    <a:pt x="0" y="0"/>
                  </a:lnTo>
                  <a:lnTo>
                    <a:pt x="0" y="0"/>
                  </a:lnTo>
                  <a:close/>
                </a:path>
              </a:pathLst>
            </a:custGeom>
            <a:solidFill>
              <a:srgbClr val="515151"/>
            </a:solidFill>
            <a:ln w="9525" cap="flat" cmpd="sng">
              <a:solidFill>
                <a:srgbClr val="515151"/>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53" name="Google Shape;153;p185"/>
            <p:cNvSpPr/>
            <p:nvPr/>
          </p:nvSpPr>
          <p:spPr>
            <a:xfrm>
              <a:off x="701675" y="0"/>
              <a:ext cx="701675" cy="403225"/>
            </a:xfrm>
            <a:custGeom>
              <a:avLst/>
              <a:gdLst/>
              <a:ahLst/>
              <a:cxnLst/>
              <a:rect l="l" t="t" r="r" b="b"/>
              <a:pathLst>
                <a:path w="442" h="254" extrusionOk="0">
                  <a:moveTo>
                    <a:pt x="0" y="254"/>
                  </a:moveTo>
                  <a:lnTo>
                    <a:pt x="442" y="0"/>
                  </a:lnTo>
                  <a:lnTo>
                    <a:pt x="0" y="0"/>
                  </a:lnTo>
                  <a:lnTo>
                    <a:pt x="0" y="254"/>
                  </a:lnTo>
                  <a:close/>
                </a:path>
              </a:pathLst>
            </a:custGeom>
            <a:solidFill>
              <a:schemeClr val="accent3"/>
            </a:solidFill>
            <a:ln w="9525" cap="flat" cmpd="sng">
              <a:solidFill>
                <a:schemeClr val="accent3"/>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54" name="Google Shape;154;p185"/>
            <p:cNvSpPr/>
            <p:nvPr/>
          </p:nvSpPr>
          <p:spPr>
            <a:xfrm>
              <a:off x="0" y="0"/>
              <a:ext cx="701675" cy="403225"/>
            </a:xfrm>
            <a:custGeom>
              <a:avLst/>
              <a:gdLst/>
              <a:ahLst/>
              <a:cxnLst/>
              <a:rect l="l" t="t" r="r" b="b"/>
              <a:pathLst>
                <a:path w="442" h="254" extrusionOk="0">
                  <a:moveTo>
                    <a:pt x="442" y="0"/>
                  </a:moveTo>
                  <a:lnTo>
                    <a:pt x="0" y="0"/>
                  </a:lnTo>
                  <a:lnTo>
                    <a:pt x="442" y="254"/>
                  </a:lnTo>
                  <a:lnTo>
                    <a:pt x="442" y="254"/>
                  </a:lnTo>
                  <a:lnTo>
                    <a:pt x="442" y="0"/>
                  </a:lnTo>
                  <a:close/>
                </a:path>
              </a:pathLst>
            </a:custGeom>
            <a:solidFill>
              <a:schemeClr val="accent4"/>
            </a:solidFill>
            <a:ln w="9525" cap="flat" cmpd="sng">
              <a:solidFill>
                <a:schemeClr val="accent4"/>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grpSp>
      <p:sp>
        <p:nvSpPr>
          <p:cNvPr id="155" name="Google Shape;155;p185"/>
          <p:cNvSpPr/>
          <p:nvPr/>
        </p:nvSpPr>
        <p:spPr>
          <a:xfrm>
            <a:off x="0" y="0"/>
            <a:ext cx="6094412" cy="6858000"/>
          </a:xfrm>
          <a:custGeom>
            <a:avLst/>
            <a:gdLst/>
            <a:ahLst/>
            <a:cxnLst/>
            <a:rect l="l" t="t" r="r" b="b"/>
            <a:pathLst>
              <a:path w="6094412" h="6858000" extrusionOk="0">
                <a:moveTo>
                  <a:pt x="0" y="0"/>
                </a:moveTo>
                <a:lnTo>
                  <a:pt x="6094412" y="0"/>
                </a:lnTo>
                <a:lnTo>
                  <a:pt x="0" y="6858000"/>
                </a:lnTo>
                <a:lnTo>
                  <a:pt x="0" y="0"/>
                </a:lnTo>
                <a:close/>
              </a:path>
            </a:pathLst>
          </a:custGeom>
          <a:solidFill>
            <a:srgbClr val="E4E4E4">
              <a:alpha val="49803"/>
            </a:srgbClr>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Calibri"/>
              <a:ea typeface="Calibri"/>
              <a:cs typeface="Calibri"/>
              <a:sym typeface="Calibri"/>
            </a:endParaRPr>
          </a:p>
        </p:txBody>
      </p:sp>
      <p:sp>
        <p:nvSpPr>
          <p:cNvPr id="156" name="Google Shape;156;p185"/>
          <p:cNvSpPr/>
          <p:nvPr/>
        </p:nvSpPr>
        <p:spPr>
          <a:xfrm rot="5400000">
            <a:off x="10179373" y="-118464"/>
            <a:ext cx="1890988" cy="2127916"/>
          </a:xfrm>
          <a:custGeom>
            <a:avLst/>
            <a:gdLst/>
            <a:ahLst/>
            <a:cxnLst/>
            <a:rect l="l" t="t" r="r" b="b"/>
            <a:pathLst>
              <a:path w="6094412" h="6858000" extrusionOk="0">
                <a:moveTo>
                  <a:pt x="0" y="0"/>
                </a:moveTo>
                <a:lnTo>
                  <a:pt x="6094412" y="0"/>
                </a:lnTo>
                <a:lnTo>
                  <a:pt x="0" y="6858000"/>
                </a:lnTo>
                <a:lnTo>
                  <a:pt x="0" y="0"/>
                </a:lnTo>
                <a:close/>
              </a:path>
            </a:pathLst>
          </a:custGeom>
          <a:solidFill>
            <a:srgbClr val="E4E4E4">
              <a:alpha val="49803"/>
            </a:srgbClr>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Calibri"/>
              <a:ea typeface="Calibri"/>
              <a:cs typeface="Calibri"/>
              <a:sym typeface="Calibri"/>
            </a:endParaRPr>
          </a:p>
        </p:txBody>
      </p:sp>
      <p:sp>
        <p:nvSpPr>
          <p:cNvPr id="157" name="Google Shape;157;p185"/>
          <p:cNvSpPr txBox="1">
            <a:spLocks noGrp="1"/>
          </p:cNvSpPr>
          <p:nvPr>
            <p:ph type="ctrTitle"/>
          </p:nvPr>
        </p:nvSpPr>
        <p:spPr>
          <a:xfrm>
            <a:off x="1828323" y="2576512"/>
            <a:ext cx="8532178" cy="1392378"/>
          </a:xfrm>
          <a:prstGeom prst="rect">
            <a:avLst/>
          </a:prstGeom>
          <a:noFill/>
          <a:ln>
            <a:noFill/>
          </a:ln>
        </p:spPr>
        <p:txBody>
          <a:bodyPr spcFirstLastPara="1" wrap="square" lIns="121875" tIns="60925" rIns="121875" bIns="60925" anchor="b" anchorCtr="0">
            <a:noAutofit/>
          </a:bodyPr>
          <a:lstStyle>
            <a:lvl1pPr lvl="0" algn="ctr">
              <a:spcBef>
                <a:spcPts val="0"/>
              </a:spcBef>
              <a:spcAft>
                <a:spcPts val="0"/>
              </a:spcAft>
              <a:buClr>
                <a:schemeClr val="accent3"/>
              </a:buClr>
              <a:buSzPts val="8000"/>
              <a:buFont typeface="Open Sans"/>
              <a:buNone/>
              <a:defRPr sz="8000" b="1">
                <a:solidFill>
                  <a:schemeClr val="accent3"/>
                </a:solidFill>
                <a:latin typeface="Open Sans"/>
                <a:ea typeface="Open Sans"/>
                <a:cs typeface="Open Sans"/>
                <a:sym typeface="Open Sans"/>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58" name="Google Shape;158;p185"/>
          <p:cNvSpPr txBox="1">
            <a:spLocks noGrp="1"/>
          </p:cNvSpPr>
          <p:nvPr>
            <p:ph type="subTitle" idx="1"/>
          </p:nvPr>
        </p:nvSpPr>
        <p:spPr>
          <a:xfrm>
            <a:off x="1828324" y="4027941"/>
            <a:ext cx="8532178" cy="764440"/>
          </a:xfrm>
          <a:prstGeom prst="rect">
            <a:avLst/>
          </a:prstGeom>
          <a:noFill/>
          <a:ln>
            <a:noFill/>
          </a:ln>
        </p:spPr>
        <p:txBody>
          <a:bodyPr spcFirstLastPara="1" wrap="square" lIns="121875" tIns="60925" rIns="121875" bIns="60925" anchor="t" anchorCtr="0">
            <a:normAutofit/>
          </a:bodyPr>
          <a:lstStyle>
            <a:lvl1pPr lvl="0" algn="ctr">
              <a:spcBef>
                <a:spcPts val="480"/>
              </a:spcBef>
              <a:spcAft>
                <a:spcPts val="0"/>
              </a:spcAft>
              <a:buClr>
                <a:srgbClr val="595959"/>
              </a:buClr>
              <a:buSzPts val="2400"/>
              <a:buNone/>
              <a:defRPr sz="2400">
                <a:solidFill>
                  <a:srgbClr val="595959"/>
                </a:solidFill>
                <a:latin typeface="Open Sans"/>
                <a:ea typeface="Open Sans"/>
                <a:cs typeface="Open Sans"/>
                <a:sym typeface="Open Sans"/>
              </a:defRPr>
            </a:lvl1pPr>
            <a:lvl2pPr lvl="1" algn="ctr">
              <a:spcBef>
                <a:spcPts val="640"/>
              </a:spcBef>
              <a:spcAft>
                <a:spcPts val="0"/>
              </a:spcAft>
              <a:buClr>
                <a:srgbClr val="888888"/>
              </a:buClr>
              <a:buSzPts val="3200"/>
              <a:buNone/>
              <a:defRPr>
                <a:solidFill>
                  <a:srgbClr val="888888"/>
                </a:solidFill>
              </a:defRPr>
            </a:lvl2pPr>
            <a:lvl3pPr lvl="2" algn="ctr">
              <a:spcBef>
                <a:spcPts val="480"/>
              </a:spcBef>
              <a:spcAft>
                <a:spcPts val="0"/>
              </a:spcAft>
              <a:buClr>
                <a:srgbClr val="888888"/>
              </a:buClr>
              <a:buSzPts val="2400"/>
              <a:buNone/>
              <a:defRPr>
                <a:solidFill>
                  <a:srgbClr val="888888"/>
                </a:solidFill>
              </a:defRPr>
            </a:lvl3pPr>
            <a:lvl4pPr lvl="3" algn="ctr">
              <a:spcBef>
                <a:spcPts val="400"/>
              </a:spcBef>
              <a:spcAft>
                <a:spcPts val="0"/>
              </a:spcAft>
              <a:buClr>
                <a:srgbClr val="888888"/>
              </a:buClr>
              <a:buSzPts val="2000"/>
              <a:buNone/>
              <a:defRPr>
                <a:solidFill>
                  <a:srgbClr val="888888"/>
                </a:solidFill>
              </a:defRPr>
            </a:lvl4pPr>
            <a:lvl5pPr lvl="4" algn="ctr">
              <a:spcBef>
                <a:spcPts val="400"/>
              </a:spcBef>
              <a:spcAft>
                <a:spcPts val="0"/>
              </a:spcAft>
              <a:buClr>
                <a:srgbClr val="888888"/>
              </a:buClr>
              <a:buSzPts val="2000"/>
              <a:buNone/>
              <a:defRPr>
                <a:solidFill>
                  <a:srgbClr val="888888"/>
                </a:solidFill>
              </a:defRPr>
            </a:lvl5pPr>
            <a:lvl6pPr lvl="5" algn="ctr">
              <a:spcBef>
                <a:spcPts val="540"/>
              </a:spcBef>
              <a:spcAft>
                <a:spcPts val="0"/>
              </a:spcAft>
              <a:buClr>
                <a:srgbClr val="888888"/>
              </a:buClr>
              <a:buSzPts val="2700"/>
              <a:buNone/>
              <a:defRPr>
                <a:solidFill>
                  <a:srgbClr val="888888"/>
                </a:solidFill>
              </a:defRPr>
            </a:lvl6pPr>
            <a:lvl7pPr lvl="6" algn="ctr">
              <a:spcBef>
                <a:spcPts val="540"/>
              </a:spcBef>
              <a:spcAft>
                <a:spcPts val="0"/>
              </a:spcAft>
              <a:buClr>
                <a:srgbClr val="888888"/>
              </a:buClr>
              <a:buSzPts val="2700"/>
              <a:buNone/>
              <a:defRPr>
                <a:solidFill>
                  <a:srgbClr val="888888"/>
                </a:solidFill>
              </a:defRPr>
            </a:lvl7pPr>
            <a:lvl8pPr lvl="7" algn="ctr">
              <a:spcBef>
                <a:spcPts val="540"/>
              </a:spcBef>
              <a:spcAft>
                <a:spcPts val="0"/>
              </a:spcAft>
              <a:buClr>
                <a:srgbClr val="888888"/>
              </a:buClr>
              <a:buSzPts val="2700"/>
              <a:buNone/>
              <a:defRPr>
                <a:solidFill>
                  <a:srgbClr val="888888"/>
                </a:solidFill>
              </a:defRPr>
            </a:lvl8pPr>
            <a:lvl9pPr lvl="8" algn="ctr">
              <a:spcBef>
                <a:spcPts val="540"/>
              </a:spcBef>
              <a:spcAft>
                <a:spcPts val="0"/>
              </a:spcAft>
              <a:buClr>
                <a:srgbClr val="888888"/>
              </a:buClr>
              <a:buSzPts val="2700"/>
              <a:buNone/>
              <a:defRPr>
                <a:solidFill>
                  <a:srgbClr val="888888"/>
                </a:solidFill>
              </a:defRPr>
            </a:lvl9pPr>
          </a:lstStyle>
          <a:p>
            <a:endParaRPr/>
          </a:p>
        </p:txBody>
      </p:sp>
      <p:sp>
        <p:nvSpPr>
          <p:cNvPr id="159" name="Google Shape;159;p185"/>
          <p:cNvSpPr txBox="1">
            <a:spLocks noGrp="1"/>
          </p:cNvSpPr>
          <p:nvPr>
            <p:ph type="dt" idx="10"/>
          </p:nvPr>
        </p:nvSpPr>
        <p:spPr>
          <a:xfrm>
            <a:off x="609441" y="6356351"/>
            <a:ext cx="2844059" cy="365125"/>
          </a:xfrm>
          <a:prstGeom prst="rect">
            <a:avLst/>
          </a:prstGeom>
          <a:noFill/>
          <a:ln>
            <a:noFill/>
          </a:ln>
        </p:spPr>
        <p:txBody>
          <a:bodyPr spcFirstLastPara="1" wrap="square" lIns="121875" tIns="60925" rIns="121875" bIns="60925"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60" name="Google Shape;160;p185"/>
          <p:cNvSpPr txBox="1">
            <a:spLocks noGrp="1"/>
          </p:cNvSpPr>
          <p:nvPr>
            <p:ph type="ftr" idx="11"/>
          </p:nvPr>
        </p:nvSpPr>
        <p:spPr>
          <a:xfrm>
            <a:off x="4164515" y="6356351"/>
            <a:ext cx="3859795" cy="365125"/>
          </a:xfrm>
          <a:prstGeom prst="rect">
            <a:avLst/>
          </a:prstGeom>
          <a:noFill/>
          <a:ln>
            <a:noFill/>
          </a:ln>
        </p:spPr>
        <p:txBody>
          <a:bodyPr spcFirstLastPara="1" wrap="square" lIns="121875" tIns="60925" rIns="121875" bIns="60925"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61" name="Google Shape;161;p185"/>
          <p:cNvSpPr txBox="1">
            <a:spLocks noGrp="1"/>
          </p:cNvSpPr>
          <p:nvPr>
            <p:ph type="sldNum" idx="12"/>
          </p:nvPr>
        </p:nvSpPr>
        <p:spPr>
          <a:xfrm>
            <a:off x="8735325" y="6356351"/>
            <a:ext cx="2844059" cy="365125"/>
          </a:xfrm>
          <a:prstGeom prst="rect">
            <a:avLst/>
          </a:prstGeom>
          <a:noFill/>
          <a:ln>
            <a:noFill/>
          </a:ln>
        </p:spPr>
        <p:txBody>
          <a:bodyPr spcFirstLastPara="1" wrap="square" lIns="121875" tIns="60925" rIns="121875" bIns="6092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grpSp>
        <p:nvGrpSpPr>
          <p:cNvPr id="162" name="Google Shape;162;p185"/>
          <p:cNvGrpSpPr/>
          <p:nvPr/>
        </p:nvGrpSpPr>
        <p:grpSpPr>
          <a:xfrm>
            <a:off x="0" y="0"/>
            <a:ext cx="3445202" cy="4727575"/>
            <a:chOff x="0" y="0"/>
            <a:chExt cx="3445202" cy="4727575"/>
          </a:xfrm>
        </p:grpSpPr>
        <p:grpSp>
          <p:nvGrpSpPr>
            <p:cNvPr id="163" name="Google Shape;163;p185"/>
            <p:cNvGrpSpPr/>
            <p:nvPr/>
          </p:nvGrpSpPr>
          <p:grpSpPr>
            <a:xfrm rot="10800000">
              <a:off x="0" y="0"/>
              <a:ext cx="2913063" cy="4727575"/>
              <a:chOff x="9275762" y="2130425"/>
              <a:chExt cx="2913063" cy="4727575"/>
            </a:xfrm>
          </p:grpSpPr>
          <p:sp>
            <p:nvSpPr>
              <p:cNvPr id="164" name="Google Shape;164;p185"/>
              <p:cNvSpPr/>
              <p:nvPr/>
            </p:nvSpPr>
            <p:spPr>
              <a:xfrm>
                <a:off x="10785475" y="5008562"/>
                <a:ext cx="701675" cy="809625"/>
              </a:xfrm>
              <a:custGeom>
                <a:avLst/>
                <a:gdLst/>
                <a:ahLst/>
                <a:cxnLst/>
                <a:rect l="l" t="t" r="r" b="b"/>
                <a:pathLst>
                  <a:path w="442" h="510" extrusionOk="0">
                    <a:moveTo>
                      <a:pt x="442" y="0"/>
                    </a:moveTo>
                    <a:lnTo>
                      <a:pt x="442" y="510"/>
                    </a:lnTo>
                    <a:lnTo>
                      <a:pt x="442" y="510"/>
                    </a:lnTo>
                    <a:lnTo>
                      <a:pt x="0" y="254"/>
                    </a:lnTo>
                    <a:lnTo>
                      <a:pt x="442" y="0"/>
                    </a:lnTo>
                    <a:close/>
                  </a:path>
                </a:pathLst>
              </a:custGeom>
              <a:solidFill>
                <a:srgbClr val="78001B"/>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65" name="Google Shape;165;p185"/>
              <p:cNvSpPr/>
              <p:nvPr/>
            </p:nvSpPr>
            <p:spPr>
              <a:xfrm>
                <a:off x="10785475" y="4602162"/>
                <a:ext cx="701675" cy="809625"/>
              </a:xfrm>
              <a:custGeom>
                <a:avLst/>
                <a:gdLst/>
                <a:ahLst/>
                <a:cxnLst/>
                <a:rect l="l" t="t" r="r" b="b"/>
                <a:pathLst>
                  <a:path w="442" h="510" extrusionOk="0">
                    <a:moveTo>
                      <a:pt x="442" y="256"/>
                    </a:moveTo>
                    <a:lnTo>
                      <a:pt x="442" y="256"/>
                    </a:lnTo>
                    <a:lnTo>
                      <a:pt x="0" y="510"/>
                    </a:lnTo>
                    <a:lnTo>
                      <a:pt x="0" y="510"/>
                    </a:lnTo>
                    <a:lnTo>
                      <a:pt x="0" y="0"/>
                    </a:lnTo>
                    <a:lnTo>
                      <a:pt x="442" y="256"/>
                    </a:lnTo>
                    <a:close/>
                  </a:path>
                </a:pathLst>
              </a:custGeom>
              <a:solidFill>
                <a:srgbClr val="F5340B"/>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66" name="Google Shape;166;p185"/>
              <p:cNvSpPr/>
              <p:nvPr/>
            </p:nvSpPr>
            <p:spPr>
              <a:xfrm>
                <a:off x="10785475" y="5818187"/>
                <a:ext cx="701675" cy="809625"/>
              </a:xfrm>
              <a:custGeom>
                <a:avLst/>
                <a:gdLst/>
                <a:ahLst/>
                <a:cxnLst/>
                <a:rect l="l" t="t" r="r" b="b"/>
                <a:pathLst>
                  <a:path w="442" h="510" extrusionOk="0">
                    <a:moveTo>
                      <a:pt x="442" y="0"/>
                    </a:moveTo>
                    <a:lnTo>
                      <a:pt x="442" y="510"/>
                    </a:lnTo>
                    <a:lnTo>
                      <a:pt x="0" y="254"/>
                    </a:lnTo>
                    <a:lnTo>
                      <a:pt x="0" y="254"/>
                    </a:lnTo>
                    <a:lnTo>
                      <a:pt x="442" y="0"/>
                    </a:lnTo>
                    <a:close/>
                  </a:path>
                </a:pathLst>
              </a:custGeom>
              <a:solidFill>
                <a:srgbClr val="114D81"/>
              </a:solidFill>
              <a:ln w="9525" cap="flat" cmpd="sng">
                <a:solidFill>
                  <a:srgbClr val="114D81"/>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67" name="Google Shape;167;p185"/>
              <p:cNvSpPr/>
              <p:nvPr/>
            </p:nvSpPr>
            <p:spPr>
              <a:xfrm>
                <a:off x="10785475" y="5411787"/>
                <a:ext cx="701675" cy="809625"/>
              </a:xfrm>
              <a:custGeom>
                <a:avLst/>
                <a:gdLst/>
                <a:ahLst/>
                <a:cxnLst/>
                <a:rect l="l" t="t" r="r" b="b"/>
                <a:pathLst>
                  <a:path w="442" h="510" extrusionOk="0">
                    <a:moveTo>
                      <a:pt x="442" y="256"/>
                    </a:moveTo>
                    <a:lnTo>
                      <a:pt x="0" y="510"/>
                    </a:lnTo>
                    <a:lnTo>
                      <a:pt x="0" y="2"/>
                    </a:lnTo>
                    <a:lnTo>
                      <a:pt x="0" y="0"/>
                    </a:lnTo>
                    <a:lnTo>
                      <a:pt x="442" y="256"/>
                    </a:lnTo>
                    <a:close/>
                  </a:path>
                </a:pathLst>
              </a:custGeom>
              <a:solidFill>
                <a:srgbClr val="F5340B"/>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68" name="Google Shape;168;p185"/>
              <p:cNvSpPr/>
              <p:nvPr/>
            </p:nvSpPr>
            <p:spPr>
              <a:xfrm>
                <a:off x="10785475" y="5008562"/>
                <a:ext cx="701675" cy="809625"/>
              </a:xfrm>
              <a:custGeom>
                <a:avLst/>
                <a:gdLst/>
                <a:ahLst/>
                <a:cxnLst/>
                <a:rect l="l" t="t" r="r" b="b"/>
                <a:pathLst>
                  <a:path w="442" h="510" extrusionOk="0">
                    <a:moveTo>
                      <a:pt x="442" y="0"/>
                    </a:moveTo>
                    <a:lnTo>
                      <a:pt x="442" y="510"/>
                    </a:lnTo>
                    <a:lnTo>
                      <a:pt x="442" y="510"/>
                    </a:lnTo>
                    <a:lnTo>
                      <a:pt x="0" y="254"/>
                    </a:lnTo>
                    <a:lnTo>
                      <a:pt x="442" y="0"/>
                    </a:lnTo>
                    <a:close/>
                  </a:path>
                </a:pathLst>
              </a:custGeom>
              <a:solidFill>
                <a:schemeClr val="accent3"/>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69" name="Google Shape;169;p185"/>
              <p:cNvSpPr/>
              <p:nvPr/>
            </p:nvSpPr>
            <p:spPr>
              <a:xfrm>
                <a:off x="10079037" y="4602162"/>
                <a:ext cx="706438" cy="809625"/>
              </a:xfrm>
              <a:custGeom>
                <a:avLst/>
                <a:gdLst/>
                <a:ahLst/>
                <a:cxnLst/>
                <a:rect l="l" t="t" r="r" b="b"/>
                <a:pathLst>
                  <a:path w="445" h="510" extrusionOk="0">
                    <a:moveTo>
                      <a:pt x="445" y="0"/>
                    </a:moveTo>
                    <a:lnTo>
                      <a:pt x="445" y="510"/>
                    </a:lnTo>
                    <a:lnTo>
                      <a:pt x="0" y="256"/>
                    </a:lnTo>
                    <a:lnTo>
                      <a:pt x="0" y="256"/>
                    </a:lnTo>
                    <a:lnTo>
                      <a:pt x="445" y="0"/>
                    </a:lnTo>
                    <a:close/>
                  </a:path>
                </a:pathLst>
              </a:custGeom>
              <a:solidFill>
                <a:srgbClr val="F5340B"/>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70" name="Google Shape;170;p185"/>
              <p:cNvSpPr/>
              <p:nvPr/>
            </p:nvSpPr>
            <p:spPr>
              <a:xfrm>
                <a:off x="10079037" y="5008562"/>
                <a:ext cx="706438" cy="809625"/>
              </a:xfrm>
              <a:custGeom>
                <a:avLst/>
                <a:gdLst/>
                <a:ahLst/>
                <a:cxnLst/>
                <a:rect l="l" t="t" r="r" b="b"/>
                <a:pathLst>
                  <a:path w="445" h="510" extrusionOk="0">
                    <a:moveTo>
                      <a:pt x="445" y="254"/>
                    </a:moveTo>
                    <a:lnTo>
                      <a:pt x="445" y="256"/>
                    </a:lnTo>
                    <a:lnTo>
                      <a:pt x="3" y="510"/>
                    </a:lnTo>
                    <a:lnTo>
                      <a:pt x="0" y="510"/>
                    </a:lnTo>
                    <a:lnTo>
                      <a:pt x="0" y="0"/>
                    </a:lnTo>
                    <a:lnTo>
                      <a:pt x="445" y="254"/>
                    </a:lnTo>
                    <a:close/>
                  </a:path>
                </a:pathLst>
              </a:custGeom>
              <a:solidFill>
                <a:srgbClr val="E3651D"/>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71" name="Google Shape;171;p185"/>
              <p:cNvSpPr/>
              <p:nvPr/>
            </p:nvSpPr>
            <p:spPr>
              <a:xfrm>
                <a:off x="10785475" y="4602162"/>
                <a:ext cx="701675" cy="809625"/>
              </a:xfrm>
              <a:custGeom>
                <a:avLst/>
                <a:gdLst/>
                <a:ahLst/>
                <a:cxnLst/>
                <a:rect l="l" t="t" r="r" b="b"/>
                <a:pathLst>
                  <a:path w="442" h="510" extrusionOk="0">
                    <a:moveTo>
                      <a:pt x="442" y="256"/>
                    </a:moveTo>
                    <a:lnTo>
                      <a:pt x="442" y="256"/>
                    </a:lnTo>
                    <a:lnTo>
                      <a:pt x="0" y="510"/>
                    </a:lnTo>
                    <a:lnTo>
                      <a:pt x="0" y="510"/>
                    </a:lnTo>
                    <a:lnTo>
                      <a:pt x="0" y="0"/>
                    </a:lnTo>
                    <a:lnTo>
                      <a:pt x="442" y="256"/>
                    </a:lnTo>
                    <a:close/>
                  </a:path>
                </a:pathLst>
              </a:custGeom>
              <a:solidFill>
                <a:srgbClr val="FFA73B"/>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72" name="Google Shape;172;p185"/>
              <p:cNvSpPr/>
              <p:nvPr/>
            </p:nvSpPr>
            <p:spPr>
              <a:xfrm>
                <a:off x="9377362" y="3389312"/>
                <a:ext cx="701675" cy="809625"/>
              </a:xfrm>
              <a:custGeom>
                <a:avLst/>
                <a:gdLst/>
                <a:ahLst/>
                <a:cxnLst/>
                <a:rect l="l" t="t" r="r" b="b"/>
                <a:pathLst>
                  <a:path w="442" h="510" extrusionOk="0">
                    <a:moveTo>
                      <a:pt x="442" y="0"/>
                    </a:moveTo>
                    <a:lnTo>
                      <a:pt x="442" y="510"/>
                    </a:lnTo>
                    <a:lnTo>
                      <a:pt x="0" y="254"/>
                    </a:lnTo>
                    <a:lnTo>
                      <a:pt x="0" y="254"/>
                    </a:lnTo>
                    <a:lnTo>
                      <a:pt x="442" y="0"/>
                    </a:lnTo>
                    <a:close/>
                  </a:path>
                </a:pathLst>
              </a:custGeom>
              <a:solidFill>
                <a:srgbClr val="C1DD84"/>
              </a:solidFill>
              <a:ln w="9525" cap="flat" cmpd="sng">
                <a:solidFill>
                  <a:srgbClr val="C1DD84"/>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73" name="Google Shape;173;p185"/>
              <p:cNvSpPr/>
              <p:nvPr/>
            </p:nvSpPr>
            <p:spPr>
              <a:xfrm>
                <a:off x="10079037" y="4198937"/>
                <a:ext cx="706438" cy="809625"/>
              </a:xfrm>
              <a:custGeom>
                <a:avLst/>
                <a:gdLst/>
                <a:ahLst/>
                <a:cxnLst/>
                <a:rect l="l" t="t" r="r" b="b"/>
                <a:pathLst>
                  <a:path w="445" h="510" extrusionOk="0">
                    <a:moveTo>
                      <a:pt x="445" y="254"/>
                    </a:moveTo>
                    <a:lnTo>
                      <a:pt x="0" y="510"/>
                    </a:lnTo>
                    <a:lnTo>
                      <a:pt x="0" y="0"/>
                    </a:lnTo>
                    <a:lnTo>
                      <a:pt x="0" y="0"/>
                    </a:lnTo>
                    <a:lnTo>
                      <a:pt x="445" y="254"/>
                    </a:lnTo>
                    <a:close/>
                  </a:path>
                </a:pathLst>
              </a:custGeom>
              <a:solidFill>
                <a:srgbClr val="8D8D8D"/>
              </a:solidFill>
              <a:ln w="9525" cap="flat" cmpd="sng">
                <a:solidFill>
                  <a:srgbClr val="8D8D8D"/>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74" name="Google Shape;174;p185"/>
              <p:cNvSpPr/>
              <p:nvPr/>
            </p:nvSpPr>
            <p:spPr>
              <a:xfrm>
                <a:off x="9275762" y="4414837"/>
                <a:ext cx="325438" cy="377825"/>
              </a:xfrm>
              <a:custGeom>
                <a:avLst/>
                <a:gdLst/>
                <a:ahLst/>
                <a:cxnLst/>
                <a:rect l="l" t="t" r="r" b="b"/>
                <a:pathLst>
                  <a:path w="205" h="238" extrusionOk="0">
                    <a:moveTo>
                      <a:pt x="205" y="118"/>
                    </a:moveTo>
                    <a:lnTo>
                      <a:pt x="0" y="238"/>
                    </a:lnTo>
                    <a:lnTo>
                      <a:pt x="0" y="0"/>
                    </a:lnTo>
                    <a:lnTo>
                      <a:pt x="0" y="0"/>
                    </a:lnTo>
                    <a:lnTo>
                      <a:pt x="205" y="118"/>
                    </a:ln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75" name="Google Shape;175;p185"/>
              <p:cNvSpPr/>
              <p:nvPr/>
            </p:nvSpPr>
            <p:spPr>
              <a:xfrm>
                <a:off x="9371012" y="3322637"/>
                <a:ext cx="223838" cy="257175"/>
              </a:xfrm>
              <a:custGeom>
                <a:avLst/>
                <a:gdLst/>
                <a:ahLst/>
                <a:cxnLst/>
                <a:rect l="l" t="t" r="r" b="b"/>
                <a:pathLst>
                  <a:path w="141" h="162" extrusionOk="0">
                    <a:moveTo>
                      <a:pt x="141" y="80"/>
                    </a:moveTo>
                    <a:lnTo>
                      <a:pt x="0" y="162"/>
                    </a:lnTo>
                    <a:lnTo>
                      <a:pt x="0" y="0"/>
                    </a:lnTo>
                    <a:lnTo>
                      <a:pt x="0" y="0"/>
                    </a:lnTo>
                    <a:lnTo>
                      <a:pt x="141" y="80"/>
                    </a:lnTo>
                    <a:close/>
                  </a:path>
                </a:pathLst>
              </a:custGeom>
              <a:solidFill>
                <a:schemeClr val="accent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76" name="Google Shape;176;p185"/>
              <p:cNvSpPr/>
              <p:nvPr/>
            </p:nvSpPr>
            <p:spPr>
              <a:xfrm>
                <a:off x="10079037" y="3792537"/>
                <a:ext cx="706438" cy="809625"/>
              </a:xfrm>
              <a:custGeom>
                <a:avLst/>
                <a:gdLst/>
                <a:ahLst/>
                <a:cxnLst/>
                <a:rect l="l" t="t" r="r" b="b"/>
                <a:pathLst>
                  <a:path w="445" h="510" extrusionOk="0">
                    <a:moveTo>
                      <a:pt x="445" y="0"/>
                    </a:moveTo>
                    <a:lnTo>
                      <a:pt x="445" y="510"/>
                    </a:lnTo>
                    <a:lnTo>
                      <a:pt x="445" y="510"/>
                    </a:lnTo>
                    <a:lnTo>
                      <a:pt x="0" y="256"/>
                    </a:lnTo>
                    <a:lnTo>
                      <a:pt x="445" y="0"/>
                    </a:lnTo>
                    <a:close/>
                  </a:path>
                </a:pathLst>
              </a:custGeom>
              <a:solidFill>
                <a:schemeClr val="accent1"/>
              </a:solidFill>
              <a:ln w="9525" cap="flat" cmpd="sng">
                <a:solidFill>
                  <a:schemeClr val="accent1"/>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77" name="Google Shape;177;p185"/>
              <p:cNvSpPr/>
              <p:nvPr/>
            </p:nvSpPr>
            <p:spPr>
              <a:xfrm>
                <a:off x="10079037" y="3389312"/>
                <a:ext cx="706438" cy="809625"/>
              </a:xfrm>
              <a:custGeom>
                <a:avLst/>
                <a:gdLst/>
                <a:ahLst/>
                <a:cxnLst/>
                <a:rect l="l" t="t" r="r" b="b"/>
                <a:pathLst>
                  <a:path w="445" h="510" extrusionOk="0">
                    <a:moveTo>
                      <a:pt x="445" y="254"/>
                    </a:moveTo>
                    <a:lnTo>
                      <a:pt x="445" y="254"/>
                    </a:lnTo>
                    <a:lnTo>
                      <a:pt x="0" y="510"/>
                    </a:lnTo>
                    <a:lnTo>
                      <a:pt x="0" y="510"/>
                    </a:lnTo>
                    <a:lnTo>
                      <a:pt x="0" y="0"/>
                    </a:lnTo>
                    <a:lnTo>
                      <a:pt x="445" y="254"/>
                    </a:lnTo>
                    <a:close/>
                  </a:path>
                </a:pathLst>
              </a:custGeom>
              <a:solidFill>
                <a:schemeClr val="accent2"/>
              </a:solidFill>
              <a:ln w="9525" cap="flat" cmpd="sng">
                <a:solidFill>
                  <a:schemeClr val="accent2"/>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78" name="Google Shape;178;p185"/>
              <p:cNvSpPr/>
              <p:nvPr/>
            </p:nvSpPr>
            <p:spPr>
              <a:xfrm>
                <a:off x="10079037" y="4602162"/>
                <a:ext cx="706438" cy="809625"/>
              </a:xfrm>
              <a:custGeom>
                <a:avLst/>
                <a:gdLst/>
                <a:ahLst/>
                <a:cxnLst/>
                <a:rect l="l" t="t" r="r" b="b"/>
                <a:pathLst>
                  <a:path w="445" h="510" extrusionOk="0">
                    <a:moveTo>
                      <a:pt x="445" y="0"/>
                    </a:moveTo>
                    <a:lnTo>
                      <a:pt x="445" y="510"/>
                    </a:lnTo>
                    <a:lnTo>
                      <a:pt x="0" y="256"/>
                    </a:lnTo>
                    <a:lnTo>
                      <a:pt x="0" y="256"/>
                    </a:lnTo>
                    <a:lnTo>
                      <a:pt x="445" y="0"/>
                    </a:lnTo>
                    <a:close/>
                  </a:path>
                </a:pathLst>
              </a:custGeom>
              <a:solidFill>
                <a:srgbClr val="C1DD84"/>
              </a:solidFill>
              <a:ln w="9525" cap="flat" cmpd="sng">
                <a:solidFill>
                  <a:srgbClr val="C1DD84"/>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79" name="Google Shape;179;p185"/>
              <p:cNvSpPr/>
              <p:nvPr/>
            </p:nvSpPr>
            <p:spPr>
              <a:xfrm>
                <a:off x="10079037" y="5008562"/>
                <a:ext cx="706438" cy="809625"/>
              </a:xfrm>
              <a:custGeom>
                <a:avLst/>
                <a:gdLst/>
                <a:ahLst/>
                <a:cxnLst/>
                <a:rect l="l" t="t" r="r" b="b"/>
                <a:pathLst>
                  <a:path w="445" h="510" extrusionOk="0">
                    <a:moveTo>
                      <a:pt x="445" y="254"/>
                    </a:moveTo>
                    <a:lnTo>
                      <a:pt x="445" y="256"/>
                    </a:lnTo>
                    <a:lnTo>
                      <a:pt x="3" y="510"/>
                    </a:lnTo>
                    <a:lnTo>
                      <a:pt x="0" y="510"/>
                    </a:lnTo>
                    <a:lnTo>
                      <a:pt x="0" y="0"/>
                    </a:lnTo>
                    <a:lnTo>
                      <a:pt x="445" y="254"/>
                    </a:lnTo>
                    <a:close/>
                  </a:path>
                </a:pathLst>
              </a:custGeom>
              <a:solidFill>
                <a:schemeClr val="accent2"/>
              </a:solidFill>
              <a:ln w="9525" cap="flat" cmpd="sng">
                <a:solidFill>
                  <a:schemeClr val="accent2"/>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80" name="Google Shape;180;p185"/>
              <p:cNvSpPr/>
              <p:nvPr/>
            </p:nvSpPr>
            <p:spPr>
              <a:xfrm>
                <a:off x="10083800" y="5414962"/>
                <a:ext cx="701675" cy="806450"/>
              </a:xfrm>
              <a:custGeom>
                <a:avLst/>
                <a:gdLst/>
                <a:ahLst/>
                <a:cxnLst/>
                <a:rect l="l" t="t" r="r" b="b"/>
                <a:pathLst>
                  <a:path w="442" h="508" extrusionOk="0">
                    <a:moveTo>
                      <a:pt x="442" y="0"/>
                    </a:moveTo>
                    <a:lnTo>
                      <a:pt x="442" y="508"/>
                    </a:lnTo>
                    <a:lnTo>
                      <a:pt x="0" y="254"/>
                    </a:lnTo>
                    <a:lnTo>
                      <a:pt x="442" y="0"/>
                    </a:lnTo>
                    <a:close/>
                  </a:path>
                </a:pathLst>
              </a:custGeom>
              <a:solidFill>
                <a:schemeClr val="accent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81" name="Google Shape;181;p185"/>
              <p:cNvSpPr/>
              <p:nvPr/>
            </p:nvSpPr>
            <p:spPr>
              <a:xfrm>
                <a:off x="10785475" y="5411787"/>
                <a:ext cx="701675" cy="809625"/>
              </a:xfrm>
              <a:custGeom>
                <a:avLst/>
                <a:gdLst/>
                <a:ahLst/>
                <a:cxnLst/>
                <a:rect l="l" t="t" r="r" b="b"/>
                <a:pathLst>
                  <a:path w="442" h="510" extrusionOk="0">
                    <a:moveTo>
                      <a:pt x="442" y="256"/>
                    </a:moveTo>
                    <a:lnTo>
                      <a:pt x="0" y="510"/>
                    </a:lnTo>
                    <a:lnTo>
                      <a:pt x="0" y="2"/>
                    </a:lnTo>
                    <a:lnTo>
                      <a:pt x="0" y="0"/>
                    </a:lnTo>
                    <a:lnTo>
                      <a:pt x="442" y="256"/>
                    </a:lnTo>
                    <a:close/>
                  </a:path>
                </a:pathLst>
              </a:custGeom>
              <a:solidFill>
                <a:schemeClr val="accent4"/>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82" name="Google Shape;182;p185"/>
              <p:cNvSpPr/>
              <p:nvPr/>
            </p:nvSpPr>
            <p:spPr>
              <a:xfrm>
                <a:off x="10785475" y="4602162"/>
                <a:ext cx="701675" cy="809625"/>
              </a:xfrm>
              <a:custGeom>
                <a:avLst/>
                <a:gdLst/>
                <a:ahLst/>
                <a:cxnLst/>
                <a:rect l="l" t="t" r="r" b="b"/>
                <a:pathLst>
                  <a:path w="442" h="510" extrusionOk="0">
                    <a:moveTo>
                      <a:pt x="442" y="256"/>
                    </a:moveTo>
                    <a:lnTo>
                      <a:pt x="442" y="256"/>
                    </a:lnTo>
                    <a:lnTo>
                      <a:pt x="0" y="510"/>
                    </a:lnTo>
                    <a:lnTo>
                      <a:pt x="0" y="510"/>
                    </a:lnTo>
                    <a:lnTo>
                      <a:pt x="0" y="0"/>
                    </a:lnTo>
                    <a:lnTo>
                      <a:pt x="442" y="256"/>
                    </a:lnTo>
                    <a:close/>
                  </a:path>
                </a:pathLst>
              </a:custGeom>
              <a:solidFill>
                <a:schemeClr val="accent2"/>
              </a:solidFill>
              <a:ln w="9525" cap="flat" cmpd="sng">
                <a:solidFill>
                  <a:schemeClr val="accent2"/>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83" name="Google Shape;183;p185"/>
              <p:cNvSpPr/>
              <p:nvPr/>
            </p:nvSpPr>
            <p:spPr>
              <a:xfrm>
                <a:off x="10785475" y="6221412"/>
                <a:ext cx="701675" cy="636588"/>
              </a:xfrm>
              <a:custGeom>
                <a:avLst/>
                <a:gdLst/>
                <a:ahLst/>
                <a:cxnLst/>
                <a:rect l="l" t="t" r="r" b="b"/>
                <a:pathLst>
                  <a:path w="442" h="401" extrusionOk="0">
                    <a:moveTo>
                      <a:pt x="442" y="256"/>
                    </a:moveTo>
                    <a:lnTo>
                      <a:pt x="0" y="0"/>
                    </a:lnTo>
                    <a:lnTo>
                      <a:pt x="0" y="2"/>
                    </a:lnTo>
                    <a:lnTo>
                      <a:pt x="0" y="401"/>
                    </a:lnTo>
                    <a:lnTo>
                      <a:pt x="192" y="401"/>
                    </a:lnTo>
                    <a:lnTo>
                      <a:pt x="442" y="256"/>
                    </a:lnTo>
                    <a:lnTo>
                      <a:pt x="442" y="256"/>
                    </a:lnTo>
                    <a:close/>
                  </a:path>
                </a:pathLst>
              </a:custGeom>
              <a:solidFill>
                <a:schemeClr val="accent4"/>
              </a:solidFill>
              <a:ln w="9525" cap="flat" cmpd="sng">
                <a:solidFill>
                  <a:schemeClr val="accent4"/>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84" name="Google Shape;184;p185"/>
              <p:cNvSpPr/>
              <p:nvPr/>
            </p:nvSpPr>
            <p:spPr>
              <a:xfrm>
                <a:off x="11090275" y="6627812"/>
                <a:ext cx="396875" cy="230188"/>
              </a:xfrm>
              <a:custGeom>
                <a:avLst/>
                <a:gdLst/>
                <a:ahLst/>
                <a:cxnLst/>
                <a:rect l="l" t="t" r="r" b="b"/>
                <a:pathLst>
                  <a:path w="250" h="145" extrusionOk="0">
                    <a:moveTo>
                      <a:pt x="0" y="145"/>
                    </a:moveTo>
                    <a:lnTo>
                      <a:pt x="250" y="145"/>
                    </a:lnTo>
                    <a:lnTo>
                      <a:pt x="250" y="0"/>
                    </a:lnTo>
                    <a:lnTo>
                      <a:pt x="0" y="145"/>
                    </a:lnTo>
                    <a:close/>
                  </a:path>
                </a:pathLst>
              </a:custGeom>
              <a:solidFill>
                <a:schemeClr val="accent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85" name="Google Shape;185;p185"/>
              <p:cNvSpPr/>
              <p:nvPr/>
            </p:nvSpPr>
            <p:spPr>
              <a:xfrm>
                <a:off x="11487150" y="6627812"/>
                <a:ext cx="396875" cy="230188"/>
              </a:xfrm>
              <a:custGeom>
                <a:avLst/>
                <a:gdLst/>
                <a:ahLst/>
                <a:cxnLst/>
                <a:rect l="l" t="t" r="r" b="b"/>
                <a:pathLst>
                  <a:path w="250" h="145" extrusionOk="0">
                    <a:moveTo>
                      <a:pt x="0" y="0"/>
                    </a:moveTo>
                    <a:lnTo>
                      <a:pt x="0" y="145"/>
                    </a:lnTo>
                    <a:lnTo>
                      <a:pt x="250" y="145"/>
                    </a:lnTo>
                    <a:lnTo>
                      <a:pt x="0" y="0"/>
                    </a:lnTo>
                    <a:lnTo>
                      <a:pt x="0" y="0"/>
                    </a:lnTo>
                    <a:close/>
                  </a:path>
                </a:pathLst>
              </a:custGeom>
              <a:solidFill>
                <a:schemeClr val="accent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86" name="Google Shape;186;p185"/>
              <p:cNvSpPr/>
              <p:nvPr/>
            </p:nvSpPr>
            <p:spPr>
              <a:xfrm>
                <a:off x="11487150" y="6232525"/>
                <a:ext cx="687388" cy="625475"/>
              </a:xfrm>
              <a:custGeom>
                <a:avLst/>
                <a:gdLst/>
                <a:ahLst/>
                <a:cxnLst/>
                <a:rect l="l" t="t" r="r" b="b"/>
                <a:pathLst>
                  <a:path w="433" h="394" extrusionOk="0">
                    <a:moveTo>
                      <a:pt x="250" y="394"/>
                    </a:moveTo>
                    <a:lnTo>
                      <a:pt x="433" y="394"/>
                    </a:lnTo>
                    <a:lnTo>
                      <a:pt x="433" y="0"/>
                    </a:lnTo>
                    <a:lnTo>
                      <a:pt x="0" y="249"/>
                    </a:lnTo>
                    <a:lnTo>
                      <a:pt x="250" y="394"/>
                    </a:lnTo>
                    <a:close/>
                  </a:path>
                </a:pathLst>
              </a:custGeom>
              <a:solidFill>
                <a:schemeClr val="accent4"/>
              </a:solidFill>
              <a:ln w="9525" cap="flat" cmpd="sng">
                <a:solidFill>
                  <a:schemeClr val="accent4"/>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87" name="Google Shape;187;p185"/>
              <p:cNvSpPr/>
              <p:nvPr/>
            </p:nvSpPr>
            <p:spPr>
              <a:xfrm>
                <a:off x="9377362" y="5818187"/>
                <a:ext cx="701675" cy="809625"/>
              </a:xfrm>
              <a:custGeom>
                <a:avLst/>
                <a:gdLst/>
                <a:ahLst/>
                <a:cxnLst/>
                <a:rect l="l" t="t" r="r" b="b"/>
                <a:pathLst>
                  <a:path w="442" h="510" extrusionOk="0">
                    <a:moveTo>
                      <a:pt x="0" y="254"/>
                    </a:moveTo>
                    <a:lnTo>
                      <a:pt x="0" y="254"/>
                    </a:lnTo>
                    <a:lnTo>
                      <a:pt x="442" y="510"/>
                    </a:lnTo>
                    <a:lnTo>
                      <a:pt x="442" y="0"/>
                    </a:lnTo>
                    <a:lnTo>
                      <a:pt x="0" y="254"/>
                    </a:lnTo>
                    <a:close/>
                  </a:path>
                </a:pathLst>
              </a:custGeom>
              <a:solidFill>
                <a:schemeClr val="accent6"/>
              </a:solidFill>
              <a:ln w="9525" cap="flat" cmpd="sng">
                <a:solidFill>
                  <a:schemeClr val="accent6"/>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88" name="Google Shape;188;p185"/>
              <p:cNvSpPr/>
              <p:nvPr/>
            </p:nvSpPr>
            <p:spPr>
              <a:xfrm>
                <a:off x="10079037" y="6627812"/>
                <a:ext cx="396875" cy="230188"/>
              </a:xfrm>
              <a:custGeom>
                <a:avLst/>
                <a:gdLst/>
                <a:ahLst/>
                <a:cxnLst/>
                <a:rect l="l" t="t" r="r" b="b"/>
                <a:pathLst>
                  <a:path w="250" h="145" extrusionOk="0">
                    <a:moveTo>
                      <a:pt x="0" y="0"/>
                    </a:moveTo>
                    <a:lnTo>
                      <a:pt x="0" y="0"/>
                    </a:lnTo>
                    <a:lnTo>
                      <a:pt x="0" y="145"/>
                    </a:lnTo>
                    <a:lnTo>
                      <a:pt x="250" y="145"/>
                    </a:lnTo>
                    <a:lnTo>
                      <a:pt x="0" y="0"/>
                    </a:lnTo>
                    <a:close/>
                  </a:path>
                </a:pathLst>
              </a:custGeom>
              <a:solidFill>
                <a:schemeClr val="accent3"/>
              </a:solidFill>
              <a:ln w="9525" cap="flat" cmpd="sng">
                <a:solidFill>
                  <a:schemeClr val="accent3"/>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89" name="Google Shape;189;p185"/>
              <p:cNvSpPr/>
              <p:nvPr/>
            </p:nvSpPr>
            <p:spPr>
              <a:xfrm>
                <a:off x="10079037" y="6224587"/>
                <a:ext cx="706438" cy="633413"/>
              </a:xfrm>
              <a:custGeom>
                <a:avLst/>
                <a:gdLst/>
                <a:ahLst/>
                <a:cxnLst/>
                <a:rect l="l" t="t" r="r" b="b"/>
                <a:pathLst>
                  <a:path w="445" h="399" extrusionOk="0">
                    <a:moveTo>
                      <a:pt x="0" y="254"/>
                    </a:moveTo>
                    <a:lnTo>
                      <a:pt x="250" y="399"/>
                    </a:lnTo>
                    <a:lnTo>
                      <a:pt x="445" y="399"/>
                    </a:lnTo>
                    <a:lnTo>
                      <a:pt x="445" y="0"/>
                    </a:lnTo>
                    <a:lnTo>
                      <a:pt x="0" y="254"/>
                    </a:lnTo>
                    <a:close/>
                  </a:path>
                </a:pathLst>
              </a:custGeom>
              <a:solidFill>
                <a:srgbClr val="515151"/>
              </a:solidFill>
              <a:ln w="9525" cap="flat" cmpd="sng">
                <a:solidFill>
                  <a:srgbClr val="515151"/>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90" name="Google Shape;190;p185"/>
              <p:cNvSpPr/>
              <p:nvPr/>
            </p:nvSpPr>
            <p:spPr>
              <a:xfrm>
                <a:off x="10079037" y="5818187"/>
                <a:ext cx="706438" cy="809625"/>
              </a:xfrm>
              <a:custGeom>
                <a:avLst/>
                <a:gdLst/>
                <a:ahLst/>
                <a:cxnLst/>
                <a:rect l="l" t="t" r="r" b="b"/>
                <a:pathLst>
                  <a:path w="445" h="510" extrusionOk="0">
                    <a:moveTo>
                      <a:pt x="445" y="254"/>
                    </a:moveTo>
                    <a:lnTo>
                      <a:pt x="445" y="254"/>
                    </a:lnTo>
                    <a:lnTo>
                      <a:pt x="0" y="0"/>
                    </a:lnTo>
                    <a:lnTo>
                      <a:pt x="0" y="510"/>
                    </a:lnTo>
                    <a:lnTo>
                      <a:pt x="0" y="510"/>
                    </a:lnTo>
                    <a:lnTo>
                      <a:pt x="445" y="256"/>
                    </a:lnTo>
                    <a:lnTo>
                      <a:pt x="445" y="254"/>
                    </a:lnTo>
                    <a:close/>
                  </a:path>
                </a:pathLst>
              </a:custGeom>
              <a:solidFill>
                <a:schemeClr val="accent3"/>
              </a:solidFill>
              <a:ln w="9525" cap="flat" cmpd="sng">
                <a:solidFill>
                  <a:schemeClr val="accent3"/>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91" name="Google Shape;191;p185"/>
              <p:cNvSpPr/>
              <p:nvPr/>
            </p:nvSpPr>
            <p:spPr>
              <a:xfrm>
                <a:off x="10785475" y="3389312"/>
                <a:ext cx="701675" cy="809625"/>
              </a:xfrm>
              <a:custGeom>
                <a:avLst/>
                <a:gdLst/>
                <a:ahLst/>
                <a:cxnLst/>
                <a:rect l="l" t="t" r="r" b="b"/>
                <a:pathLst>
                  <a:path w="442" h="510" extrusionOk="0">
                    <a:moveTo>
                      <a:pt x="442" y="0"/>
                    </a:moveTo>
                    <a:lnTo>
                      <a:pt x="0" y="254"/>
                    </a:lnTo>
                    <a:lnTo>
                      <a:pt x="0" y="254"/>
                    </a:lnTo>
                    <a:lnTo>
                      <a:pt x="442" y="510"/>
                    </a:lnTo>
                    <a:lnTo>
                      <a:pt x="442" y="0"/>
                    </a:lnTo>
                    <a:close/>
                  </a:path>
                </a:pathLst>
              </a:custGeom>
              <a:solidFill>
                <a:schemeClr val="accent1"/>
              </a:solidFill>
              <a:ln w="9525" cap="flat" cmpd="sng">
                <a:solidFill>
                  <a:schemeClr val="accent1"/>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92" name="Google Shape;192;p185"/>
              <p:cNvSpPr/>
              <p:nvPr/>
            </p:nvSpPr>
            <p:spPr>
              <a:xfrm>
                <a:off x="10785475" y="3792537"/>
                <a:ext cx="701675" cy="809625"/>
              </a:xfrm>
              <a:custGeom>
                <a:avLst/>
                <a:gdLst/>
                <a:ahLst/>
                <a:cxnLst/>
                <a:rect l="l" t="t" r="r" b="b"/>
                <a:pathLst>
                  <a:path w="442" h="510" extrusionOk="0">
                    <a:moveTo>
                      <a:pt x="442" y="256"/>
                    </a:moveTo>
                    <a:lnTo>
                      <a:pt x="0" y="0"/>
                    </a:lnTo>
                    <a:lnTo>
                      <a:pt x="0" y="510"/>
                    </a:lnTo>
                    <a:lnTo>
                      <a:pt x="0" y="510"/>
                    </a:lnTo>
                    <a:lnTo>
                      <a:pt x="442" y="256"/>
                    </a:lnTo>
                    <a:lnTo>
                      <a:pt x="442" y="256"/>
                    </a:lnTo>
                    <a:close/>
                  </a:path>
                </a:pathLst>
              </a:custGeom>
              <a:solidFill>
                <a:srgbClr val="114D81"/>
              </a:solidFill>
              <a:ln w="9525" cap="flat" cmpd="sng">
                <a:solidFill>
                  <a:srgbClr val="114D81"/>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93" name="Google Shape;193;p185"/>
              <p:cNvSpPr/>
              <p:nvPr/>
            </p:nvSpPr>
            <p:spPr>
              <a:xfrm>
                <a:off x="10785475" y="4198937"/>
                <a:ext cx="701675" cy="809625"/>
              </a:xfrm>
              <a:custGeom>
                <a:avLst/>
                <a:gdLst/>
                <a:ahLst/>
                <a:cxnLst/>
                <a:rect l="l" t="t" r="r" b="b"/>
                <a:pathLst>
                  <a:path w="442" h="510" extrusionOk="0">
                    <a:moveTo>
                      <a:pt x="0" y="254"/>
                    </a:moveTo>
                    <a:lnTo>
                      <a:pt x="442" y="510"/>
                    </a:lnTo>
                    <a:lnTo>
                      <a:pt x="442" y="0"/>
                    </a:lnTo>
                    <a:lnTo>
                      <a:pt x="0" y="254"/>
                    </a:lnTo>
                    <a:close/>
                  </a:path>
                </a:pathLst>
              </a:custGeom>
              <a:solidFill>
                <a:schemeClr val="accent4"/>
              </a:solidFill>
              <a:ln w="9525" cap="flat" cmpd="sng">
                <a:solidFill>
                  <a:schemeClr val="accent4"/>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94" name="Google Shape;194;p185"/>
              <p:cNvSpPr/>
              <p:nvPr/>
            </p:nvSpPr>
            <p:spPr>
              <a:xfrm>
                <a:off x="11487150" y="4198937"/>
                <a:ext cx="687388" cy="809625"/>
              </a:xfrm>
              <a:custGeom>
                <a:avLst/>
                <a:gdLst/>
                <a:ahLst/>
                <a:cxnLst/>
                <a:rect l="l" t="t" r="r" b="b"/>
                <a:pathLst>
                  <a:path w="433" h="510" extrusionOk="0">
                    <a:moveTo>
                      <a:pt x="0" y="0"/>
                    </a:moveTo>
                    <a:lnTo>
                      <a:pt x="0" y="0"/>
                    </a:lnTo>
                    <a:lnTo>
                      <a:pt x="0" y="510"/>
                    </a:lnTo>
                    <a:lnTo>
                      <a:pt x="433" y="261"/>
                    </a:lnTo>
                    <a:lnTo>
                      <a:pt x="433" y="249"/>
                    </a:lnTo>
                    <a:lnTo>
                      <a:pt x="0" y="0"/>
                    </a:lnTo>
                    <a:close/>
                  </a:path>
                </a:pathLst>
              </a:custGeom>
              <a:solidFill>
                <a:schemeClr val="accent6"/>
              </a:solidFill>
              <a:ln w="9525" cap="flat" cmpd="sng">
                <a:solidFill>
                  <a:schemeClr val="accent6"/>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95" name="Google Shape;195;p185"/>
              <p:cNvSpPr/>
              <p:nvPr/>
            </p:nvSpPr>
            <p:spPr>
              <a:xfrm>
                <a:off x="11487150" y="3803650"/>
                <a:ext cx="687388" cy="790575"/>
              </a:xfrm>
              <a:custGeom>
                <a:avLst/>
                <a:gdLst/>
                <a:ahLst/>
                <a:cxnLst/>
                <a:rect l="l" t="t" r="r" b="b"/>
                <a:pathLst>
                  <a:path w="433" h="498" extrusionOk="0">
                    <a:moveTo>
                      <a:pt x="433" y="0"/>
                    </a:moveTo>
                    <a:lnTo>
                      <a:pt x="0" y="249"/>
                    </a:lnTo>
                    <a:lnTo>
                      <a:pt x="433" y="498"/>
                    </a:lnTo>
                    <a:lnTo>
                      <a:pt x="433" y="0"/>
                    </a:lnTo>
                    <a:close/>
                  </a:path>
                </a:pathLst>
              </a:custGeom>
              <a:solidFill>
                <a:schemeClr val="accent6"/>
              </a:solidFill>
              <a:ln w="9525" cap="flat" cmpd="sng">
                <a:solidFill>
                  <a:schemeClr val="accent6"/>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96" name="Google Shape;196;p185"/>
              <p:cNvSpPr/>
              <p:nvPr/>
            </p:nvSpPr>
            <p:spPr>
              <a:xfrm>
                <a:off x="11737975" y="2130425"/>
                <a:ext cx="201613" cy="233363"/>
              </a:xfrm>
              <a:custGeom>
                <a:avLst/>
                <a:gdLst/>
                <a:ahLst/>
                <a:cxnLst/>
                <a:rect l="l" t="t" r="r" b="b"/>
                <a:pathLst>
                  <a:path w="127" h="147" extrusionOk="0">
                    <a:moveTo>
                      <a:pt x="127" y="147"/>
                    </a:moveTo>
                    <a:lnTo>
                      <a:pt x="127" y="0"/>
                    </a:lnTo>
                    <a:lnTo>
                      <a:pt x="0" y="73"/>
                    </a:lnTo>
                    <a:lnTo>
                      <a:pt x="127" y="147"/>
                    </a:lnTo>
                    <a:lnTo>
                      <a:pt x="127" y="147"/>
                    </a:lnTo>
                    <a:close/>
                  </a:path>
                </a:pathLst>
              </a:custGeom>
              <a:solidFill>
                <a:schemeClr val="accent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97" name="Google Shape;197;p185"/>
              <p:cNvSpPr/>
              <p:nvPr/>
            </p:nvSpPr>
            <p:spPr>
              <a:xfrm>
                <a:off x="11487150" y="2576512"/>
                <a:ext cx="701675" cy="812800"/>
              </a:xfrm>
              <a:custGeom>
                <a:avLst/>
                <a:gdLst/>
                <a:ahLst/>
                <a:cxnLst/>
                <a:rect l="l" t="t" r="r" b="b"/>
                <a:pathLst>
                  <a:path w="442" h="512" extrusionOk="0">
                    <a:moveTo>
                      <a:pt x="0" y="0"/>
                    </a:moveTo>
                    <a:lnTo>
                      <a:pt x="0" y="510"/>
                    </a:lnTo>
                    <a:lnTo>
                      <a:pt x="0" y="512"/>
                    </a:lnTo>
                    <a:lnTo>
                      <a:pt x="442" y="256"/>
                    </a:lnTo>
                    <a:lnTo>
                      <a:pt x="442" y="256"/>
                    </a:lnTo>
                    <a:lnTo>
                      <a:pt x="0" y="0"/>
                    </a:lnTo>
                    <a:close/>
                  </a:path>
                </a:pathLst>
              </a:custGeom>
              <a:solidFill>
                <a:schemeClr val="accent1"/>
              </a:solidFill>
              <a:ln w="9525" cap="flat" cmpd="sng">
                <a:solidFill>
                  <a:schemeClr val="accent1"/>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98" name="Google Shape;198;p185"/>
              <p:cNvSpPr/>
              <p:nvPr/>
            </p:nvSpPr>
            <p:spPr>
              <a:xfrm>
                <a:off x="11487150" y="5818187"/>
                <a:ext cx="687388" cy="809625"/>
              </a:xfrm>
              <a:custGeom>
                <a:avLst/>
                <a:gdLst/>
                <a:ahLst/>
                <a:cxnLst/>
                <a:rect l="l" t="t" r="r" b="b"/>
                <a:pathLst>
                  <a:path w="433" h="510" extrusionOk="0">
                    <a:moveTo>
                      <a:pt x="125" y="72"/>
                    </a:moveTo>
                    <a:lnTo>
                      <a:pt x="0" y="0"/>
                    </a:lnTo>
                    <a:lnTo>
                      <a:pt x="0" y="510"/>
                    </a:lnTo>
                    <a:lnTo>
                      <a:pt x="0" y="510"/>
                    </a:lnTo>
                    <a:lnTo>
                      <a:pt x="433" y="261"/>
                    </a:lnTo>
                    <a:lnTo>
                      <a:pt x="433" y="250"/>
                    </a:lnTo>
                    <a:lnTo>
                      <a:pt x="125" y="72"/>
                    </a:lnTo>
                    <a:close/>
                  </a:path>
                </a:pathLst>
              </a:custGeom>
              <a:solidFill>
                <a:schemeClr val="accent4"/>
              </a:solidFill>
              <a:ln w="9525" cap="flat" cmpd="sng">
                <a:solidFill>
                  <a:schemeClr val="accent4"/>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99" name="Google Shape;199;p185"/>
              <p:cNvSpPr/>
              <p:nvPr/>
            </p:nvSpPr>
            <p:spPr>
              <a:xfrm>
                <a:off x="11487150" y="4613275"/>
                <a:ext cx="687388" cy="792163"/>
              </a:xfrm>
              <a:custGeom>
                <a:avLst/>
                <a:gdLst/>
                <a:ahLst/>
                <a:cxnLst/>
                <a:rect l="l" t="t" r="r" b="b"/>
                <a:pathLst>
                  <a:path w="433" h="499" extrusionOk="0">
                    <a:moveTo>
                      <a:pt x="433" y="0"/>
                    </a:moveTo>
                    <a:lnTo>
                      <a:pt x="0" y="249"/>
                    </a:lnTo>
                    <a:lnTo>
                      <a:pt x="0" y="249"/>
                    </a:lnTo>
                    <a:lnTo>
                      <a:pt x="433" y="499"/>
                    </a:lnTo>
                    <a:lnTo>
                      <a:pt x="433" y="0"/>
                    </a:lnTo>
                    <a:close/>
                  </a:path>
                </a:pathLst>
              </a:custGeom>
              <a:solidFill>
                <a:schemeClr val="accent3"/>
              </a:solidFill>
              <a:ln w="9525" cap="flat" cmpd="sng">
                <a:solidFill>
                  <a:schemeClr val="accent3"/>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200" name="Google Shape;200;p185"/>
              <p:cNvSpPr/>
              <p:nvPr/>
            </p:nvSpPr>
            <p:spPr>
              <a:xfrm>
                <a:off x="11487150" y="5008562"/>
                <a:ext cx="687388" cy="809625"/>
              </a:xfrm>
              <a:custGeom>
                <a:avLst/>
                <a:gdLst/>
                <a:ahLst/>
                <a:cxnLst/>
                <a:rect l="l" t="t" r="r" b="b"/>
                <a:pathLst>
                  <a:path w="433" h="510" extrusionOk="0">
                    <a:moveTo>
                      <a:pt x="433" y="250"/>
                    </a:moveTo>
                    <a:lnTo>
                      <a:pt x="0" y="0"/>
                    </a:lnTo>
                    <a:lnTo>
                      <a:pt x="0" y="510"/>
                    </a:lnTo>
                    <a:lnTo>
                      <a:pt x="0" y="510"/>
                    </a:lnTo>
                    <a:lnTo>
                      <a:pt x="433" y="261"/>
                    </a:lnTo>
                    <a:lnTo>
                      <a:pt x="433" y="250"/>
                    </a:lnTo>
                    <a:close/>
                  </a:path>
                </a:pathLst>
              </a:custGeom>
              <a:solidFill>
                <a:srgbClr val="515151"/>
              </a:solidFill>
              <a:ln w="9525" cap="flat" cmpd="sng">
                <a:solidFill>
                  <a:srgbClr val="515151"/>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201" name="Google Shape;201;p185"/>
              <p:cNvSpPr/>
              <p:nvPr/>
            </p:nvSpPr>
            <p:spPr>
              <a:xfrm>
                <a:off x="11487150" y="5422900"/>
                <a:ext cx="687388" cy="792163"/>
              </a:xfrm>
              <a:custGeom>
                <a:avLst/>
                <a:gdLst/>
                <a:ahLst/>
                <a:cxnLst/>
                <a:rect l="l" t="t" r="r" b="b"/>
                <a:pathLst>
                  <a:path w="433" h="499" extrusionOk="0">
                    <a:moveTo>
                      <a:pt x="433" y="0"/>
                    </a:moveTo>
                    <a:lnTo>
                      <a:pt x="0" y="249"/>
                    </a:lnTo>
                    <a:lnTo>
                      <a:pt x="125" y="321"/>
                    </a:lnTo>
                    <a:lnTo>
                      <a:pt x="433" y="499"/>
                    </a:lnTo>
                    <a:lnTo>
                      <a:pt x="433" y="0"/>
                    </a:lnTo>
                    <a:close/>
                  </a:path>
                </a:pathLst>
              </a:custGeom>
              <a:solidFill>
                <a:schemeClr val="accent1"/>
              </a:solidFill>
              <a:ln w="9525" cap="flat" cmpd="sng">
                <a:solidFill>
                  <a:schemeClr val="accent1"/>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202" name="Google Shape;202;p185"/>
              <p:cNvSpPr/>
              <p:nvPr/>
            </p:nvSpPr>
            <p:spPr>
              <a:xfrm>
                <a:off x="11685587" y="5932487"/>
                <a:ext cx="488950" cy="282575"/>
              </a:xfrm>
              <a:custGeom>
                <a:avLst/>
                <a:gdLst/>
                <a:ahLst/>
                <a:cxnLst/>
                <a:rect l="l" t="t" r="r" b="b"/>
                <a:pathLst>
                  <a:path w="308" h="178" extrusionOk="0">
                    <a:moveTo>
                      <a:pt x="308" y="178"/>
                    </a:moveTo>
                    <a:lnTo>
                      <a:pt x="0" y="0"/>
                    </a:lnTo>
                    <a:lnTo>
                      <a:pt x="308" y="178"/>
                    </a:lnTo>
                    <a:lnTo>
                      <a:pt x="308" y="178"/>
                    </a:lnTo>
                    <a:close/>
                  </a:path>
                </a:pathLst>
              </a:custGeom>
              <a:solidFill>
                <a:srgbClr val="00A6A6"/>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grpSp>
        <p:sp>
          <p:nvSpPr>
            <p:cNvPr id="203" name="Google Shape;203;p185"/>
            <p:cNvSpPr/>
            <p:nvPr/>
          </p:nvSpPr>
          <p:spPr>
            <a:xfrm rot="10800000">
              <a:off x="2853998" y="686979"/>
              <a:ext cx="591204" cy="690398"/>
            </a:xfrm>
            <a:custGeom>
              <a:avLst/>
              <a:gdLst/>
              <a:ahLst/>
              <a:cxnLst/>
              <a:rect l="l" t="t" r="r" b="b"/>
              <a:pathLst>
                <a:path w="149" h="174" extrusionOk="0">
                  <a:moveTo>
                    <a:pt x="0" y="87"/>
                  </a:moveTo>
                  <a:lnTo>
                    <a:pt x="0" y="87"/>
                  </a:lnTo>
                  <a:lnTo>
                    <a:pt x="149" y="0"/>
                  </a:lnTo>
                  <a:lnTo>
                    <a:pt x="149" y="0"/>
                  </a:lnTo>
                  <a:lnTo>
                    <a:pt x="149" y="174"/>
                  </a:lnTo>
                  <a:lnTo>
                    <a:pt x="0" y="87"/>
                  </a:lnTo>
                  <a:close/>
                </a:path>
              </a:pathLst>
            </a:custGeom>
            <a:solidFill>
              <a:srgbClr val="C4C4C4"/>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gr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Our Service">
  <p:cSld name="Our Service">
    <p:spTree>
      <p:nvGrpSpPr>
        <p:cNvPr id="1" name="Shape 204"/>
        <p:cNvGrpSpPr/>
        <p:nvPr/>
      </p:nvGrpSpPr>
      <p:grpSpPr>
        <a:xfrm>
          <a:off x="0" y="0"/>
          <a:ext cx="0" cy="0"/>
          <a:chOff x="0" y="0"/>
          <a:chExt cx="0" cy="0"/>
        </a:xfrm>
      </p:grpSpPr>
      <p:sp>
        <p:nvSpPr>
          <p:cNvPr id="205" name="Google Shape;205;p186"/>
          <p:cNvSpPr txBox="1">
            <a:spLocks noGrp="1"/>
          </p:cNvSpPr>
          <p:nvPr>
            <p:ph type="dt" idx="10"/>
          </p:nvPr>
        </p:nvSpPr>
        <p:spPr>
          <a:xfrm>
            <a:off x="609441" y="6356351"/>
            <a:ext cx="2844059" cy="365125"/>
          </a:xfrm>
          <a:prstGeom prst="rect">
            <a:avLst/>
          </a:prstGeom>
          <a:noFill/>
          <a:ln>
            <a:noFill/>
          </a:ln>
        </p:spPr>
        <p:txBody>
          <a:bodyPr spcFirstLastPara="1" wrap="square" lIns="121875" tIns="60925" rIns="121875" bIns="60925"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06" name="Google Shape;206;p186"/>
          <p:cNvSpPr txBox="1">
            <a:spLocks noGrp="1"/>
          </p:cNvSpPr>
          <p:nvPr>
            <p:ph type="ftr" idx="11"/>
          </p:nvPr>
        </p:nvSpPr>
        <p:spPr>
          <a:xfrm>
            <a:off x="4164515" y="6356351"/>
            <a:ext cx="3859795" cy="365125"/>
          </a:xfrm>
          <a:prstGeom prst="rect">
            <a:avLst/>
          </a:prstGeom>
          <a:noFill/>
          <a:ln>
            <a:noFill/>
          </a:ln>
        </p:spPr>
        <p:txBody>
          <a:bodyPr spcFirstLastPara="1" wrap="square" lIns="121875" tIns="60925" rIns="121875" bIns="60925"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07" name="Google Shape;207;p186"/>
          <p:cNvSpPr txBox="1">
            <a:spLocks noGrp="1"/>
          </p:cNvSpPr>
          <p:nvPr>
            <p:ph type="sldNum" idx="12"/>
          </p:nvPr>
        </p:nvSpPr>
        <p:spPr>
          <a:xfrm>
            <a:off x="8735325" y="6356351"/>
            <a:ext cx="2844059" cy="365125"/>
          </a:xfrm>
          <a:prstGeom prst="rect">
            <a:avLst/>
          </a:prstGeom>
          <a:noFill/>
          <a:ln>
            <a:noFill/>
          </a:ln>
        </p:spPr>
        <p:txBody>
          <a:bodyPr spcFirstLastPara="1" wrap="square" lIns="121875" tIns="60925" rIns="121875" bIns="6092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
        <p:nvSpPr>
          <p:cNvPr id="208" name="Google Shape;208;p186"/>
          <p:cNvSpPr/>
          <p:nvPr/>
        </p:nvSpPr>
        <p:spPr>
          <a:xfrm>
            <a:off x="0" y="708746"/>
            <a:ext cx="6094411" cy="821288"/>
          </a:xfrm>
          <a:prstGeom prst="rect">
            <a:avLst/>
          </a:prstGeom>
          <a:solidFill>
            <a:schemeClr val="accent4"/>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Calibri"/>
              <a:ea typeface="Calibri"/>
              <a:cs typeface="Calibri"/>
              <a:sym typeface="Calibri"/>
            </a:endParaRPr>
          </a:p>
        </p:txBody>
      </p:sp>
      <p:sp>
        <p:nvSpPr>
          <p:cNvPr id="209" name="Google Shape;209;p186"/>
          <p:cNvSpPr/>
          <p:nvPr/>
        </p:nvSpPr>
        <p:spPr>
          <a:xfrm>
            <a:off x="616764" y="1532063"/>
            <a:ext cx="10947963" cy="2880320"/>
          </a:xfrm>
          <a:prstGeom prst="rect">
            <a:avLst/>
          </a:prstGeom>
          <a:solidFill>
            <a:schemeClr val="lt1">
              <a:alpha val="49803"/>
            </a:schemeClr>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Calibri"/>
              <a:ea typeface="Calibri"/>
              <a:cs typeface="Calibri"/>
              <a:sym typeface="Calibri"/>
            </a:endParaRPr>
          </a:p>
        </p:txBody>
      </p:sp>
      <p:sp>
        <p:nvSpPr>
          <p:cNvPr id="210" name="Google Shape;210;p186"/>
          <p:cNvSpPr>
            <a:spLocks noGrp="1"/>
          </p:cNvSpPr>
          <p:nvPr>
            <p:ph type="pic" idx="2"/>
          </p:nvPr>
        </p:nvSpPr>
        <p:spPr>
          <a:xfrm>
            <a:off x="1295633" y="2078160"/>
            <a:ext cx="4458409" cy="1800225"/>
          </a:xfrm>
          <a:prstGeom prst="rect">
            <a:avLst/>
          </a:prstGeom>
          <a:solidFill>
            <a:srgbClr val="D8D8D8"/>
          </a:solidFill>
          <a:ln>
            <a:noFill/>
          </a:ln>
        </p:spPr>
      </p:sp>
      <p:sp>
        <p:nvSpPr>
          <p:cNvPr id="211" name="Google Shape;211;p186"/>
          <p:cNvSpPr>
            <a:spLocks noGrp="1"/>
          </p:cNvSpPr>
          <p:nvPr>
            <p:ph type="pic" idx="3"/>
          </p:nvPr>
        </p:nvSpPr>
        <p:spPr>
          <a:xfrm>
            <a:off x="6420125" y="2078160"/>
            <a:ext cx="4458409" cy="1800225"/>
          </a:xfrm>
          <a:prstGeom prst="rect">
            <a:avLst/>
          </a:prstGeom>
          <a:solidFill>
            <a:srgbClr val="D8D8D8"/>
          </a:solidFill>
          <a:ln>
            <a:noFill/>
          </a:ln>
        </p:spPr>
      </p:sp>
      <p:sp>
        <p:nvSpPr>
          <p:cNvPr id="212" name="Google Shape;212;p186"/>
          <p:cNvSpPr txBox="1">
            <a:spLocks noGrp="1"/>
          </p:cNvSpPr>
          <p:nvPr>
            <p:ph type="body" idx="1"/>
          </p:nvPr>
        </p:nvSpPr>
        <p:spPr>
          <a:xfrm>
            <a:off x="0" y="794684"/>
            <a:ext cx="5754688" cy="649288"/>
          </a:xfrm>
          <a:prstGeom prst="rect">
            <a:avLst/>
          </a:prstGeom>
          <a:noFill/>
          <a:ln>
            <a:noFill/>
          </a:ln>
        </p:spPr>
        <p:txBody>
          <a:bodyPr spcFirstLastPara="1" wrap="square" lIns="121875" tIns="60925" rIns="121875" bIns="60925" anchor="ctr" anchorCtr="0">
            <a:noAutofit/>
          </a:bodyPr>
          <a:lstStyle>
            <a:lvl1pPr marL="457200" lvl="0" indent="-228600" algn="r">
              <a:spcBef>
                <a:spcPts val="720"/>
              </a:spcBef>
              <a:spcAft>
                <a:spcPts val="0"/>
              </a:spcAft>
              <a:buClr>
                <a:schemeClr val="lt1"/>
              </a:buClr>
              <a:buSzPts val="3600"/>
              <a:buFont typeface="Open Sans"/>
              <a:buNone/>
              <a:defRPr sz="3600" b="0">
                <a:solidFill>
                  <a:schemeClr val="lt1"/>
                </a:solidFill>
                <a:latin typeface="Open Sans"/>
                <a:ea typeface="Open Sans"/>
                <a:cs typeface="Open Sans"/>
                <a:sym typeface="Open Sans"/>
              </a:defRPr>
            </a:lvl1pPr>
            <a:lvl2pPr marL="914400" lvl="1" indent="-228600" algn="l">
              <a:spcBef>
                <a:spcPts val="640"/>
              </a:spcBef>
              <a:spcAft>
                <a:spcPts val="0"/>
              </a:spcAft>
              <a:buClr>
                <a:schemeClr val="dk1"/>
              </a:buClr>
              <a:buSzPts val="3200"/>
              <a:buFont typeface="Open Sans"/>
              <a:buNone/>
              <a:defRPr>
                <a:latin typeface="Open Sans"/>
                <a:ea typeface="Open Sans"/>
                <a:cs typeface="Open Sans"/>
                <a:sym typeface="Open Sans"/>
              </a:defRPr>
            </a:lvl2pPr>
            <a:lvl3pPr marL="1371600" lvl="2" indent="-228600" algn="l">
              <a:spcBef>
                <a:spcPts val="480"/>
              </a:spcBef>
              <a:spcAft>
                <a:spcPts val="0"/>
              </a:spcAft>
              <a:buClr>
                <a:schemeClr val="dk1"/>
              </a:buClr>
              <a:buSzPts val="2400"/>
              <a:buFont typeface="Open Sans"/>
              <a:buNone/>
              <a:defRPr>
                <a:latin typeface="Open Sans"/>
                <a:ea typeface="Open Sans"/>
                <a:cs typeface="Open Sans"/>
                <a:sym typeface="Open Sans"/>
              </a:defRPr>
            </a:lvl3pPr>
            <a:lvl4pPr marL="1828800" lvl="3" indent="-228600" algn="l">
              <a:spcBef>
                <a:spcPts val="400"/>
              </a:spcBef>
              <a:spcAft>
                <a:spcPts val="0"/>
              </a:spcAft>
              <a:buClr>
                <a:schemeClr val="dk1"/>
              </a:buClr>
              <a:buSzPts val="2000"/>
              <a:buFont typeface="Open Sans"/>
              <a:buNone/>
              <a:defRPr>
                <a:latin typeface="Open Sans"/>
                <a:ea typeface="Open Sans"/>
                <a:cs typeface="Open Sans"/>
                <a:sym typeface="Open Sans"/>
              </a:defRPr>
            </a:lvl4pPr>
            <a:lvl5pPr marL="2286000" lvl="4" indent="-228600" algn="l">
              <a:spcBef>
                <a:spcPts val="400"/>
              </a:spcBef>
              <a:spcAft>
                <a:spcPts val="0"/>
              </a:spcAft>
              <a:buClr>
                <a:schemeClr val="dk1"/>
              </a:buClr>
              <a:buSzPts val="2000"/>
              <a:buFont typeface="Open Sans"/>
              <a:buNone/>
              <a:defRPr>
                <a:latin typeface="Open Sans"/>
                <a:ea typeface="Open Sans"/>
                <a:cs typeface="Open Sans"/>
                <a:sym typeface="Open Sans"/>
              </a:defRPr>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
        <p:nvSpPr>
          <p:cNvPr id="213" name="Google Shape;213;p186"/>
          <p:cNvSpPr txBox="1">
            <a:spLocks noGrp="1"/>
          </p:cNvSpPr>
          <p:nvPr>
            <p:ph type="body" idx="4"/>
          </p:nvPr>
        </p:nvSpPr>
        <p:spPr>
          <a:xfrm>
            <a:off x="1295633" y="4574194"/>
            <a:ext cx="4481513" cy="457910"/>
          </a:xfrm>
          <a:prstGeom prst="rect">
            <a:avLst/>
          </a:prstGeom>
          <a:noFill/>
          <a:ln>
            <a:noFill/>
          </a:ln>
        </p:spPr>
        <p:txBody>
          <a:bodyPr spcFirstLastPara="1" wrap="square" lIns="0" tIns="60925" rIns="0" bIns="60925" anchor="b" anchorCtr="0">
            <a:normAutofit/>
          </a:bodyPr>
          <a:lstStyle>
            <a:lvl1pPr marL="457200" lvl="0" indent="-228600" algn="l">
              <a:spcBef>
                <a:spcPts val="400"/>
              </a:spcBef>
              <a:spcAft>
                <a:spcPts val="0"/>
              </a:spcAft>
              <a:buClr>
                <a:schemeClr val="dk1"/>
              </a:buClr>
              <a:buSzPts val="2000"/>
              <a:buFont typeface="Open Sans"/>
              <a:buNone/>
              <a:defRPr sz="2000">
                <a:latin typeface="Open Sans"/>
                <a:ea typeface="Open Sans"/>
                <a:cs typeface="Open Sans"/>
                <a:sym typeface="Open Sans"/>
              </a:defRPr>
            </a:lvl1pPr>
            <a:lvl2pPr marL="914400" lvl="1" indent="-228600" algn="l">
              <a:spcBef>
                <a:spcPts val="640"/>
              </a:spcBef>
              <a:spcAft>
                <a:spcPts val="0"/>
              </a:spcAft>
              <a:buClr>
                <a:schemeClr val="dk1"/>
              </a:buClr>
              <a:buSzPts val="3200"/>
              <a:buFont typeface="Calibri"/>
              <a:buNone/>
              <a:defRPr/>
            </a:lvl2pPr>
            <a:lvl3pPr marL="1371600" lvl="2" indent="-228600" algn="l">
              <a:spcBef>
                <a:spcPts val="480"/>
              </a:spcBef>
              <a:spcAft>
                <a:spcPts val="0"/>
              </a:spcAft>
              <a:buClr>
                <a:schemeClr val="dk1"/>
              </a:buClr>
              <a:buSzPts val="2400"/>
              <a:buFont typeface="Calibri"/>
              <a:buNone/>
              <a:defRPr/>
            </a:lvl3pPr>
            <a:lvl4pPr marL="1828800" lvl="3" indent="-228600" algn="l">
              <a:spcBef>
                <a:spcPts val="400"/>
              </a:spcBef>
              <a:spcAft>
                <a:spcPts val="0"/>
              </a:spcAft>
              <a:buClr>
                <a:schemeClr val="dk1"/>
              </a:buClr>
              <a:buSzPts val="2000"/>
              <a:buFont typeface="Calibri"/>
              <a:buNone/>
              <a:defRPr/>
            </a:lvl4pPr>
            <a:lvl5pPr marL="2286000" lvl="4" indent="-228600" algn="l">
              <a:spcBef>
                <a:spcPts val="400"/>
              </a:spcBef>
              <a:spcAft>
                <a:spcPts val="0"/>
              </a:spcAft>
              <a:buClr>
                <a:schemeClr val="dk1"/>
              </a:buClr>
              <a:buSzPts val="2000"/>
              <a:buFont typeface="Calibri"/>
              <a:buNone/>
              <a:defRPr/>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
        <p:nvSpPr>
          <p:cNvPr id="214" name="Google Shape;214;p186"/>
          <p:cNvSpPr txBox="1">
            <a:spLocks noGrp="1"/>
          </p:cNvSpPr>
          <p:nvPr>
            <p:ph type="body" idx="5"/>
          </p:nvPr>
        </p:nvSpPr>
        <p:spPr>
          <a:xfrm>
            <a:off x="1295633" y="5108192"/>
            <a:ext cx="4481513" cy="835585"/>
          </a:xfrm>
          <a:prstGeom prst="rect">
            <a:avLst/>
          </a:prstGeom>
          <a:noFill/>
          <a:ln>
            <a:noFill/>
          </a:ln>
        </p:spPr>
        <p:txBody>
          <a:bodyPr spcFirstLastPara="1" wrap="square" lIns="0" tIns="60925" rIns="0" bIns="60925" anchor="t" anchorCtr="0">
            <a:normAutofit/>
          </a:bodyPr>
          <a:lstStyle>
            <a:lvl1pPr marL="457200" lvl="0" indent="-228600" algn="l">
              <a:spcBef>
                <a:spcPts val="320"/>
              </a:spcBef>
              <a:spcAft>
                <a:spcPts val="0"/>
              </a:spcAft>
              <a:buClr>
                <a:schemeClr val="dk1"/>
              </a:buClr>
              <a:buSzPts val="1600"/>
              <a:buFont typeface="Open Sans"/>
              <a:buNone/>
              <a:defRPr sz="1600">
                <a:latin typeface="Open Sans"/>
                <a:ea typeface="Open Sans"/>
                <a:cs typeface="Open Sans"/>
                <a:sym typeface="Open Sans"/>
              </a:defRPr>
            </a:lvl1pPr>
            <a:lvl2pPr marL="914400" lvl="1" indent="-228600" algn="l">
              <a:spcBef>
                <a:spcPts val="640"/>
              </a:spcBef>
              <a:spcAft>
                <a:spcPts val="0"/>
              </a:spcAft>
              <a:buClr>
                <a:schemeClr val="dk1"/>
              </a:buClr>
              <a:buSzPts val="3200"/>
              <a:buFont typeface="Calibri"/>
              <a:buNone/>
              <a:defRPr/>
            </a:lvl2pPr>
            <a:lvl3pPr marL="1371600" lvl="2" indent="-228600" algn="l">
              <a:spcBef>
                <a:spcPts val="480"/>
              </a:spcBef>
              <a:spcAft>
                <a:spcPts val="0"/>
              </a:spcAft>
              <a:buClr>
                <a:schemeClr val="dk1"/>
              </a:buClr>
              <a:buSzPts val="2400"/>
              <a:buFont typeface="Calibri"/>
              <a:buNone/>
              <a:defRPr/>
            </a:lvl3pPr>
            <a:lvl4pPr marL="1828800" lvl="3" indent="-228600" algn="l">
              <a:spcBef>
                <a:spcPts val="400"/>
              </a:spcBef>
              <a:spcAft>
                <a:spcPts val="0"/>
              </a:spcAft>
              <a:buClr>
                <a:schemeClr val="dk1"/>
              </a:buClr>
              <a:buSzPts val="2000"/>
              <a:buFont typeface="Calibri"/>
              <a:buNone/>
              <a:defRPr/>
            </a:lvl4pPr>
            <a:lvl5pPr marL="2286000" lvl="4" indent="-228600" algn="l">
              <a:spcBef>
                <a:spcPts val="400"/>
              </a:spcBef>
              <a:spcAft>
                <a:spcPts val="0"/>
              </a:spcAft>
              <a:buClr>
                <a:schemeClr val="dk1"/>
              </a:buClr>
              <a:buSzPts val="2000"/>
              <a:buFont typeface="Calibri"/>
              <a:buNone/>
              <a:defRPr/>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
        <p:nvSpPr>
          <p:cNvPr id="215" name="Google Shape;215;p186"/>
          <p:cNvSpPr txBox="1">
            <a:spLocks noGrp="1"/>
          </p:cNvSpPr>
          <p:nvPr>
            <p:ph type="body" idx="6"/>
          </p:nvPr>
        </p:nvSpPr>
        <p:spPr>
          <a:xfrm>
            <a:off x="6391740" y="4574194"/>
            <a:ext cx="4481513" cy="457910"/>
          </a:xfrm>
          <a:prstGeom prst="rect">
            <a:avLst/>
          </a:prstGeom>
          <a:noFill/>
          <a:ln>
            <a:noFill/>
          </a:ln>
        </p:spPr>
        <p:txBody>
          <a:bodyPr spcFirstLastPara="1" wrap="square" lIns="0" tIns="60925" rIns="0" bIns="60925" anchor="b" anchorCtr="0">
            <a:normAutofit/>
          </a:bodyPr>
          <a:lstStyle>
            <a:lvl1pPr marL="457200" lvl="0" indent="-228600" algn="l">
              <a:spcBef>
                <a:spcPts val="400"/>
              </a:spcBef>
              <a:spcAft>
                <a:spcPts val="0"/>
              </a:spcAft>
              <a:buClr>
                <a:schemeClr val="dk1"/>
              </a:buClr>
              <a:buSzPts val="2000"/>
              <a:buFont typeface="Open Sans"/>
              <a:buNone/>
              <a:defRPr sz="2000">
                <a:latin typeface="Open Sans"/>
                <a:ea typeface="Open Sans"/>
                <a:cs typeface="Open Sans"/>
                <a:sym typeface="Open Sans"/>
              </a:defRPr>
            </a:lvl1pPr>
            <a:lvl2pPr marL="914400" lvl="1" indent="-228600" algn="l">
              <a:spcBef>
                <a:spcPts val="640"/>
              </a:spcBef>
              <a:spcAft>
                <a:spcPts val="0"/>
              </a:spcAft>
              <a:buClr>
                <a:schemeClr val="dk1"/>
              </a:buClr>
              <a:buSzPts val="3200"/>
              <a:buFont typeface="Calibri"/>
              <a:buNone/>
              <a:defRPr/>
            </a:lvl2pPr>
            <a:lvl3pPr marL="1371600" lvl="2" indent="-228600" algn="l">
              <a:spcBef>
                <a:spcPts val="480"/>
              </a:spcBef>
              <a:spcAft>
                <a:spcPts val="0"/>
              </a:spcAft>
              <a:buClr>
                <a:schemeClr val="dk1"/>
              </a:buClr>
              <a:buSzPts val="2400"/>
              <a:buFont typeface="Calibri"/>
              <a:buNone/>
              <a:defRPr/>
            </a:lvl3pPr>
            <a:lvl4pPr marL="1828800" lvl="3" indent="-228600" algn="l">
              <a:spcBef>
                <a:spcPts val="400"/>
              </a:spcBef>
              <a:spcAft>
                <a:spcPts val="0"/>
              </a:spcAft>
              <a:buClr>
                <a:schemeClr val="dk1"/>
              </a:buClr>
              <a:buSzPts val="2000"/>
              <a:buFont typeface="Calibri"/>
              <a:buNone/>
              <a:defRPr/>
            </a:lvl4pPr>
            <a:lvl5pPr marL="2286000" lvl="4" indent="-228600" algn="l">
              <a:spcBef>
                <a:spcPts val="400"/>
              </a:spcBef>
              <a:spcAft>
                <a:spcPts val="0"/>
              </a:spcAft>
              <a:buClr>
                <a:schemeClr val="dk1"/>
              </a:buClr>
              <a:buSzPts val="2000"/>
              <a:buFont typeface="Calibri"/>
              <a:buNone/>
              <a:defRPr/>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
        <p:nvSpPr>
          <p:cNvPr id="216" name="Google Shape;216;p186"/>
          <p:cNvSpPr txBox="1">
            <a:spLocks noGrp="1"/>
          </p:cNvSpPr>
          <p:nvPr>
            <p:ph type="body" idx="7"/>
          </p:nvPr>
        </p:nvSpPr>
        <p:spPr>
          <a:xfrm>
            <a:off x="6391740" y="5108192"/>
            <a:ext cx="4481513" cy="835585"/>
          </a:xfrm>
          <a:prstGeom prst="rect">
            <a:avLst/>
          </a:prstGeom>
          <a:noFill/>
          <a:ln>
            <a:noFill/>
          </a:ln>
        </p:spPr>
        <p:txBody>
          <a:bodyPr spcFirstLastPara="1" wrap="square" lIns="0" tIns="60925" rIns="0" bIns="60925" anchor="t" anchorCtr="0">
            <a:normAutofit/>
          </a:bodyPr>
          <a:lstStyle>
            <a:lvl1pPr marL="457200" lvl="0" indent="-228600" algn="l">
              <a:spcBef>
                <a:spcPts val="320"/>
              </a:spcBef>
              <a:spcAft>
                <a:spcPts val="0"/>
              </a:spcAft>
              <a:buClr>
                <a:schemeClr val="dk1"/>
              </a:buClr>
              <a:buSzPts val="1600"/>
              <a:buFont typeface="Open Sans"/>
              <a:buNone/>
              <a:defRPr sz="1600">
                <a:latin typeface="Open Sans"/>
                <a:ea typeface="Open Sans"/>
                <a:cs typeface="Open Sans"/>
                <a:sym typeface="Open Sans"/>
              </a:defRPr>
            </a:lvl1pPr>
            <a:lvl2pPr marL="914400" lvl="1" indent="-228600" algn="l">
              <a:spcBef>
                <a:spcPts val="640"/>
              </a:spcBef>
              <a:spcAft>
                <a:spcPts val="0"/>
              </a:spcAft>
              <a:buClr>
                <a:schemeClr val="dk1"/>
              </a:buClr>
              <a:buSzPts val="3200"/>
              <a:buFont typeface="Calibri"/>
              <a:buNone/>
              <a:defRPr/>
            </a:lvl2pPr>
            <a:lvl3pPr marL="1371600" lvl="2" indent="-228600" algn="l">
              <a:spcBef>
                <a:spcPts val="480"/>
              </a:spcBef>
              <a:spcAft>
                <a:spcPts val="0"/>
              </a:spcAft>
              <a:buClr>
                <a:schemeClr val="dk1"/>
              </a:buClr>
              <a:buSzPts val="2400"/>
              <a:buFont typeface="Calibri"/>
              <a:buNone/>
              <a:defRPr/>
            </a:lvl3pPr>
            <a:lvl4pPr marL="1828800" lvl="3" indent="-228600" algn="l">
              <a:spcBef>
                <a:spcPts val="400"/>
              </a:spcBef>
              <a:spcAft>
                <a:spcPts val="0"/>
              </a:spcAft>
              <a:buClr>
                <a:schemeClr val="dk1"/>
              </a:buClr>
              <a:buSzPts val="2000"/>
              <a:buFont typeface="Calibri"/>
              <a:buNone/>
              <a:defRPr/>
            </a:lvl4pPr>
            <a:lvl5pPr marL="2286000" lvl="4" indent="-228600" algn="l">
              <a:spcBef>
                <a:spcPts val="400"/>
              </a:spcBef>
              <a:spcAft>
                <a:spcPts val="0"/>
              </a:spcAft>
              <a:buClr>
                <a:schemeClr val="dk1"/>
              </a:buClr>
              <a:buSzPts val="2000"/>
              <a:buFont typeface="Calibri"/>
              <a:buNone/>
              <a:defRPr/>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The Team">
  <p:cSld name="The Team">
    <p:spTree>
      <p:nvGrpSpPr>
        <p:cNvPr id="1" name="Shape 217"/>
        <p:cNvGrpSpPr/>
        <p:nvPr/>
      </p:nvGrpSpPr>
      <p:grpSpPr>
        <a:xfrm>
          <a:off x="0" y="0"/>
          <a:ext cx="0" cy="0"/>
          <a:chOff x="0" y="0"/>
          <a:chExt cx="0" cy="0"/>
        </a:xfrm>
      </p:grpSpPr>
      <p:sp>
        <p:nvSpPr>
          <p:cNvPr id="218" name="Google Shape;218;p187"/>
          <p:cNvSpPr/>
          <p:nvPr/>
        </p:nvSpPr>
        <p:spPr>
          <a:xfrm>
            <a:off x="-41943" y="0"/>
            <a:ext cx="4402929" cy="6858000"/>
          </a:xfrm>
          <a:prstGeom prst="rect">
            <a:avLst/>
          </a:prstGeom>
          <a:solidFill>
            <a:srgbClr val="D8D8D8"/>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Calibri"/>
              <a:ea typeface="Calibri"/>
              <a:cs typeface="Calibri"/>
              <a:sym typeface="Calibri"/>
            </a:endParaRPr>
          </a:p>
        </p:txBody>
      </p:sp>
      <p:sp>
        <p:nvSpPr>
          <p:cNvPr id="219" name="Google Shape;219;p187"/>
          <p:cNvSpPr txBox="1">
            <a:spLocks noGrp="1"/>
          </p:cNvSpPr>
          <p:nvPr>
            <p:ph type="dt" idx="10"/>
          </p:nvPr>
        </p:nvSpPr>
        <p:spPr>
          <a:xfrm>
            <a:off x="609441" y="6356351"/>
            <a:ext cx="2844059" cy="365125"/>
          </a:xfrm>
          <a:prstGeom prst="rect">
            <a:avLst/>
          </a:prstGeom>
          <a:noFill/>
          <a:ln>
            <a:noFill/>
          </a:ln>
        </p:spPr>
        <p:txBody>
          <a:bodyPr spcFirstLastPara="1" wrap="square" lIns="121875" tIns="60925" rIns="121875" bIns="60925"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20" name="Google Shape;220;p187"/>
          <p:cNvSpPr txBox="1">
            <a:spLocks noGrp="1"/>
          </p:cNvSpPr>
          <p:nvPr>
            <p:ph type="ftr" idx="11"/>
          </p:nvPr>
        </p:nvSpPr>
        <p:spPr>
          <a:xfrm>
            <a:off x="4164515" y="6356351"/>
            <a:ext cx="3859795" cy="365125"/>
          </a:xfrm>
          <a:prstGeom prst="rect">
            <a:avLst/>
          </a:prstGeom>
          <a:noFill/>
          <a:ln>
            <a:noFill/>
          </a:ln>
        </p:spPr>
        <p:txBody>
          <a:bodyPr spcFirstLastPara="1" wrap="square" lIns="121875" tIns="60925" rIns="121875" bIns="60925"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21" name="Google Shape;221;p187"/>
          <p:cNvSpPr txBox="1">
            <a:spLocks noGrp="1"/>
          </p:cNvSpPr>
          <p:nvPr>
            <p:ph type="sldNum" idx="12"/>
          </p:nvPr>
        </p:nvSpPr>
        <p:spPr>
          <a:xfrm>
            <a:off x="8731052" y="6356351"/>
            <a:ext cx="2844059" cy="365125"/>
          </a:xfrm>
          <a:prstGeom prst="rect">
            <a:avLst/>
          </a:prstGeom>
          <a:noFill/>
          <a:ln>
            <a:noFill/>
          </a:ln>
        </p:spPr>
        <p:txBody>
          <a:bodyPr spcFirstLastPara="1" wrap="square" lIns="121875" tIns="60925" rIns="121875" bIns="6092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
        <p:nvSpPr>
          <p:cNvPr id="222" name="Google Shape;222;p187"/>
          <p:cNvSpPr txBox="1">
            <a:spLocks noGrp="1"/>
          </p:cNvSpPr>
          <p:nvPr>
            <p:ph type="body" idx="1"/>
          </p:nvPr>
        </p:nvSpPr>
        <p:spPr>
          <a:xfrm>
            <a:off x="602805" y="1060150"/>
            <a:ext cx="3547750" cy="649288"/>
          </a:xfrm>
          <a:prstGeom prst="rect">
            <a:avLst/>
          </a:prstGeom>
          <a:noFill/>
          <a:ln>
            <a:noFill/>
          </a:ln>
        </p:spPr>
        <p:txBody>
          <a:bodyPr spcFirstLastPara="1" wrap="square" lIns="121875" tIns="60925" rIns="121875" bIns="60925" anchor="ctr" anchorCtr="0">
            <a:noAutofit/>
          </a:bodyPr>
          <a:lstStyle>
            <a:lvl1pPr marL="457200" lvl="0" indent="-228600" algn="r">
              <a:lnSpc>
                <a:spcPct val="80000"/>
              </a:lnSpc>
              <a:spcBef>
                <a:spcPts val="720"/>
              </a:spcBef>
              <a:spcAft>
                <a:spcPts val="0"/>
              </a:spcAft>
              <a:buClr>
                <a:schemeClr val="lt1"/>
              </a:buClr>
              <a:buSzPts val="3600"/>
              <a:buFont typeface="Open Sans"/>
              <a:buNone/>
              <a:defRPr sz="3600" b="0">
                <a:solidFill>
                  <a:schemeClr val="lt1"/>
                </a:solidFill>
                <a:latin typeface="Open Sans"/>
                <a:ea typeface="Open Sans"/>
                <a:cs typeface="Open Sans"/>
                <a:sym typeface="Open Sans"/>
              </a:defRPr>
            </a:lvl1pPr>
            <a:lvl2pPr marL="914400" lvl="1" indent="-228600" algn="l">
              <a:spcBef>
                <a:spcPts val="640"/>
              </a:spcBef>
              <a:spcAft>
                <a:spcPts val="0"/>
              </a:spcAft>
              <a:buClr>
                <a:schemeClr val="dk1"/>
              </a:buClr>
              <a:buSzPts val="3200"/>
              <a:buFont typeface="Open Sans"/>
              <a:buNone/>
              <a:defRPr>
                <a:latin typeface="Open Sans"/>
                <a:ea typeface="Open Sans"/>
                <a:cs typeface="Open Sans"/>
                <a:sym typeface="Open Sans"/>
              </a:defRPr>
            </a:lvl2pPr>
            <a:lvl3pPr marL="1371600" lvl="2" indent="-228600" algn="l">
              <a:spcBef>
                <a:spcPts val="480"/>
              </a:spcBef>
              <a:spcAft>
                <a:spcPts val="0"/>
              </a:spcAft>
              <a:buClr>
                <a:schemeClr val="dk1"/>
              </a:buClr>
              <a:buSzPts val="2400"/>
              <a:buFont typeface="Open Sans"/>
              <a:buNone/>
              <a:defRPr>
                <a:latin typeface="Open Sans"/>
                <a:ea typeface="Open Sans"/>
                <a:cs typeface="Open Sans"/>
                <a:sym typeface="Open Sans"/>
              </a:defRPr>
            </a:lvl3pPr>
            <a:lvl4pPr marL="1828800" lvl="3" indent="-228600" algn="l">
              <a:spcBef>
                <a:spcPts val="400"/>
              </a:spcBef>
              <a:spcAft>
                <a:spcPts val="0"/>
              </a:spcAft>
              <a:buClr>
                <a:schemeClr val="dk1"/>
              </a:buClr>
              <a:buSzPts val="2000"/>
              <a:buFont typeface="Open Sans"/>
              <a:buNone/>
              <a:defRPr>
                <a:latin typeface="Open Sans"/>
                <a:ea typeface="Open Sans"/>
                <a:cs typeface="Open Sans"/>
                <a:sym typeface="Open Sans"/>
              </a:defRPr>
            </a:lvl4pPr>
            <a:lvl5pPr marL="2286000" lvl="4" indent="-228600" algn="l">
              <a:spcBef>
                <a:spcPts val="400"/>
              </a:spcBef>
              <a:spcAft>
                <a:spcPts val="0"/>
              </a:spcAft>
              <a:buClr>
                <a:schemeClr val="dk1"/>
              </a:buClr>
              <a:buSzPts val="2000"/>
              <a:buFont typeface="Open Sans"/>
              <a:buNone/>
              <a:defRPr>
                <a:latin typeface="Open Sans"/>
                <a:ea typeface="Open Sans"/>
                <a:cs typeface="Open Sans"/>
                <a:sym typeface="Open Sans"/>
              </a:defRPr>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
        <p:nvSpPr>
          <p:cNvPr id="223" name="Google Shape;223;p187"/>
          <p:cNvSpPr>
            <a:spLocks noGrp="1"/>
          </p:cNvSpPr>
          <p:nvPr>
            <p:ph type="pic" idx="2"/>
          </p:nvPr>
        </p:nvSpPr>
        <p:spPr>
          <a:xfrm>
            <a:off x="4364494" y="2060843"/>
            <a:ext cx="1352103" cy="1352103"/>
          </a:xfrm>
          <a:prstGeom prst="rect">
            <a:avLst/>
          </a:prstGeom>
          <a:noFill/>
          <a:ln>
            <a:noFill/>
          </a:ln>
        </p:spPr>
      </p:sp>
      <p:sp>
        <p:nvSpPr>
          <p:cNvPr id="224" name="Google Shape;224;p187"/>
          <p:cNvSpPr>
            <a:spLocks noGrp="1"/>
          </p:cNvSpPr>
          <p:nvPr>
            <p:ph type="pic" idx="3"/>
          </p:nvPr>
        </p:nvSpPr>
        <p:spPr>
          <a:xfrm>
            <a:off x="5720105" y="2060843"/>
            <a:ext cx="1352103" cy="1352103"/>
          </a:xfrm>
          <a:prstGeom prst="rect">
            <a:avLst/>
          </a:prstGeom>
          <a:noFill/>
          <a:ln>
            <a:noFill/>
          </a:ln>
        </p:spPr>
      </p:sp>
      <p:sp>
        <p:nvSpPr>
          <p:cNvPr id="225" name="Google Shape;225;p187"/>
          <p:cNvSpPr>
            <a:spLocks noGrp="1"/>
          </p:cNvSpPr>
          <p:nvPr>
            <p:ph type="pic" idx="4"/>
          </p:nvPr>
        </p:nvSpPr>
        <p:spPr>
          <a:xfrm>
            <a:off x="8819301" y="724645"/>
            <a:ext cx="1352103" cy="1352103"/>
          </a:xfrm>
          <a:prstGeom prst="rect">
            <a:avLst/>
          </a:prstGeom>
          <a:noFill/>
          <a:ln>
            <a:noFill/>
          </a:ln>
        </p:spPr>
      </p:sp>
      <p:sp>
        <p:nvSpPr>
          <p:cNvPr id="226" name="Google Shape;226;p187"/>
          <p:cNvSpPr>
            <a:spLocks noGrp="1"/>
          </p:cNvSpPr>
          <p:nvPr>
            <p:ph type="pic" idx="5"/>
          </p:nvPr>
        </p:nvSpPr>
        <p:spPr>
          <a:xfrm>
            <a:off x="5722876" y="4760031"/>
            <a:ext cx="1352103" cy="1352103"/>
          </a:xfrm>
          <a:prstGeom prst="rect">
            <a:avLst/>
          </a:prstGeom>
          <a:noFill/>
          <a:ln>
            <a:noFill/>
          </a:ln>
        </p:spPr>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Company Profile">
  <p:cSld name="Company Profile">
    <p:spTree>
      <p:nvGrpSpPr>
        <p:cNvPr id="1" name="Shape 227"/>
        <p:cNvGrpSpPr/>
        <p:nvPr/>
      </p:nvGrpSpPr>
      <p:grpSpPr>
        <a:xfrm>
          <a:off x="0" y="0"/>
          <a:ext cx="0" cy="0"/>
          <a:chOff x="0" y="0"/>
          <a:chExt cx="0" cy="0"/>
        </a:xfrm>
      </p:grpSpPr>
      <p:sp>
        <p:nvSpPr>
          <p:cNvPr id="228" name="Google Shape;228;p188"/>
          <p:cNvSpPr txBox="1">
            <a:spLocks noGrp="1"/>
          </p:cNvSpPr>
          <p:nvPr>
            <p:ph type="dt" idx="10"/>
          </p:nvPr>
        </p:nvSpPr>
        <p:spPr>
          <a:xfrm>
            <a:off x="609441" y="6356351"/>
            <a:ext cx="2844059" cy="365125"/>
          </a:xfrm>
          <a:prstGeom prst="rect">
            <a:avLst/>
          </a:prstGeom>
          <a:noFill/>
          <a:ln>
            <a:noFill/>
          </a:ln>
        </p:spPr>
        <p:txBody>
          <a:bodyPr spcFirstLastPara="1" wrap="square" lIns="121875" tIns="60925" rIns="121875" bIns="60925"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29" name="Google Shape;229;p188"/>
          <p:cNvSpPr txBox="1">
            <a:spLocks noGrp="1"/>
          </p:cNvSpPr>
          <p:nvPr>
            <p:ph type="ftr" idx="11"/>
          </p:nvPr>
        </p:nvSpPr>
        <p:spPr>
          <a:xfrm>
            <a:off x="4164515" y="6356351"/>
            <a:ext cx="3859795" cy="365125"/>
          </a:xfrm>
          <a:prstGeom prst="rect">
            <a:avLst/>
          </a:prstGeom>
          <a:noFill/>
          <a:ln>
            <a:noFill/>
          </a:ln>
        </p:spPr>
        <p:txBody>
          <a:bodyPr spcFirstLastPara="1" wrap="square" lIns="121875" tIns="60925" rIns="121875" bIns="60925"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30" name="Google Shape;230;p188"/>
          <p:cNvSpPr txBox="1">
            <a:spLocks noGrp="1"/>
          </p:cNvSpPr>
          <p:nvPr>
            <p:ph type="sldNum" idx="12"/>
          </p:nvPr>
        </p:nvSpPr>
        <p:spPr>
          <a:xfrm>
            <a:off x="8731052" y="6356351"/>
            <a:ext cx="2844059" cy="365125"/>
          </a:xfrm>
          <a:prstGeom prst="rect">
            <a:avLst/>
          </a:prstGeom>
          <a:noFill/>
          <a:ln>
            <a:noFill/>
          </a:ln>
        </p:spPr>
        <p:txBody>
          <a:bodyPr spcFirstLastPara="1" wrap="square" lIns="121875" tIns="60925" rIns="121875" bIns="6092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
        <p:nvSpPr>
          <p:cNvPr id="231" name="Google Shape;231;p188"/>
          <p:cNvSpPr/>
          <p:nvPr/>
        </p:nvSpPr>
        <p:spPr>
          <a:xfrm>
            <a:off x="1" y="708746"/>
            <a:ext cx="4942284" cy="821288"/>
          </a:xfrm>
          <a:prstGeom prst="rect">
            <a:avLst/>
          </a:prstGeom>
          <a:solidFill>
            <a:schemeClr val="accent3"/>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Calibri"/>
              <a:ea typeface="Calibri"/>
              <a:cs typeface="Calibri"/>
              <a:sym typeface="Calibri"/>
            </a:endParaRPr>
          </a:p>
        </p:txBody>
      </p:sp>
      <p:sp>
        <p:nvSpPr>
          <p:cNvPr id="232" name="Google Shape;232;p188"/>
          <p:cNvSpPr txBox="1">
            <a:spLocks noGrp="1"/>
          </p:cNvSpPr>
          <p:nvPr>
            <p:ph type="body" idx="1"/>
          </p:nvPr>
        </p:nvSpPr>
        <p:spPr>
          <a:xfrm>
            <a:off x="0" y="794684"/>
            <a:ext cx="4726260" cy="649288"/>
          </a:xfrm>
          <a:prstGeom prst="rect">
            <a:avLst/>
          </a:prstGeom>
          <a:noFill/>
          <a:ln>
            <a:noFill/>
          </a:ln>
        </p:spPr>
        <p:txBody>
          <a:bodyPr spcFirstLastPara="1" wrap="square" lIns="121875" tIns="60925" rIns="121875" bIns="60925" anchor="ctr" anchorCtr="0">
            <a:noAutofit/>
          </a:bodyPr>
          <a:lstStyle>
            <a:lvl1pPr marL="457200" lvl="0" indent="-228600" algn="r">
              <a:spcBef>
                <a:spcPts val="720"/>
              </a:spcBef>
              <a:spcAft>
                <a:spcPts val="0"/>
              </a:spcAft>
              <a:buClr>
                <a:schemeClr val="lt1"/>
              </a:buClr>
              <a:buSzPts val="3600"/>
              <a:buFont typeface="Open Sans"/>
              <a:buNone/>
              <a:defRPr sz="3600" b="0">
                <a:solidFill>
                  <a:schemeClr val="lt1"/>
                </a:solidFill>
                <a:latin typeface="Open Sans"/>
                <a:ea typeface="Open Sans"/>
                <a:cs typeface="Open Sans"/>
                <a:sym typeface="Open Sans"/>
              </a:defRPr>
            </a:lvl1pPr>
            <a:lvl2pPr marL="914400" lvl="1" indent="-228600" algn="l">
              <a:spcBef>
                <a:spcPts val="640"/>
              </a:spcBef>
              <a:spcAft>
                <a:spcPts val="0"/>
              </a:spcAft>
              <a:buClr>
                <a:schemeClr val="dk1"/>
              </a:buClr>
              <a:buSzPts val="3200"/>
              <a:buFont typeface="Open Sans"/>
              <a:buNone/>
              <a:defRPr>
                <a:latin typeface="Open Sans"/>
                <a:ea typeface="Open Sans"/>
                <a:cs typeface="Open Sans"/>
                <a:sym typeface="Open Sans"/>
              </a:defRPr>
            </a:lvl2pPr>
            <a:lvl3pPr marL="1371600" lvl="2" indent="-228600" algn="l">
              <a:spcBef>
                <a:spcPts val="480"/>
              </a:spcBef>
              <a:spcAft>
                <a:spcPts val="0"/>
              </a:spcAft>
              <a:buClr>
                <a:schemeClr val="dk1"/>
              </a:buClr>
              <a:buSzPts val="2400"/>
              <a:buFont typeface="Open Sans"/>
              <a:buNone/>
              <a:defRPr>
                <a:latin typeface="Open Sans"/>
                <a:ea typeface="Open Sans"/>
                <a:cs typeface="Open Sans"/>
                <a:sym typeface="Open Sans"/>
              </a:defRPr>
            </a:lvl3pPr>
            <a:lvl4pPr marL="1828800" lvl="3" indent="-228600" algn="l">
              <a:spcBef>
                <a:spcPts val="400"/>
              </a:spcBef>
              <a:spcAft>
                <a:spcPts val="0"/>
              </a:spcAft>
              <a:buClr>
                <a:schemeClr val="dk1"/>
              </a:buClr>
              <a:buSzPts val="2000"/>
              <a:buFont typeface="Open Sans"/>
              <a:buNone/>
              <a:defRPr>
                <a:latin typeface="Open Sans"/>
                <a:ea typeface="Open Sans"/>
                <a:cs typeface="Open Sans"/>
                <a:sym typeface="Open Sans"/>
              </a:defRPr>
            </a:lvl4pPr>
            <a:lvl5pPr marL="2286000" lvl="4" indent="-228600" algn="l">
              <a:spcBef>
                <a:spcPts val="400"/>
              </a:spcBef>
              <a:spcAft>
                <a:spcPts val="0"/>
              </a:spcAft>
              <a:buClr>
                <a:schemeClr val="dk1"/>
              </a:buClr>
              <a:buSzPts val="2000"/>
              <a:buFont typeface="Open Sans"/>
              <a:buNone/>
              <a:defRPr>
                <a:latin typeface="Open Sans"/>
                <a:ea typeface="Open Sans"/>
                <a:cs typeface="Open Sans"/>
                <a:sym typeface="Open Sans"/>
              </a:defRPr>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
        <p:nvSpPr>
          <p:cNvPr id="233" name="Google Shape;233;p188"/>
          <p:cNvSpPr>
            <a:spLocks noGrp="1"/>
          </p:cNvSpPr>
          <p:nvPr>
            <p:ph type="pic" idx="2"/>
          </p:nvPr>
        </p:nvSpPr>
        <p:spPr>
          <a:xfrm>
            <a:off x="0" y="1529910"/>
            <a:ext cx="4942284" cy="3411257"/>
          </a:xfrm>
          <a:prstGeom prst="rect">
            <a:avLst/>
          </a:prstGeom>
          <a:noFill/>
          <a:ln>
            <a:noFill/>
          </a:ln>
        </p:spPr>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Project Two Column">
  <p:cSld name="Project Two Column">
    <p:spTree>
      <p:nvGrpSpPr>
        <p:cNvPr id="1" name="Shape 234"/>
        <p:cNvGrpSpPr/>
        <p:nvPr/>
      </p:nvGrpSpPr>
      <p:grpSpPr>
        <a:xfrm>
          <a:off x="0" y="0"/>
          <a:ext cx="0" cy="0"/>
          <a:chOff x="0" y="0"/>
          <a:chExt cx="0" cy="0"/>
        </a:xfrm>
      </p:grpSpPr>
      <p:sp>
        <p:nvSpPr>
          <p:cNvPr id="235" name="Google Shape;235;p189"/>
          <p:cNvSpPr txBox="1">
            <a:spLocks noGrp="1"/>
          </p:cNvSpPr>
          <p:nvPr>
            <p:ph type="dt" idx="10"/>
          </p:nvPr>
        </p:nvSpPr>
        <p:spPr>
          <a:xfrm>
            <a:off x="609441" y="6356351"/>
            <a:ext cx="2844059" cy="365125"/>
          </a:xfrm>
          <a:prstGeom prst="rect">
            <a:avLst/>
          </a:prstGeom>
          <a:noFill/>
          <a:ln>
            <a:noFill/>
          </a:ln>
        </p:spPr>
        <p:txBody>
          <a:bodyPr spcFirstLastPara="1" wrap="square" lIns="121875" tIns="60925" rIns="121875" bIns="60925"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36" name="Google Shape;236;p189"/>
          <p:cNvSpPr txBox="1">
            <a:spLocks noGrp="1"/>
          </p:cNvSpPr>
          <p:nvPr>
            <p:ph type="ftr" idx="11"/>
          </p:nvPr>
        </p:nvSpPr>
        <p:spPr>
          <a:xfrm>
            <a:off x="4164515" y="6356351"/>
            <a:ext cx="3859795" cy="365125"/>
          </a:xfrm>
          <a:prstGeom prst="rect">
            <a:avLst/>
          </a:prstGeom>
          <a:noFill/>
          <a:ln>
            <a:noFill/>
          </a:ln>
        </p:spPr>
        <p:txBody>
          <a:bodyPr spcFirstLastPara="1" wrap="square" lIns="121875" tIns="60925" rIns="121875" bIns="60925"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37" name="Google Shape;237;p189"/>
          <p:cNvSpPr txBox="1">
            <a:spLocks noGrp="1"/>
          </p:cNvSpPr>
          <p:nvPr>
            <p:ph type="sldNum" idx="12"/>
          </p:nvPr>
        </p:nvSpPr>
        <p:spPr>
          <a:xfrm>
            <a:off x="8731052" y="6356351"/>
            <a:ext cx="2844059" cy="365125"/>
          </a:xfrm>
          <a:prstGeom prst="rect">
            <a:avLst/>
          </a:prstGeom>
          <a:noFill/>
          <a:ln>
            <a:noFill/>
          </a:ln>
        </p:spPr>
        <p:txBody>
          <a:bodyPr spcFirstLastPara="1" wrap="square" lIns="121875" tIns="60925" rIns="121875" bIns="6092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
        <p:nvSpPr>
          <p:cNvPr id="238" name="Google Shape;238;p189"/>
          <p:cNvSpPr/>
          <p:nvPr/>
        </p:nvSpPr>
        <p:spPr>
          <a:xfrm>
            <a:off x="1" y="708746"/>
            <a:ext cx="4942284" cy="821288"/>
          </a:xfrm>
          <a:prstGeom prst="rect">
            <a:avLst/>
          </a:prstGeom>
          <a:solidFill>
            <a:schemeClr val="accent1"/>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Calibri"/>
              <a:ea typeface="Calibri"/>
              <a:cs typeface="Calibri"/>
              <a:sym typeface="Calibri"/>
            </a:endParaRPr>
          </a:p>
        </p:txBody>
      </p:sp>
      <p:sp>
        <p:nvSpPr>
          <p:cNvPr id="239" name="Google Shape;239;p189"/>
          <p:cNvSpPr txBox="1">
            <a:spLocks noGrp="1"/>
          </p:cNvSpPr>
          <p:nvPr>
            <p:ph type="body" idx="1"/>
          </p:nvPr>
        </p:nvSpPr>
        <p:spPr>
          <a:xfrm>
            <a:off x="0" y="794684"/>
            <a:ext cx="4726260" cy="649288"/>
          </a:xfrm>
          <a:prstGeom prst="rect">
            <a:avLst/>
          </a:prstGeom>
          <a:noFill/>
          <a:ln>
            <a:noFill/>
          </a:ln>
        </p:spPr>
        <p:txBody>
          <a:bodyPr spcFirstLastPara="1" wrap="square" lIns="121875" tIns="60925" rIns="121875" bIns="60925" anchor="ctr" anchorCtr="0">
            <a:noAutofit/>
          </a:bodyPr>
          <a:lstStyle>
            <a:lvl1pPr marL="457200" lvl="0" indent="-228600" algn="r">
              <a:spcBef>
                <a:spcPts val="720"/>
              </a:spcBef>
              <a:spcAft>
                <a:spcPts val="0"/>
              </a:spcAft>
              <a:buClr>
                <a:schemeClr val="lt1"/>
              </a:buClr>
              <a:buSzPts val="3600"/>
              <a:buFont typeface="Open Sans"/>
              <a:buNone/>
              <a:defRPr sz="3600" b="0">
                <a:solidFill>
                  <a:schemeClr val="lt1"/>
                </a:solidFill>
                <a:latin typeface="Open Sans"/>
                <a:ea typeface="Open Sans"/>
                <a:cs typeface="Open Sans"/>
                <a:sym typeface="Open Sans"/>
              </a:defRPr>
            </a:lvl1pPr>
            <a:lvl2pPr marL="914400" lvl="1" indent="-228600" algn="l">
              <a:spcBef>
                <a:spcPts val="640"/>
              </a:spcBef>
              <a:spcAft>
                <a:spcPts val="0"/>
              </a:spcAft>
              <a:buClr>
                <a:schemeClr val="dk1"/>
              </a:buClr>
              <a:buSzPts val="3200"/>
              <a:buFont typeface="Open Sans"/>
              <a:buNone/>
              <a:defRPr>
                <a:latin typeface="Open Sans"/>
                <a:ea typeface="Open Sans"/>
                <a:cs typeface="Open Sans"/>
                <a:sym typeface="Open Sans"/>
              </a:defRPr>
            </a:lvl2pPr>
            <a:lvl3pPr marL="1371600" lvl="2" indent="-228600" algn="l">
              <a:spcBef>
                <a:spcPts val="480"/>
              </a:spcBef>
              <a:spcAft>
                <a:spcPts val="0"/>
              </a:spcAft>
              <a:buClr>
                <a:schemeClr val="dk1"/>
              </a:buClr>
              <a:buSzPts val="2400"/>
              <a:buFont typeface="Open Sans"/>
              <a:buNone/>
              <a:defRPr>
                <a:latin typeface="Open Sans"/>
                <a:ea typeface="Open Sans"/>
                <a:cs typeface="Open Sans"/>
                <a:sym typeface="Open Sans"/>
              </a:defRPr>
            </a:lvl3pPr>
            <a:lvl4pPr marL="1828800" lvl="3" indent="-228600" algn="l">
              <a:spcBef>
                <a:spcPts val="400"/>
              </a:spcBef>
              <a:spcAft>
                <a:spcPts val="0"/>
              </a:spcAft>
              <a:buClr>
                <a:schemeClr val="dk1"/>
              </a:buClr>
              <a:buSzPts val="2000"/>
              <a:buFont typeface="Open Sans"/>
              <a:buNone/>
              <a:defRPr>
                <a:latin typeface="Open Sans"/>
                <a:ea typeface="Open Sans"/>
                <a:cs typeface="Open Sans"/>
                <a:sym typeface="Open Sans"/>
              </a:defRPr>
            </a:lvl4pPr>
            <a:lvl5pPr marL="2286000" lvl="4" indent="-228600" algn="l">
              <a:spcBef>
                <a:spcPts val="400"/>
              </a:spcBef>
              <a:spcAft>
                <a:spcPts val="0"/>
              </a:spcAft>
              <a:buClr>
                <a:schemeClr val="dk1"/>
              </a:buClr>
              <a:buSzPts val="2000"/>
              <a:buFont typeface="Open Sans"/>
              <a:buNone/>
              <a:defRPr>
                <a:latin typeface="Open Sans"/>
                <a:ea typeface="Open Sans"/>
                <a:cs typeface="Open Sans"/>
                <a:sym typeface="Open Sans"/>
              </a:defRPr>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
        <p:nvSpPr>
          <p:cNvPr id="240" name="Google Shape;240;p189"/>
          <p:cNvSpPr>
            <a:spLocks noGrp="1"/>
          </p:cNvSpPr>
          <p:nvPr>
            <p:ph type="pic" idx="2"/>
          </p:nvPr>
        </p:nvSpPr>
        <p:spPr>
          <a:xfrm>
            <a:off x="609599" y="1529909"/>
            <a:ext cx="5439509" cy="4419363"/>
          </a:xfrm>
          <a:prstGeom prst="rect">
            <a:avLst/>
          </a:prstGeom>
          <a:noFill/>
          <a:ln>
            <a:noFill/>
          </a:ln>
        </p:spPr>
      </p:sp>
      <p:sp>
        <p:nvSpPr>
          <p:cNvPr id="241" name="Google Shape;241;p189"/>
          <p:cNvSpPr>
            <a:spLocks noGrp="1"/>
          </p:cNvSpPr>
          <p:nvPr>
            <p:ph type="pic" idx="3"/>
          </p:nvPr>
        </p:nvSpPr>
        <p:spPr>
          <a:xfrm>
            <a:off x="6131169" y="1529909"/>
            <a:ext cx="5439509" cy="4419363"/>
          </a:xfrm>
          <a:prstGeom prst="rect">
            <a:avLst/>
          </a:prstGeom>
          <a:noFill/>
          <a:ln>
            <a:noFill/>
          </a:ln>
        </p:spPr>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Our Appraoch">
  <p:cSld name="Our Appraoch">
    <p:spTree>
      <p:nvGrpSpPr>
        <p:cNvPr id="1" name="Shape 242"/>
        <p:cNvGrpSpPr/>
        <p:nvPr/>
      </p:nvGrpSpPr>
      <p:grpSpPr>
        <a:xfrm>
          <a:off x="0" y="0"/>
          <a:ext cx="0" cy="0"/>
          <a:chOff x="0" y="0"/>
          <a:chExt cx="0" cy="0"/>
        </a:xfrm>
      </p:grpSpPr>
      <p:sp>
        <p:nvSpPr>
          <p:cNvPr id="243" name="Google Shape;243;p190"/>
          <p:cNvSpPr txBox="1">
            <a:spLocks noGrp="1"/>
          </p:cNvSpPr>
          <p:nvPr>
            <p:ph type="dt" idx="10"/>
          </p:nvPr>
        </p:nvSpPr>
        <p:spPr>
          <a:xfrm>
            <a:off x="609441" y="6356351"/>
            <a:ext cx="2844059" cy="365125"/>
          </a:xfrm>
          <a:prstGeom prst="rect">
            <a:avLst/>
          </a:prstGeom>
          <a:noFill/>
          <a:ln>
            <a:noFill/>
          </a:ln>
        </p:spPr>
        <p:txBody>
          <a:bodyPr spcFirstLastPara="1" wrap="square" lIns="121875" tIns="60925" rIns="121875" bIns="60925"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44" name="Google Shape;244;p190"/>
          <p:cNvSpPr txBox="1">
            <a:spLocks noGrp="1"/>
          </p:cNvSpPr>
          <p:nvPr>
            <p:ph type="ftr" idx="11"/>
          </p:nvPr>
        </p:nvSpPr>
        <p:spPr>
          <a:xfrm>
            <a:off x="4164515" y="6356351"/>
            <a:ext cx="3859795" cy="365125"/>
          </a:xfrm>
          <a:prstGeom prst="rect">
            <a:avLst/>
          </a:prstGeom>
          <a:noFill/>
          <a:ln>
            <a:noFill/>
          </a:ln>
        </p:spPr>
        <p:txBody>
          <a:bodyPr spcFirstLastPara="1" wrap="square" lIns="121875" tIns="60925" rIns="121875" bIns="60925"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45" name="Google Shape;245;p190"/>
          <p:cNvSpPr txBox="1">
            <a:spLocks noGrp="1"/>
          </p:cNvSpPr>
          <p:nvPr>
            <p:ph type="sldNum" idx="12"/>
          </p:nvPr>
        </p:nvSpPr>
        <p:spPr>
          <a:xfrm>
            <a:off x="8731052" y="6356351"/>
            <a:ext cx="2844059" cy="365125"/>
          </a:xfrm>
          <a:prstGeom prst="rect">
            <a:avLst/>
          </a:prstGeom>
          <a:noFill/>
          <a:ln>
            <a:noFill/>
          </a:ln>
        </p:spPr>
        <p:txBody>
          <a:bodyPr spcFirstLastPara="1" wrap="square" lIns="121875" tIns="60925" rIns="121875" bIns="6092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
        <p:nvSpPr>
          <p:cNvPr id="246" name="Google Shape;246;p190"/>
          <p:cNvSpPr/>
          <p:nvPr/>
        </p:nvSpPr>
        <p:spPr>
          <a:xfrm>
            <a:off x="1" y="708746"/>
            <a:ext cx="4942284" cy="821288"/>
          </a:xfrm>
          <a:prstGeom prst="rect">
            <a:avLst/>
          </a:prstGeom>
          <a:solidFill>
            <a:schemeClr val="accent2"/>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Calibri"/>
              <a:ea typeface="Calibri"/>
              <a:cs typeface="Calibri"/>
              <a:sym typeface="Calibri"/>
            </a:endParaRPr>
          </a:p>
        </p:txBody>
      </p:sp>
      <p:sp>
        <p:nvSpPr>
          <p:cNvPr id="247" name="Google Shape;247;p190"/>
          <p:cNvSpPr txBox="1">
            <a:spLocks noGrp="1"/>
          </p:cNvSpPr>
          <p:nvPr>
            <p:ph type="body" idx="1"/>
          </p:nvPr>
        </p:nvSpPr>
        <p:spPr>
          <a:xfrm>
            <a:off x="0" y="794684"/>
            <a:ext cx="4726260" cy="649288"/>
          </a:xfrm>
          <a:prstGeom prst="rect">
            <a:avLst/>
          </a:prstGeom>
          <a:noFill/>
          <a:ln>
            <a:noFill/>
          </a:ln>
        </p:spPr>
        <p:txBody>
          <a:bodyPr spcFirstLastPara="1" wrap="square" lIns="121875" tIns="60925" rIns="121875" bIns="60925" anchor="ctr" anchorCtr="0">
            <a:noAutofit/>
          </a:bodyPr>
          <a:lstStyle>
            <a:lvl1pPr marL="457200" lvl="0" indent="-228600" algn="r">
              <a:spcBef>
                <a:spcPts val="720"/>
              </a:spcBef>
              <a:spcAft>
                <a:spcPts val="0"/>
              </a:spcAft>
              <a:buClr>
                <a:schemeClr val="lt1"/>
              </a:buClr>
              <a:buSzPts val="3600"/>
              <a:buFont typeface="Open Sans"/>
              <a:buNone/>
              <a:defRPr sz="3600" b="0">
                <a:solidFill>
                  <a:schemeClr val="lt1"/>
                </a:solidFill>
                <a:latin typeface="Open Sans"/>
                <a:ea typeface="Open Sans"/>
                <a:cs typeface="Open Sans"/>
                <a:sym typeface="Open Sans"/>
              </a:defRPr>
            </a:lvl1pPr>
            <a:lvl2pPr marL="914400" lvl="1" indent="-228600" algn="l">
              <a:spcBef>
                <a:spcPts val="640"/>
              </a:spcBef>
              <a:spcAft>
                <a:spcPts val="0"/>
              </a:spcAft>
              <a:buClr>
                <a:schemeClr val="dk1"/>
              </a:buClr>
              <a:buSzPts val="3200"/>
              <a:buFont typeface="Open Sans"/>
              <a:buNone/>
              <a:defRPr>
                <a:latin typeface="Open Sans"/>
                <a:ea typeface="Open Sans"/>
                <a:cs typeface="Open Sans"/>
                <a:sym typeface="Open Sans"/>
              </a:defRPr>
            </a:lvl2pPr>
            <a:lvl3pPr marL="1371600" lvl="2" indent="-228600" algn="l">
              <a:spcBef>
                <a:spcPts val="480"/>
              </a:spcBef>
              <a:spcAft>
                <a:spcPts val="0"/>
              </a:spcAft>
              <a:buClr>
                <a:schemeClr val="dk1"/>
              </a:buClr>
              <a:buSzPts val="2400"/>
              <a:buFont typeface="Open Sans"/>
              <a:buNone/>
              <a:defRPr>
                <a:latin typeface="Open Sans"/>
                <a:ea typeface="Open Sans"/>
                <a:cs typeface="Open Sans"/>
                <a:sym typeface="Open Sans"/>
              </a:defRPr>
            </a:lvl3pPr>
            <a:lvl4pPr marL="1828800" lvl="3" indent="-228600" algn="l">
              <a:spcBef>
                <a:spcPts val="400"/>
              </a:spcBef>
              <a:spcAft>
                <a:spcPts val="0"/>
              </a:spcAft>
              <a:buClr>
                <a:schemeClr val="dk1"/>
              </a:buClr>
              <a:buSzPts val="2000"/>
              <a:buFont typeface="Open Sans"/>
              <a:buNone/>
              <a:defRPr>
                <a:latin typeface="Open Sans"/>
                <a:ea typeface="Open Sans"/>
                <a:cs typeface="Open Sans"/>
                <a:sym typeface="Open Sans"/>
              </a:defRPr>
            </a:lvl4pPr>
            <a:lvl5pPr marL="2286000" lvl="4" indent="-228600" algn="l">
              <a:spcBef>
                <a:spcPts val="400"/>
              </a:spcBef>
              <a:spcAft>
                <a:spcPts val="0"/>
              </a:spcAft>
              <a:buClr>
                <a:schemeClr val="dk1"/>
              </a:buClr>
              <a:buSzPts val="2000"/>
              <a:buFont typeface="Open Sans"/>
              <a:buNone/>
              <a:defRPr>
                <a:latin typeface="Open Sans"/>
                <a:ea typeface="Open Sans"/>
                <a:cs typeface="Open Sans"/>
                <a:sym typeface="Open Sans"/>
              </a:defRPr>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
        <p:nvSpPr>
          <p:cNvPr id="248" name="Google Shape;248;p190"/>
          <p:cNvSpPr>
            <a:spLocks noGrp="1"/>
          </p:cNvSpPr>
          <p:nvPr>
            <p:ph type="pic" idx="2"/>
          </p:nvPr>
        </p:nvSpPr>
        <p:spPr>
          <a:xfrm>
            <a:off x="609599" y="1529909"/>
            <a:ext cx="10961079" cy="2475155"/>
          </a:xfrm>
          <a:prstGeom prst="rect">
            <a:avLst/>
          </a:prstGeom>
          <a:noFill/>
          <a:ln>
            <a:noFill/>
          </a:ln>
        </p:spPr>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Project Tree Column">
  <p:cSld name="Project Tree Column">
    <p:spTree>
      <p:nvGrpSpPr>
        <p:cNvPr id="1" name="Shape 249"/>
        <p:cNvGrpSpPr/>
        <p:nvPr/>
      </p:nvGrpSpPr>
      <p:grpSpPr>
        <a:xfrm>
          <a:off x="0" y="0"/>
          <a:ext cx="0" cy="0"/>
          <a:chOff x="0" y="0"/>
          <a:chExt cx="0" cy="0"/>
        </a:xfrm>
      </p:grpSpPr>
      <p:sp>
        <p:nvSpPr>
          <p:cNvPr id="250" name="Google Shape;250;p191"/>
          <p:cNvSpPr txBox="1">
            <a:spLocks noGrp="1"/>
          </p:cNvSpPr>
          <p:nvPr>
            <p:ph type="dt" idx="10"/>
          </p:nvPr>
        </p:nvSpPr>
        <p:spPr>
          <a:xfrm>
            <a:off x="609441" y="6356351"/>
            <a:ext cx="2844059" cy="365125"/>
          </a:xfrm>
          <a:prstGeom prst="rect">
            <a:avLst/>
          </a:prstGeom>
          <a:noFill/>
          <a:ln>
            <a:noFill/>
          </a:ln>
        </p:spPr>
        <p:txBody>
          <a:bodyPr spcFirstLastPara="1" wrap="square" lIns="121875" tIns="60925" rIns="121875" bIns="60925"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51" name="Google Shape;251;p191"/>
          <p:cNvSpPr txBox="1">
            <a:spLocks noGrp="1"/>
          </p:cNvSpPr>
          <p:nvPr>
            <p:ph type="ftr" idx="11"/>
          </p:nvPr>
        </p:nvSpPr>
        <p:spPr>
          <a:xfrm>
            <a:off x="4164515" y="6356351"/>
            <a:ext cx="3859795" cy="365125"/>
          </a:xfrm>
          <a:prstGeom prst="rect">
            <a:avLst/>
          </a:prstGeom>
          <a:noFill/>
          <a:ln>
            <a:noFill/>
          </a:ln>
        </p:spPr>
        <p:txBody>
          <a:bodyPr spcFirstLastPara="1" wrap="square" lIns="121875" tIns="60925" rIns="121875" bIns="60925"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52" name="Google Shape;252;p191"/>
          <p:cNvSpPr txBox="1">
            <a:spLocks noGrp="1"/>
          </p:cNvSpPr>
          <p:nvPr>
            <p:ph type="sldNum" idx="12"/>
          </p:nvPr>
        </p:nvSpPr>
        <p:spPr>
          <a:xfrm>
            <a:off x="8731052" y="6356351"/>
            <a:ext cx="2844059" cy="365125"/>
          </a:xfrm>
          <a:prstGeom prst="rect">
            <a:avLst/>
          </a:prstGeom>
          <a:noFill/>
          <a:ln>
            <a:noFill/>
          </a:ln>
        </p:spPr>
        <p:txBody>
          <a:bodyPr spcFirstLastPara="1" wrap="square" lIns="121875" tIns="60925" rIns="121875" bIns="6092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
        <p:nvSpPr>
          <p:cNvPr id="253" name="Google Shape;253;p191"/>
          <p:cNvSpPr/>
          <p:nvPr/>
        </p:nvSpPr>
        <p:spPr>
          <a:xfrm>
            <a:off x="1" y="708746"/>
            <a:ext cx="4942284" cy="821288"/>
          </a:xfrm>
          <a:prstGeom prst="rect">
            <a:avLst/>
          </a:prstGeom>
          <a:solidFill>
            <a:schemeClr val="accent4"/>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Calibri"/>
              <a:ea typeface="Calibri"/>
              <a:cs typeface="Calibri"/>
              <a:sym typeface="Calibri"/>
            </a:endParaRPr>
          </a:p>
        </p:txBody>
      </p:sp>
      <p:sp>
        <p:nvSpPr>
          <p:cNvPr id="254" name="Google Shape;254;p191"/>
          <p:cNvSpPr txBox="1">
            <a:spLocks noGrp="1"/>
          </p:cNvSpPr>
          <p:nvPr>
            <p:ph type="body" idx="1"/>
          </p:nvPr>
        </p:nvSpPr>
        <p:spPr>
          <a:xfrm>
            <a:off x="0" y="794684"/>
            <a:ext cx="4726260" cy="649288"/>
          </a:xfrm>
          <a:prstGeom prst="rect">
            <a:avLst/>
          </a:prstGeom>
          <a:noFill/>
          <a:ln>
            <a:noFill/>
          </a:ln>
        </p:spPr>
        <p:txBody>
          <a:bodyPr spcFirstLastPara="1" wrap="square" lIns="121875" tIns="60925" rIns="121875" bIns="60925" anchor="ctr" anchorCtr="0">
            <a:noAutofit/>
          </a:bodyPr>
          <a:lstStyle>
            <a:lvl1pPr marL="457200" lvl="0" indent="-228600" algn="r">
              <a:spcBef>
                <a:spcPts val="720"/>
              </a:spcBef>
              <a:spcAft>
                <a:spcPts val="0"/>
              </a:spcAft>
              <a:buClr>
                <a:schemeClr val="lt1"/>
              </a:buClr>
              <a:buSzPts val="3600"/>
              <a:buFont typeface="Open Sans"/>
              <a:buNone/>
              <a:defRPr sz="3600" b="0">
                <a:solidFill>
                  <a:schemeClr val="lt1"/>
                </a:solidFill>
                <a:latin typeface="Open Sans"/>
                <a:ea typeface="Open Sans"/>
                <a:cs typeface="Open Sans"/>
                <a:sym typeface="Open Sans"/>
              </a:defRPr>
            </a:lvl1pPr>
            <a:lvl2pPr marL="914400" lvl="1" indent="-228600" algn="l">
              <a:spcBef>
                <a:spcPts val="640"/>
              </a:spcBef>
              <a:spcAft>
                <a:spcPts val="0"/>
              </a:spcAft>
              <a:buClr>
                <a:schemeClr val="dk1"/>
              </a:buClr>
              <a:buSzPts val="3200"/>
              <a:buFont typeface="Open Sans"/>
              <a:buNone/>
              <a:defRPr>
                <a:latin typeface="Open Sans"/>
                <a:ea typeface="Open Sans"/>
                <a:cs typeface="Open Sans"/>
                <a:sym typeface="Open Sans"/>
              </a:defRPr>
            </a:lvl2pPr>
            <a:lvl3pPr marL="1371600" lvl="2" indent="-228600" algn="l">
              <a:spcBef>
                <a:spcPts val="480"/>
              </a:spcBef>
              <a:spcAft>
                <a:spcPts val="0"/>
              </a:spcAft>
              <a:buClr>
                <a:schemeClr val="dk1"/>
              </a:buClr>
              <a:buSzPts val="2400"/>
              <a:buFont typeface="Open Sans"/>
              <a:buNone/>
              <a:defRPr>
                <a:latin typeface="Open Sans"/>
                <a:ea typeface="Open Sans"/>
                <a:cs typeface="Open Sans"/>
                <a:sym typeface="Open Sans"/>
              </a:defRPr>
            </a:lvl3pPr>
            <a:lvl4pPr marL="1828800" lvl="3" indent="-228600" algn="l">
              <a:spcBef>
                <a:spcPts val="400"/>
              </a:spcBef>
              <a:spcAft>
                <a:spcPts val="0"/>
              </a:spcAft>
              <a:buClr>
                <a:schemeClr val="dk1"/>
              </a:buClr>
              <a:buSzPts val="2000"/>
              <a:buFont typeface="Open Sans"/>
              <a:buNone/>
              <a:defRPr>
                <a:latin typeface="Open Sans"/>
                <a:ea typeface="Open Sans"/>
                <a:cs typeface="Open Sans"/>
                <a:sym typeface="Open Sans"/>
              </a:defRPr>
            </a:lvl4pPr>
            <a:lvl5pPr marL="2286000" lvl="4" indent="-228600" algn="l">
              <a:spcBef>
                <a:spcPts val="400"/>
              </a:spcBef>
              <a:spcAft>
                <a:spcPts val="0"/>
              </a:spcAft>
              <a:buClr>
                <a:schemeClr val="dk1"/>
              </a:buClr>
              <a:buSzPts val="2000"/>
              <a:buFont typeface="Open Sans"/>
              <a:buNone/>
              <a:defRPr>
                <a:latin typeface="Open Sans"/>
                <a:ea typeface="Open Sans"/>
                <a:cs typeface="Open Sans"/>
                <a:sym typeface="Open Sans"/>
              </a:defRPr>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
        <p:nvSpPr>
          <p:cNvPr id="255" name="Google Shape;255;p191"/>
          <p:cNvSpPr>
            <a:spLocks noGrp="1"/>
          </p:cNvSpPr>
          <p:nvPr>
            <p:ph type="pic" idx="2"/>
          </p:nvPr>
        </p:nvSpPr>
        <p:spPr>
          <a:xfrm>
            <a:off x="609441" y="1529909"/>
            <a:ext cx="3605855" cy="4419363"/>
          </a:xfrm>
          <a:prstGeom prst="rect">
            <a:avLst/>
          </a:prstGeom>
          <a:noFill/>
          <a:ln>
            <a:noFill/>
          </a:ln>
        </p:spPr>
      </p:sp>
      <p:sp>
        <p:nvSpPr>
          <p:cNvPr id="256" name="Google Shape;256;p191"/>
          <p:cNvSpPr>
            <a:spLocks noGrp="1"/>
          </p:cNvSpPr>
          <p:nvPr>
            <p:ph type="pic" idx="3"/>
          </p:nvPr>
        </p:nvSpPr>
        <p:spPr>
          <a:xfrm>
            <a:off x="4298073" y="1529909"/>
            <a:ext cx="3605855" cy="4419363"/>
          </a:xfrm>
          <a:prstGeom prst="rect">
            <a:avLst/>
          </a:prstGeom>
          <a:noFill/>
          <a:ln>
            <a:noFill/>
          </a:ln>
        </p:spPr>
      </p:sp>
      <p:sp>
        <p:nvSpPr>
          <p:cNvPr id="257" name="Google Shape;257;p191"/>
          <p:cNvSpPr>
            <a:spLocks noGrp="1"/>
          </p:cNvSpPr>
          <p:nvPr>
            <p:ph type="pic" idx="4"/>
          </p:nvPr>
        </p:nvSpPr>
        <p:spPr>
          <a:xfrm>
            <a:off x="7986705" y="1529909"/>
            <a:ext cx="3605855" cy="4419363"/>
          </a:xfrm>
          <a:prstGeom prst="rect">
            <a:avLst/>
          </a:prstGeom>
          <a:noFill/>
          <a:ln>
            <a:noFill/>
          </a:ln>
        </p:spPr>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258"/>
        <p:cNvGrpSpPr/>
        <p:nvPr/>
      </p:nvGrpSpPr>
      <p:grpSpPr>
        <a:xfrm>
          <a:off x="0" y="0"/>
          <a:ext cx="0" cy="0"/>
          <a:chOff x="0" y="0"/>
          <a:chExt cx="0" cy="0"/>
        </a:xfrm>
      </p:grpSpPr>
      <p:sp>
        <p:nvSpPr>
          <p:cNvPr id="259" name="Google Shape;259;p192"/>
          <p:cNvSpPr/>
          <p:nvPr/>
        </p:nvSpPr>
        <p:spPr>
          <a:xfrm flipH="1">
            <a:off x="4294212" y="0"/>
            <a:ext cx="7876318" cy="6858000"/>
          </a:xfrm>
          <a:custGeom>
            <a:avLst/>
            <a:gdLst/>
            <a:ahLst/>
            <a:cxnLst/>
            <a:rect l="l" t="t" r="r" b="b"/>
            <a:pathLst>
              <a:path w="6094412" h="6858000" extrusionOk="0">
                <a:moveTo>
                  <a:pt x="0" y="0"/>
                </a:moveTo>
                <a:lnTo>
                  <a:pt x="6094412" y="0"/>
                </a:lnTo>
                <a:lnTo>
                  <a:pt x="0" y="6858000"/>
                </a:lnTo>
                <a:lnTo>
                  <a:pt x="0" y="0"/>
                </a:lnTo>
                <a:close/>
              </a:path>
            </a:pathLst>
          </a:custGeom>
          <a:solidFill>
            <a:srgbClr val="E4E4E4">
              <a:alpha val="49803"/>
            </a:srgbClr>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Calibri"/>
              <a:ea typeface="Calibri"/>
              <a:cs typeface="Calibri"/>
              <a:sym typeface="Calibri"/>
            </a:endParaRPr>
          </a:p>
        </p:txBody>
      </p:sp>
      <p:sp>
        <p:nvSpPr>
          <p:cNvPr id="260" name="Google Shape;260;p192"/>
          <p:cNvSpPr/>
          <p:nvPr/>
        </p:nvSpPr>
        <p:spPr>
          <a:xfrm>
            <a:off x="-39608" y="-3"/>
            <a:ext cx="4333820" cy="4876818"/>
          </a:xfrm>
          <a:custGeom>
            <a:avLst/>
            <a:gdLst/>
            <a:ahLst/>
            <a:cxnLst/>
            <a:rect l="l" t="t" r="r" b="b"/>
            <a:pathLst>
              <a:path w="6094412" h="6858000" extrusionOk="0">
                <a:moveTo>
                  <a:pt x="0" y="0"/>
                </a:moveTo>
                <a:lnTo>
                  <a:pt x="6094412" y="0"/>
                </a:lnTo>
                <a:lnTo>
                  <a:pt x="0" y="6858000"/>
                </a:lnTo>
                <a:lnTo>
                  <a:pt x="0" y="0"/>
                </a:lnTo>
                <a:close/>
              </a:path>
            </a:pathLst>
          </a:custGeom>
          <a:solidFill>
            <a:srgbClr val="E4E4E4">
              <a:alpha val="49803"/>
            </a:srgbClr>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Calibri"/>
              <a:ea typeface="Calibri"/>
              <a:cs typeface="Calibri"/>
              <a:sym typeface="Calibri"/>
            </a:endParaRPr>
          </a:p>
        </p:txBody>
      </p:sp>
      <p:grpSp>
        <p:nvGrpSpPr>
          <p:cNvPr id="261" name="Google Shape;261;p192"/>
          <p:cNvGrpSpPr/>
          <p:nvPr/>
        </p:nvGrpSpPr>
        <p:grpSpPr>
          <a:xfrm>
            <a:off x="1" y="0"/>
            <a:ext cx="2601913" cy="2833688"/>
            <a:chOff x="0" y="0"/>
            <a:chExt cx="2601913" cy="2833688"/>
          </a:xfrm>
        </p:grpSpPr>
        <p:sp>
          <p:nvSpPr>
            <p:cNvPr id="262" name="Google Shape;262;p192"/>
            <p:cNvSpPr/>
            <p:nvPr/>
          </p:nvSpPr>
          <p:spPr>
            <a:xfrm>
              <a:off x="0" y="0"/>
              <a:ext cx="701675" cy="809625"/>
            </a:xfrm>
            <a:custGeom>
              <a:avLst/>
              <a:gdLst/>
              <a:ahLst/>
              <a:cxnLst/>
              <a:rect l="l" t="t" r="r" b="b"/>
              <a:pathLst>
                <a:path w="442" h="510" extrusionOk="0">
                  <a:moveTo>
                    <a:pt x="0" y="510"/>
                  </a:moveTo>
                  <a:lnTo>
                    <a:pt x="0" y="0"/>
                  </a:lnTo>
                  <a:lnTo>
                    <a:pt x="0" y="0"/>
                  </a:lnTo>
                  <a:lnTo>
                    <a:pt x="442" y="254"/>
                  </a:lnTo>
                  <a:lnTo>
                    <a:pt x="0" y="510"/>
                  </a:lnTo>
                  <a:close/>
                </a:path>
              </a:pathLst>
            </a:custGeom>
            <a:solidFill>
              <a:srgbClr val="78001B"/>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263" name="Google Shape;263;p192"/>
            <p:cNvSpPr/>
            <p:nvPr/>
          </p:nvSpPr>
          <p:spPr>
            <a:xfrm>
              <a:off x="0" y="403225"/>
              <a:ext cx="701675" cy="814388"/>
            </a:xfrm>
            <a:custGeom>
              <a:avLst/>
              <a:gdLst/>
              <a:ahLst/>
              <a:cxnLst/>
              <a:rect l="l" t="t" r="r" b="b"/>
              <a:pathLst>
                <a:path w="442" h="513" extrusionOk="0">
                  <a:moveTo>
                    <a:pt x="0" y="256"/>
                  </a:moveTo>
                  <a:lnTo>
                    <a:pt x="0" y="256"/>
                  </a:lnTo>
                  <a:lnTo>
                    <a:pt x="442" y="0"/>
                  </a:lnTo>
                  <a:lnTo>
                    <a:pt x="442" y="0"/>
                  </a:lnTo>
                  <a:lnTo>
                    <a:pt x="442" y="513"/>
                  </a:lnTo>
                  <a:lnTo>
                    <a:pt x="0" y="256"/>
                  </a:lnTo>
                  <a:close/>
                </a:path>
              </a:pathLst>
            </a:custGeom>
            <a:solidFill>
              <a:srgbClr val="F5340B"/>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264" name="Google Shape;264;p192"/>
            <p:cNvSpPr/>
            <p:nvPr/>
          </p:nvSpPr>
          <p:spPr>
            <a:xfrm>
              <a:off x="0" y="1620838"/>
              <a:ext cx="701675" cy="809625"/>
            </a:xfrm>
            <a:custGeom>
              <a:avLst/>
              <a:gdLst/>
              <a:ahLst/>
              <a:cxnLst/>
              <a:rect l="l" t="t" r="r" b="b"/>
              <a:pathLst>
                <a:path w="442" h="510" extrusionOk="0">
                  <a:moveTo>
                    <a:pt x="0" y="510"/>
                  </a:moveTo>
                  <a:lnTo>
                    <a:pt x="0" y="0"/>
                  </a:lnTo>
                  <a:lnTo>
                    <a:pt x="442" y="256"/>
                  </a:lnTo>
                  <a:lnTo>
                    <a:pt x="442" y="256"/>
                  </a:lnTo>
                  <a:lnTo>
                    <a:pt x="0" y="510"/>
                  </a:lnTo>
                  <a:close/>
                </a:path>
              </a:pathLst>
            </a:custGeom>
            <a:solidFill>
              <a:schemeClr val="accent1"/>
            </a:solidFill>
            <a:ln w="9525" cap="flat" cmpd="sng">
              <a:solidFill>
                <a:schemeClr val="accent1"/>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265" name="Google Shape;265;p192"/>
            <p:cNvSpPr/>
            <p:nvPr/>
          </p:nvSpPr>
          <p:spPr>
            <a:xfrm>
              <a:off x="0" y="1212850"/>
              <a:ext cx="701675" cy="814388"/>
            </a:xfrm>
            <a:custGeom>
              <a:avLst/>
              <a:gdLst/>
              <a:ahLst/>
              <a:cxnLst/>
              <a:rect l="l" t="t" r="r" b="b"/>
              <a:pathLst>
                <a:path w="442" h="513" extrusionOk="0">
                  <a:moveTo>
                    <a:pt x="0" y="257"/>
                  </a:moveTo>
                  <a:lnTo>
                    <a:pt x="0" y="257"/>
                  </a:lnTo>
                  <a:lnTo>
                    <a:pt x="442" y="0"/>
                  </a:lnTo>
                  <a:lnTo>
                    <a:pt x="442" y="3"/>
                  </a:lnTo>
                  <a:lnTo>
                    <a:pt x="442" y="513"/>
                  </a:lnTo>
                  <a:lnTo>
                    <a:pt x="0" y="257"/>
                  </a:lnTo>
                  <a:close/>
                </a:path>
              </a:pathLst>
            </a:custGeom>
            <a:solidFill>
              <a:schemeClr val="accent4"/>
            </a:solidFill>
            <a:ln w="9525" cap="flat" cmpd="sng">
              <a:solidFill>
                <a:schemeClr val="accent4"/>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266" name="Google Shape;266;p192"/>
            <p:cNvSpPr/>
            <p:nvPr/>
          </p:nvSpPr>
          <p:spPr>
            <a:xfrm>
              <a:off x="234949" y="2359025"/>
              <a:ext cx="406465" cy="474663"/>
            </a:xfrm>
            <a:custGeom>
              <a:avLst/>
              <a:gdLst/>
              <a:ahLst/>
              <a:cxnLst/>
              <a:rect l="l" t="t" r="r" b="b"/>
              <a:pathLst>
                <a:path w="149" h="174" extrusionOk="0">
                  <a:moveTo>
                    <a:pt x="0" y="87"/>
                  </a:moveTo>
                  <a:lnTo>
                    <a:pt x="0" y="87"/>
                  </a:lnTo>
                  <a:lnTo>
                    <a:pt x="149" y="0"/>
                  </a:lnTo>
                  <a:lnTo>
                    <a:pt x="149" y="0"/>
                  </a:lnTo>
                  <a:lnTo>
                    <a:pt x="149" y="174"/>
                  </a:lnTo>
                  <a:lnTo>
                    <a:pt x="0" y="87"/>
                  </a:lnTo>
                  <a:close/>
                </a:path>
              </a:pathLst>
            </a:custGeom>
            <a:solidFill>
              <a:schemeClr val="accent3"/>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267" name="Google Shape;267;p192"/>
            <p:cNvSpPr/>
            <p:nvPr/>
          </p:nvSpPr>
          <p:spPr>
            <a:xfrm>
              <a:off x="0" y="809625"/>
              <a:ext cx="701675" cy="811213"/>
            </a:xfrm>
            <a:custGeom>
              <a:avLst/>
              <a:gdLst/>
              <a:ahLst/>
              <a:cxnLst/>
              <a:rect l="l" t="t" r="r" b="b"/>
              <a:pathLst>
                <a:path w="442" h="511" extrusionOk="0">
                  <a:moveTo>
                    <a:pt x="0" y="511"/>
                  </a:moveTo>
                  <a:lnTo>
                    <a:pt x="0" y="0"/>
                  </a:lnTo>
                  <a:lnTo>
                    <a:pt x="442" y="254"/>
                  </a:lnTo>
                  <a:lnTo>
                    <a:pt x="0" y="511"/>
                  </a:lnTo>
                  <a:close/>
                </a:path>
              </a:pathLst>
            </a:custGeom>
            <a:solidFill>
              <a:srgbClr val="114D81"/>
            </a:solidFill>
            <a:ln w="9525" cap="flat" cmpd="sng">
              <a:solidFill>
                <a:srgbClr val="114D81"/>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268" name="Google Shape;268;p192"/>
            <p:cNvSpPr/>
            <p:nvPr/>
          </p:nvSpPr>
          <p:spPr>
            <a:xfrm>
              <a:off x="701675" y="403225"/>
              <a:ext cx="706438" cy="814388"/>
            </a:xfrm>
            <a:custGeom>
              <a:avLst/>
              <a:gdLst/>
              <a:ahLst/>
              <a:cxnLst/>
              <a:rect l="l" t="t" r="r" b="b"/>
              <a:pathLst>
                <a:path w="445" h="513" extrusionOk="0">
                  <a:moveTo>
                    <a:pt x="0" y="513"/>
                  </a:moveTo>
                  <a:lnTo>
                    <a:pt x="0" y="0"/>
                  </a:lnTo>
                  <a:lnTo>
                    <a:pt x="445" y="256"/>
                  </a:lnTo>
                  <a:lnTo>
                    <a:pt x="445" y="256"/>
                  </a:lnTo>
                  <a:lnTo>
                    <a:pt x="0" y="513"/>
                  </a:lnTo>
                  <a:close/>
                </a:path>
              </a:pathLst>
            </a:custGeom>
            <a:solidFill>
              <a:srgbClr val="F5340B"/>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269" name="Google Shape;269;p192"/>
            <p:cNvSpPr/>
            <p:nvPr/>
          </p:nvSpPr>
          <p:spPr>
            <a:xfrm>
              <a:off x="701675" y="0"/>
              <a:ext cx="706438" cy="809625"/>
            </a:xfrm>
            <a:custGeom>
              <a:avLst/>
              <a:gdLst/>
              <a:ahLst/>
              <a:cxnLst/>
              <a:rect l="l" t="t" r="r" b="b"/>
              <a:pathLst>
                <a:path w="445" h="510" extrusionOk="0">
                  <a:moveTo>
                    <a:pt x="0" y="254"/>
                  </a:moveTo>
                  <a:lnTo>
                    <a:pt x="0" y="254"/>
                  </a:lnTo>
                  <a:lnTo>
                    <a:pt x="445" y="0"/>
                  </a:lnTo>
                  <a:lnTo>
                    <a:pt x="445" y="0"/>
                  </a:lnTo>
                  <a:lnTo>
                    <a:pt x="445" y="510"/>
                  </a:lnTo>
                  <a:lnTo>
                    <a:pt x="0" y="254"/>
                  </a:lnTo>
                  <a:close/>
                </a:path>
              </a:pathLst>
            </a:custGeom>
            <a:solidFill>
              <a:srgbClr val="E3651D"/>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270" name="Google Shape;270;p192"/>
            <p:cNvSpPr/>
            <p:nvPr/>
          </p:nvSpPr>
          <p:spPr>
            <a:xfrm>
              <a:off x="0" y="403225"/>
              <a:ext cx="701675" cy="814388"/>
            </a:xfrm>
            <a:custGeom>
              <a:avLst/>
              <a:gdLst/>
              <a:ahLst/>
              <a:cxnLst/>
              <a:rect l="l" t="t" r="r" b="b"/>
              <a:pathLst>
                <a:path w="442" h="513" extrusionOk="0">
                  <a:moveTo>
                    <a:pt x="0" y="256"/>
                  </a:moveTo>
                  <a:lnTo>
                    <a:pt x="0" y="256"/>
                  </a:lnTo>
                  <a:lnTo>
                    <a:pt x="442" y="0"/>
                  </a:lnTo>
                  <a:lnTo>
                    <a:pt x="442" y="0"/>
                  </a:lnTo>
                  <a:lnTo>
                    <a:pt x="442" y="513"/>
                  </a:lnTo>
                  <a:lnTo>
                    <a:pt x="0" y="256"/>
                  </a:lnTo>
                  <a:close/>
                </a:path>
              </a:pathLst>
            </a:custGeom>
            <a:solidFill>
              <a:srgbClr val="FFA73B"/>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271" name="Google Shape;271;p192"/>
            <p:cNvSpPr/>
            <p:nvPr/>
          </p:nvSpPr>
          <p:spPr>
            <a:xfrm>
              <a:off x="1408113" y="0"/>
              <a:ext cx="701675" cy="809625"/>
            </a:xfrm>
            <a:custGeom>
              <a:avLst/>
              <a:gdLst/>
              <a:ahLst/>
              <a:cxnLst/>
              <a:rect l="l" t="t" r="r" b="b"/>
              <a:pathLst>
                <a:path w="442" h="510" extrusionOk="0">
                  <a:moveTo>
                    <a:pt x="0" y="510"/>
                  </a:moveTo>
                  <a:lnTo>
                    <a:pt x="0" y="0"/>
                  </a:lnTo>
                  <a:lnTo>
                    <a:pt x="0" y="0"/>
                  </a:lnTo>
                  <a:lnTo>
                    <a:pt x="442" y="254"/>
                  </a:lnTo>
                  <a:lnTo>
                    <a:pt x="0" y="510"/>
                  </a:lnTo>
                  <a:close/>
                </a:path>
              </a:pathLst>
            </a:custGeom>
            <a:solidFill>
              <a:srgbClr val="C1DD84"/>
            </a:solidFill>
            <a:ln w="9525" cap="flat" cmpd="sng">
              <a:solidFill>
                <a:srgbClr val="C1DD84"/>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272" name="Google Shape;272;p192"/>
            <p:cNvSpPr/>
            <p:nvPr/>
          </p:nvSpPr>
          <p:spPr>
            <a:xfrm>
              <a:off x="2317750" y="241300"/>
              <a:ext cx="284163" cy="328613"/>
            </a:xfrm>
            <a:custGeom>
              <a:avLst/>
              <a:gdLst/>
              <a:ahLst/>
              <a:cxnLst/>
              <a:rect l="l" t="t" r="r" b="b"/>
              <a:pathLst>
                <a:path w="179" h="207" extrusionOk="0">
                  <a:moveTo>
                    <a:pt x="0" y="207"/>
                  </a:moveTo>
                  <a:lnTo>
                    <a:pt x="0" y="0"/>
                  </a:lnTo>
                  <a:lnTo>
                    <a:pt x="0" y="0"/>
                  </a:lnTo>
                  <a:lnTo>
                    <a:pt x="179" y="102"/>
                  </a:lnTo>
                  <a:lnTo>
                    <a:pt x="0" y="207"/>
                  </a:lnTo>
                  <a:close/>
                </a:path>
              </a:pathLst>
            </a:custGeom>
            <a:solidFill>
              <a:schemeClr val="accent6"/>
            </a:solidFill>
            <a:ln w="9525" cap="flat" cmpd="sng">
              <a:solidFill>
                <a:schemeClr val="accent6"/>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273" name="Google Shape;273;p192"/>
            <p:cNvSpPr/>
            <p:nvPr/>
          </p:nvSpPr>
          <p:spPr>
            <a:xfrm>
              <a:off x="1408113" y="1620838"/>
              <a:ext cx="701675" cy="809625"/>
            </a:xfrm>
            <a:custGeom>
              <a:avLst/>
              <a:gdLst/>
              <a:ahLst/>
              <a:cxnLst/>
              <a:rect l="l" t="t" r="r" b="b"/>
              <a:pathLst>
                <a:path w="442" h="510" extrusionOk="0">
                  <a:moveTo>
                    <a:pt x="0" y="510"/>
                  </a:moveTo>
                  <a:lnTo>
                    <a:pt x="0" y="0"/>
                  </a:lnTo>
                  <a:lnTo>
                    <a:pt x="442" y="256"/>
                  </a:lnTo>
                  <a:lnTo>
                    <a:pt x="442" y="256"/>
                  </a:lnTo>
                  <a:lnTo>
                    <a:pt x="0" y="510"/>
                  </a:lnTo>
                  <a:close/>
                </a:path>
              </a:pathLst>
            </a:custGeom>
            <a:solidFill>
              <a:schemeClr val="accent6"/>
            </a:solidFill>
            <a:ln w="9525" cap="flat" cmpd="sng">
              <a:solidFill>
                <a:schemeClr val="accent6"/>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274" name="Google Shape;274;p192"/>
            <p:cNvSpPr/>
            <p:nvPr/>
          </p:nvSpPr>
          <p:spPr>
            <a:xfrm>
              <a:off x="706438" y="809625"/>
              <a:ext cx="701675" cy="811213"/>
            </a:xfrm>
            <a:custGeom>
              <a:avLst/>
              <a:gdLst/>
              <a:ahLst/>
              <a:cxnLst/>
              <a:rect l="l" t="t" r="r" b="b"/>
              <a:pathLst>
                <a:path w="442" h="511" extrusionOk="0">
                  <a:moveTo>
                    <a:pt x="0" y="254"/>
                  </a:moveTo>
                  <a:lnTo>
                    <a:pt x="442" y="0"/>
                  </a:lnTo>
                  <a:lnTo>
                    <a:pt x="442" y="511"/>
                  </a:lnTo>
                  <a:lnTo>
                    <a:pt x="442" y="511"/>
                  </a:lnTo>
                  <a:lnTo>
                    <a:pt x="0" y="254"/>
                  </a:lnTo>
                  <a:close/>
                </a:path>
              </a:pathLst>
            </a:custGeom>
            <a:solidFill>
              <a:schemeClr val="accent1"/>
            </a:solidFill>
            <a:ln w="9525" cap="flat" cmpd="sng">
              <a:solidFill>
                <a:schemeClr val="accent1"/>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275" name="Google Shape;275;p192"/>
            <p:cNvSpPr/>
            <p:nvPr/>
          </p:nvSpPr>
          <p:spPr>
            <a:xfrm>
              <a:off x="701675" y="1212850"/>
              <a:ext cx="706438" cy="811213"/>
            </a:xfrm>
            <a:custGeom>
              <a:avLst/>
              <a:gdLst/>
              <a:ahLst/>
              <a:cxnLst/>
              <a:rect l="l" t="t" r="r" b="b"/>
              <a:pathLst>
                <a:path w="445" h="511" extrusionOk="0">
                  <a:moveTo>
                    <a:pt x="0" y="511"/>
                  </a:moveTo>
                  <a:lnTo>
                    <a:pt x="0" y="3"/>
                  </a:lnTo>
                  <a:lnTo>
                    <a:pt x="3" y="0"/>
                  </a:lnTo>
                  <a:lnTo>
                    <a:pt x="445" y="257"/>
                  </a:lnTo>
                  <a:lnTo>
                    <a:pt x="0" y="511"/>
                  </a:lnTo>
                  <a:close/>
                </a:path>
              </a:pathLst>
            </a:custGeom>
            <a:solidFill>
              <a:srgbClr val="8D8D8D"/>
            </a:solidFill>
            <a:ln w="9525" cap="flat" cmpd="sng">
              <a:solidFill>
                <a:srgbClr val="8D8D8D"/>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276" name="Google Shape;276;p192"/>
            <p:cNvSpPr/>
            <p:nvPr/>
          </p:nvSpPr>
          <p:spPr>
            <a:xfrm>
              <a:off x="701675" y="1620838"/>
              <a:ext cx="706438" cy="809625"/>
            </a:xfrm>
            <a:custGeom>
              <a:avLst/>
              <a:gdLst/>
              <a:ahLst/>
              <a:cxnLst/>
              <a:rect l="l" t="t" r="r" b="b"/>
              <a:pathLst>
                <a:path w="445" h="510" extrusionOk="0">
                  <a:moveTo>
                    <a:pt x="0" y="256"/>
                  </a:moveTo>
                  <a:lnTo>
                    <a:pt x="0" y="254"/>
                  </a:lnTo>
                  <a:lnTo>
                    <a:pt x="445" y="0"/>
                  </a:lnTo>
                  <a:lnTo>
                    <a:pt x="445" y="0"/>
                  </a:lnTo>
                  <a:lnTo>
                    <a:pt x="445" y="510"/>
                  </a:lnTo>
                  <a:lnTo>
                    <a:pt x="0" y="256"/>
                  </a:lnTo>
                  <a:close/>
                </a:path>
              </a:pathLst>
            </a:custGeom>
            <a:solidFill>
              <a:schemeClr val="accent1"/>
            </a:solidFill>
            <a:ln w="9525" cap="flat" cmpd="sng">
              <a:solidFill>
                <a:schemeClr val="accent1"/>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277" name="Google Shape;277;p192"/>
            <p:cNvSpPr/>
            <p:nvPr/>
          </p:nvSpPr>
          <p:spPr>
            <a:xfrm>
              <a:off x="701675" y="403225"/>
              <a:ext cx="706438" cy="814388"/>
            </a:xfrm>
            <a:custGeom>
              <a:avLst/>
              <a:gdLst/>
              <a:ahLst/>
              <a:cxnLst/>
              <a:rect l="l" t="t" r="r" b="b"/>
              <a:pathLst>
                <a:path w="445" h="513" extrusionOk="0">
                  <a:moveTo>
                    <a:pt x="0" y="513"/>
                  </a:moveTo>
                  <a:lnTo>
                    <a:pt x="0" y="0"/>
                  </a:lnTo>
                  <a:lnTo>
                    <a:pt x="445" y="256"/>
                  </a:lnTo>
                  <a:lnTo>
                    <a:pt x="445" y="256"/>
                  </a:lnTo>
                  <a:lnTo>
                    <a:pt x="0" y="513"/>
                  </a:lnTo>
                  <a:close/>
                </a:path>
              </a:pathLst>
            </a:custGeom>
            <a:solidFill>
              <a:srgbClr val="C1DD84"/>
            </a:solidFill>
            <a:ln w="9525" cap="flat" cmpd="sng">
              <a:solidFill>
                <a:srgbClr val="C1DD84"/>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278" name="Google Shape;278;p192"/>
            <p:cNvSpPr/>
            <p:nvPr/>
          </p:nvSpPr>
          <p:spPr>
            <a:xfrm>
              <a:off x="701675" y="0"/>
              <a:ext cx="706438" cy="809625"/>
            </a:xfrm>
            <a:custGeom>
              <a:avLst/>
              <a:gdLst/>
              <a:ahLst/>
              <a:cxnLst/>
              <a:rect l="l" t="t" r="r" b="b"/>
              <a:pathLst>
                <a:path w="445" h="510" extrusionOk="0">
                  <a:moveTo>
                    <a:pt x="0" y="254"/>
                  </a:moveTo>
                  <a:lnTo>
                    <a:pt x="0" y="254"/>
                  </a:lnTo>
                  <a:lnTo>
                    <a:pt x="445" y="0"/>
                  </a:lnTo>
                  <a:lnTo>
                    <a:pt x="445" y="0"/>
                  </a:lnTo>
                  <a:lnTo>
                    <a:pt x="445" y="510"/>
                  </a:lnTo>
                  <a:lnTo>
                    <a:pt x="0" y="254"/>
                  </a:lnTo>
                  <a:close/>
                </a:path>
              </a:pathLst>
            </a:custGeom>
            <a:solidFill>
              <a:schemeClr val="accent2"/>
            </a:solidFill>
            <a:ln w="9525" cap="flat" cmpd="sng">
              <a:solidFill>
                <a:schemeClr val="accent2"/>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279" name="Google Shape;279;p192"/>
            <p:cNvSpPr/>
            <p:nvPr/>
          </p:nvSpPr>
          <p:spPr>
            <a:xfrm>
              <a:off x="0" y="403225"/>
              <a:ext cx="701675" cy="814388"/>
            </a:xfrm>
            <a:custGeom>
              <a:avLst/>
              <a:gdLst/>
              <a:ahLst/>
              <a:cxnLst/>
              <a:rect l="l" t="t" r="r" b="b"/>
              <a:pathLst>
                <a:path w="442" h="513" extrusionOk="0">
                  <a:moveTo>
                    <a:pt x="0" y="256"/>
                  </a:moveTo>
                  <a:lnTo>
                    <a:pt x="0" y="256"/>
                  </a:lnTo>
                  <a:lnTo>
                    <a:pt x="442" y="0"/>
                  </a:lnTo>
                  <a:lnTo>
                    <a:pt x="442" y="0"/>
                  </a:lnTo>
                  <a:lnTo>
                    <a:pt x="442" y="513"/>
                  </a:lnTo>
                  <a:lnTo>
                    <a:pt x="0" y="256"/>
                  </a:lnTo>
                  <a:close/>
                </a:path>
              </a:pathLst>
            </a:custGeom>
            <a:solidFill>
              <a:schemeClr val="accent2"/>
            </a:solidFill>
            <a:ln w="9525" cap="flat" cmpd="sng">
              <a:solidFill>
                <a:schemeClr val="accent2"/>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280" name="Google Shape;280;p192"/>
            <p:cNvSpPr/>
            <p:nvPr/>
          </p:nvSpPr>
          <p:spPr>
            <a:xfrm>
              <a:off x="0" y="0"/>
              <a:ext cx="701675" cy="809625"/>
            </a:xfrm>
            <a:custGeom>
              <a:avLst/>
              <a:gdLst/>
              <a:ahLst/>
              <a:cxnLst/>
              <a:rect l="l" t="t" r="r" b="b"/>
              <a:pathLst>
                <a:path w="442" h="510" extrusionOk="0">
                  <a:moveTo>
                    <a:pt x="0" y="0"/>
                  </a:moveTo>
                  <a:lnTo>
                    <a:pt x="0" y="510"/>
                  </a:lnTo>
                  <a:lnTo>
                    <a:pt x="442" y="254"/>
                  </a:lnTo>
                  <a:lnTo>
                    <a:pt x="0" y="0"/>
                  </a:lnTo>
                  <a:lnTo>
                    <a:pt x="0" y="0"/>
                  </a:lnTo>
                  <a:close/>
                </a:path>
              </a:pathLst>
            </a:custGeom>
            <a:solidFill>
              <a:srgbClr val="515151"/>
            </a:solidFill>
            <a:ln w="9525" cap="flat" cmpd="sng">
              <a:solidFill>
                <a:srgbClr val="515151"/>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281" name="Google Shape;281;p192"/>
            <p:cNvSpPr/>
            <p:nvPr/>
          </p:nvSpPr>
          <p:spPr>
            <a:xfrm>
              <a:off x="701675" y="0"/>
              <a:ext cx="701675" cy="403225"/>
            </a:xfrm>
            <a:custGeom>
              <a:avLst/>
              <a:gdLst/>
              <a:ahLst/>
              <a:cxnLst/>
              <a:rect l="l" t="t" r="r" b="b"/>
              <a:pathLst>
                <a:path w="442" h="254" extrusionOk="0">
                  <a:moveTo>
                    <a:pt x="0" y="254"/>
                  </a:moveTo>
                  <a:lnTo>
                    <a:pt x="442" y="0"/>
                  </a:lnTo>
                  <a:lnTo>
                    <a:pt x="0" y="0"/>
                  </a:lnTo>
                  <a:lnTo>
                    <a:pt x="0" y="254"/>
                  </a:lnTo>
                  <a:close/>
                </a:path>
              </a:pathLst>
            </a:custGeom>
            <a:solidFill>
              <a:schemeClr val="accent3"/>
            </a:solidFill>
            <a:ln w="9525" cap="flat" cmpd="sng">
              <a:solidFill>
                <a:schemeClr val="accent3"/>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282" name="Google Shape;282;p192"/>
            <p:cNvSpPr/>
            <p:nvPr/>
          </p:nvSpPr>
          <p:spPr>
            <a:xfrm>
              <a:off x="0" y="0"/>
              <a:ext cx="701675" cy="403225"/>
            </a:xfrm>
            <a:custGeom>
              <a:avLst/>
              <a:gdLst/>
              <a:ahLst/>
              <a:cxnLst/>
              <a:rect l="l" t="t" r="r" b="b"/>
              <a:pathLst>
                <a:path w="442" h="254" extrusionOk="0">
                  <a:moveTo>
                    <a:pt x="442" y="0"/>
                  </a:moveTo>
                  <a:lnTo>
                    <a:pt x="0" y="0"/>
                  </a:lnTo>
                  <a:lnTo>
                    <a:pt x="442" y="254"/>
                  </a:lnTo>
                  <a:lnTo>
                    <a:pt x="442" y="254"/>
                  </a:lnTo>
                  <a:lnTo>
                    <a:pt x="442" y="0"/>
                  </a:lnTo>
                  <a:close/>
                </a:path>
              </a:pathLst>
            </a:custGeom>
            <a:solidFill>
              <a:schemeClr val="accent4"/>
            </a:solidFill>
            <a:ln w="9525" cap="flat" cmpd="sng">
              <a:solidFill>
                <a:schemeClr val="accent4"/>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grpSp>
      <p:sp>
        <p:nvSpPr>
          <p:cNvPr id="283" name="Google Shape;283;p192"/>
          <p:cNvSpPr txBox="1">
            <a:spLocks noGrp="1"/>
          </p:cNvSpPr>
          <p:nvPr>
            <p:ph type="dt" idx="10"/>
          </p:nvPr>
        </p:nvSpPr>
        <p:spPr>
          <a:xfrm>
            <a:off x="609441" y="6356351"/>
            <a:ext cx="2844059" cy="365125"/>
          </a:xfrm>
          <a:prstGeom prst="rect">
            <a:avLst/>
          </a:prstGeom>
          <a:noFill/>
          <a:ln>
            <a:noFill/>
          </a:ln>
        </p:spPr>
        <p:txBody>
          <a:bodyPr spcFirstLastPara="1" wrap="square" lIns="121875" tIns="60925" rIns="121875" bIns="60925"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84" name="Google Shape;284;p192"/>
          <p:cNvSpPr txBox="1">
            <a:spLocks noGrp="1"/>
          </p:cNvSpPr>
          <p:nvPr>
            <p:ph type="ftr" idx="11"/>
          </p:nvPr>
        </p:nvSpPr>
        <p:spPr>
          <a:xfrm>
            <a:off x="4164515" y="6356351"/>
            <a:ext cx="3859795" cy="365125"/>
          </a:xfrm>
          <a:prstGeom prst="rect">
            <a:avLst/>
          </a:prstGeom>
          <a:noFill/>
          <a:ln>
            <a:noFill/>
          </a:ln>
        </p:spPr>
        <p:txBody>
          <a:bodyPr spcFirstLastPara="1" wrap="square" lIns="121875" tIns="60925" rIns="121875" bIns="60925"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85" name="Google Shape;285;p192"/>
          <p:cNvSpPr txBox="1">
            <a:spLocks noGrp="1"/>
          </p:cNvSpPr>
          <p:nvPr>
            <p:ph type="sldNum" idx="12"/>
          </p:nvPr>
        </p:nvSpPr>
        <p:spPr>
          <a:xfrm>
            <a:off x="8735325" y="6356351"/>
            <a:ext cx="2844059" cy="365125"/>
          </a:xfrm>
          <a:prstGeom prst="rect">
            <a:avLst/>
          </a:prstGeom>
          <a:noFill/>
          <a:ln>
            <a:noFill/>
          </a:ln>
        </p:spPr>
        <p:txBody>
          <a:bodyPr spcFirstLastPara="1" wrap="square" lIns="121875" tIns="60925" rIns="121875" bIns="6092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
        <p:nvSpPr>
          <p:cNvPr id="286" name="Google Shape;286;p192"/>
          <p:cNvSpPr txBox="1">
            <a:spLocks noGrp="1"/>
          </p:cNvSpPr>
          <p:nvPr>
            <p:ph type="title"/>
          </p:nvPr>
        </p:nvSpPr>
        <p:spPr>
          <a:xfrm>
            <a:off x="6094412" y="3789040"/>
            <a:ext cx="5491606" cy="1362075"/>
          </a:xfrm>
          <a:prstGeom prst="rect">
            <a:avLst/>
          </a:prstGeom>
          <a:noFill/>
          <a:ln>
            <a:noFill/>
          </a:ln>
        </p:spPr>
        <p:txBody>
          <a:bodyPr spcFirstLastPara="1" wrap="square" lIns="121875" tIns="60925" rIns="121875" bIns="60925" anchor="b" anchorCtr="0">
            <a:normAutofit/>
          </a:bodyPr>
          <a:lstStyle>
            <a:lvl1pPr lvl="0" algn="l">
              <a:spcBef>
                <a:spcPts val="0"/>
              </a:spcBef>
              <a:spcAft>
                <a:spcPts val="0"/>
              </a:spcAft>
              <a:buClr>
                <a:schemeClr val="accent3"/>
              </a:buClr>
              <a:buSzPts val="5300"/>
              <a:buFont typeface="Open Sans"/>
              <a:buNone/>
              <a:defRPr sz="5300" b="1" cap="none">
                <a:solidFill>
                  <a:schemeClr val="accent3"/>
                </a:solidFill>
                <a:latin typeface="Open Sans"/>
                <a:ea typeface="Open Sans"/>
                <a:cs typeface="Open Sans"/>
                <a:sym typeface="Open Sans"/>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87" name="Google Shape;287;p192"/>
          <p:cNvSpPr txBox="1">
            <a:spLocks noGrp="1"/>
          </p:cNvSpPr>
          <p:nvPr>
            <p:ph type="body" idx="1"/>
          </p:nvPr>
        </p:nvSpPr>
        <p:spPr>
          <a:xfrm>
            <a:off x="6094412" y="5319823"/>
            <a:ext cx="5521484" cy="828007"/>
          </a:xfrm>
          <a:prstGeom prst="rect">
            <a:avLst/>
          </a:prstGeom>
          <a:noFill/>
          <a:ln>
            <a:noFill/>
          </a:ln>
        </p:spPr>
        <p:txBody>
          <a:bodyPr spcFirstLastPara="1" wrap="square" lIns="121875" tIns="0" rIns="121875" bIns="0" anchor="t" anchorCtr="0">
            <a:normAutofit/>
          </a:bodyPr>
          <a:lstStyle>
            <a:lvl1pPr marL="457200" lvl="0" indent="-228600" algn="l">
              <a:spcBef>
                <a:spcPts val="320"/>
              </a:spcBef>
              <a:spcAft>
                <a:spcPts val="0"/>
              </a:spcAft>
              <a:buClr>
                <a:schemeClr val="accent3"/>
              </a:buClr>
              <a:buSzPts val="1600"/>
              <a:buNone/>
              <a:defRPr sz="1600">
                <a:solidFill>
                  <a:schemeClr val="accent3"/>
                </a:solidFill>
                <a:latin typeface="Open Sans"/>
                <a:ea typeface="Open Sans"/>
                <a:cs typeface="Open Sans"/>
                <a:sym typeface="Open Sans"/>
              </a:defRPr>
            </a:lvl1pPr>
            <a:lvl2pPr marL="914400" lvl="1" indent="-228600" algn="l">
              <a:spcBef>
                <a:spcPts val="480"/>
              </a:spcBef>
              <a:spcAft>
                <a:spcPts val="0"/>
              </a:spcAft>
              <a:buClr>
                <a:srgbClr val="888888"/>
              </a:buClr>
              <a:buSzPts val="2400"/>
              <a:buNone/>
              <a:defRPr sz="2400">
                <a:solidFill>
                  <a:srgbClr val="888888"/>
                </a:solidFill>
              </a:defRPr>
            </a:lvl2pPr>
            <a:lvl3pPr marL="1371600" lvl="2" indent="-228600" algn="l">
              <a:spcBef>
                <a:spcPts val="420"/>
              </a:spcBef>
              <a:spcAft>
                <a:spcPts val="0"/>
              </a:spcAft>
              <a:buClr>
                <a:srgbClr val="888888"/>
              </a:buClr>
              <a:buSzPts val="2100"/>
              <a:buNone/>
              <a:defRPr sz="2100">
                <a:solidFill>
                  <a:srgbClr val="888888"/>
                </a:solidFill>
              </a:defRPr>
            </a:lvl3pPr>
            <a:lvl4pPr marL="1828800" lvl="3" indent="-228600" algn="l">
              <a:spcBef>
                <a:spcPts val="380"/>
              </a:spcBef>
              <a:spcAft>
                <a:spcPts val="0"/>
              </a:spcAft>
              <a:buClr>
                <a:srgbClr val="888888"/>
              </a:buClr>
              <a:buSzPts val="1900"/>
              <a:buNone/>
              <a:defRPr sz="1900">
                <a:solidFill>
                  <a:srgbClr val="888888"/>
                </a:solidFill>
              </a:defRPr>
            </a:lvl4pPr>
            <a:lvl5pPr marL="2286000" lvl="4" indent="-228600" algn="l">
              <a:spcBef>
                <a:spcPts val="380"/>
              </a:spcBef>
              <a:spcAft>
                <a:spcPts val="0"/>
              </a:spcAft>
              <a:buClr>
                <a:srgbClr val="888888"/>
              </a:buClr>
              <a:buSzPts val="1900"/>
              <a:buNone/>
              <a:defRPr sz="1900">
                <a:solidFill>
                  <a:srgbClr val="888888"/>
                </a:solidFill>
              </a:defRPr>
            </a:lvl5pPr>
            <a:lvl6pPr marL="2743200" lvl="5" indent="-228600" algn="l">
              <a:spcBef>
                <a:spcPts val="380"/>
              </a:spcBef>
              <a:spcAft>
                <a:spcPts val="0"/>
              </a:spcAft>
              <a:buClr>
                <a:srgbClr val="888888"/>
              </a:buClr>
              <a:buSzPts val="1900"/>
              <a:buNone/>
              <a:defRPr sz="1900">
                <a:solidFill>
                  <a:srgbClr val="888888"/>
                </a:solidFill>
              </a:defRPr>
            </a:lvl6pPr>
            <a:lvl7pPr marL="3200400" lvl="6" indent="-228600" algn="l">
              <a:spcBef>
                <a:spcPts val="380"/>
              </a:spcBef>
              <a:spcAft>
                <a:spcPts val="0"/>
              </a:spcAft>
              <a:buClr>
                <a:srgbClr val="888888"/>
              </a:buClr>
              <a:buSzPts val="1900"/>
              <a:buNone/>
              <a:defRPr sz="1900">
                <a:solidFill>
                  <a:srgbClr val="888888"/>
                </a:solidFill>
              </a:defRPr>
            </a:lvl7pPr>
            <a:lvl8pPr marL="3657600" lvl="7" indent="-228600" algn="l">
              <a:spcBef>
                <a:spcPts val="380"/>
              </a:spcBef>
              <a:spcAft>
                <a:spcPts val="0"/>
              </a:spcAft>
              <a:buClr>
                <a:srgbClr val="888888"/>
              </a:buClr>
              <a:buSzPts val="1900"/>
              <a:buNone/>
              <a:defRPr sz="1900">
                <a:solidFill>
                  <a:srgbClr val="888888"/>
                </a:solidFill>
              </a:defRPr>
            </a:lvl8pPr>
            <a:lvl9pPr marL="4114800" lvl="8" indent="-228600" algn="l">
              <a:spcBef>
                <a:spcPts val="380"/>
              </a:spcBef>
              <a:spcAft>
                <a:spcPts val="0"/>
              </a:spcAft>
              <a:buClr>
                <a:srgbClr val="888888"/>
              </a:buClr>
              <a:buSzPts val="1900"/>
              <a:buNone/>
              <a:defRPr sz="1900">
                <a:solidFill>
                  <a:srgbClr val="888888"/>
                </a:solidFill>
              </a:defRPr>
            </a:lvl9pPr>
          </a:lstStyle>
          <a:p>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matchingName="Graph">
  <p:cSld name="Graph">
    <p:spTree>
      <p:nvGrpSpPr>
        <p:cNvPr id="1" name="Shape 288"/>
        <p:cNvGrpSpPr/>
        <p:nvPr/>
      </p:nvGrpSpPr>
      <p:grpSpPr>
        <a:xfrm>
          <a:off x="0" y="0"/>
          <a:ext cx="0" cy="0"/>
          <a:chOff x="0" y="0"/>
          <a:chExt cx="0" cy="0"/>
        </a:xfrm>
      </p:grpSpPr>
      <p:sp>
        <p:nvSpPr>
          <p:cNvPr id="289" name="Google Shape;289;p193"/>
          <p:cNvSpPr txBox="1">
            <a:spLocks noGrp="1"/>
          </p:cNvSpPr>
          <p:nvPr>
            <p:ph type="title"/>
          </p:nvPr>
        </p:nvSpPr>
        <p:spPr>
          <a:xfrm>
            <a:off x="609441" y="476672"/>
            <a:ext cx="10969943" cy="711081"/>
          </a:xfrm>
          <a:prstGeom prst="rect">
            <a:avLst/>
          </a:prstGeom>
          <a:noFill/>
          <a:ln>
            <a:noFill/>
          </a:ln>
        </p:spPr>
        <p:txBody>
          <a:bodyPr spcFirstLastPara="1" wrap="square" lIns="0" tIns="60925" rIns="0" bIns="60925" anchor="ctr" anchorCtr="0">
            <a:noAutofit/>
          </a:bodyPr>
          <a:lstStyle>
            <a:lvl1pPr lvl="0" algn="l">
              <a:spcBef>
                <a:spcPts val="0"/>
              </a:spcBef>
              <a:spcAft>
                <a:spcPts val="0"/>
              </a:spcAft>
              <a:buClr>
                <a:schemeClr val="dk1"/>
              </a:buClr>
              <a:buSzPts val="3600"/>
              <a:buFont typeface="Open Sans"/>
              <a:buNone/>
              <a:defRPr sz="3600">
                <a:latin typeface="Open Sans"/>
                <a:ea typeface="Open Sans"/>
                <a:cs typeface="Open Sans"/>
                <a:sym typeface="Open Sans"/>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90" name="Google Shape;290;p193"/>
          <p:cNvSpPr txBox="1">
            <a:spLocks noGrp="1"/>
          </p:cNvSpPr>
          <p:nvPr>
            <p:ph type="dt" idx="10"/>
          </p:nvPr>
        </p:nvSpPr>
        <p:spPr>
          <a:xfrm>
            <a:off x="609441" y="6356351"/>
            <a:ext cx="2844059" cy="365125"/>
          </a:xfrm>
          <a:prstGeom prst="rect">
            <a:avLst/>
          </a:prstGeom>
          <a:noFill/>
          <a:ln>
            <a:noFill/>
          </a:ln>
        </p:spPr>
        <p:txBody>
          <a:bodyPr spcFirstLastPara="1" wrap="square" lIns="121875" tIns="60925" rIns="121875" bIns="60925"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91" name="Google Shape;291;p193"/>
          <p:cNvSpPr txBox="1">
            <a:spLocks noGrp="1"/>
          </p:cNvSpPr>
          <p:nvPr>
            <p:ph type="ftr" idx="11"/>
          </p:nvPr>
        </p:nvSpPr>
        <p:spPr>
          <a:xfrm>
            <a:off x="4164515" y="6356351"/>
            <a:ext cx="3859795" cy="365125"/>
          </a:xfrm>
          <a:prstGeom prst="rect">
            <a:avLst/>
          </a:prstGeom>
          <a:noFill/>
          <a:ln>
            <a:noFill/>
          </a:ln>
        </p:spPr>
        <p:txBody>
          <a:bodyPr spcFirstLastPara="1" wrap="square" lIns="121875" tIns="60925" rIns="121875" bIns="60925"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92" name="Google Shape;292;p193"/>
          <p:cNvSpPr txBox="1">
            <a:spLocks noGrp="1"/>
          </p:cNvSpPr>
          <p:nvPr>
            <p:ph type="sldNum" idx="12"/>
          </p:nvPr>
        </p:nvSpPr>
        <p:spPr>
          <a:xfrm>
            <a:off x="8735325" y="6356351"/>
            <a:ext cx="2844059" cy="365125"/>
          </a:xfrm>
          <a:prstGeom prst="rect">
            <a:avLst/>
          </a:prstGeom>
          <a:noFill/>
          <a:ln>
            <a:noFill/>
          </a:ln>
        </p:spPr>
        <p:txBody>
          <a:bodyPr spcFirstLastPara="1" wrap="square" lIns="121875" tIns="60925" rIns="121875" bIns="6092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293"/>
        <p:cNvGrpSpPr/>
        <p:nvPr/>
      </p:nvGrpSpPr>
      <p:grpSpPr>
        <a:xfrm>
          <a:off x="0" y="0"/>
          <a:ext cx="0" cy="0"/>
          <a:chOff x="0" y="0"/>
          <a:chExt cx="0" cy="0"/>
        </a:xfrm>
      </p:grpSpPr>
      <p:sp>
        <p:nvSpPr>
          <p:cNvPr id="294" name="Google Shape;294;p194"/>
          <p:cNvSpPr txBox="1">
            <a:spLocks noGrp="1"/>
          </p:cNvSpPr>
          <p:nvPr>
            <p:ph type="title"/>
          </p:nvPr>
        </p:nvSpPr>
        <p:spPr>
          <a:xfrm>
            <a:off x="609441" y="274639"/>
            <a:ext cx="10969943" cy="711081"/>
          </a:xfrm>
          <a:prstGeom prst="rect">
            <a:avLst/>
          </a:prstGeom>
          <a:noFill/>
          <a:ln>
            <a:noFill/>
          </a:ln>
        </p:spPr>
        <p:txBody>
          <a:bodyPr spcFirstLastPara="1" wrap="square" lIns="121875" tIns="60925" rIns="121875" bIns="60925" anchor="ctr" anchorCtr="0">
            <a:normAutofit/>
          </a:bodyPr>
          <a:lstStyle>
            <a:lvl1pPr lvl="0" algn="l">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95" name="Google Shape;295;p194"/>
          <p:cNvSpPr txBox="1">
            <a:spLocks noGrp="1"/>
          </p:cNvSpPr>
          <p:nvPr>
            <p:ph type="body" idx="1"/>
          </p:nvPr>
        </p:nvSpPr>
        <p:spPr>
          <a:xfrm>
            <a:off x="609441" y="1138425"/>
            <a:ext cx="10969943" cy="4987739"/>
          </a:xfrm>
          <a:prstGeom prst="rect">
            <a:avLst/>
          </a:prstGeom>
          <a:noFill/>
          <a:ln>
            <a:noFill/>
          </a:ln>
        </p:spPr>
        <p:txBody>
          <a:bodyPr spcFirstLastPara="1" wrap="square" lIns="121875" tIns="60925" rIns="121875" bIns="60925" anchor="t" anchorCtr="0">
            <a:normAutofit/>
          </a:bodyPr>
          <a:lstStyle>
            <a:lvl1pPr marL="457200" lvl="0" indent="-342900" algn="l">
              <a:spcBef>
                <a:spcPts val="360"/>
              </a:spcBef>
              <a:spcAft>
                <a:spcPts val="0"/>
              </a:spcAft>
              <a:buClr>
                <a:schemeClr val="dk1"/>
              </a:buClr>
              <a:buSzPts val="1800"/>
              <a:buChar char="•"/>
              <a:defRPr/>
            </a:lvl1pPr>
            <a:lvl2pPr marL="914400" lvl="1" indent="-342900" algn="l">
              <a:spcBef>
                <a:spcPts val="360"/>
              </a:spcBef>
              <a:spcAft>
                <a:spcPts val="0"/>
              </a:spcAft>
              <a:buClr>
                <a:schemeClr val="dk1"/>
              </a:buClr>
              <a:buSzPts val="1800"/>
              <a:buChar char="–"/>
              <a:defRPr/>
            </a:lvl2pPr>
            <a:lvl3pPr marL="1371600" lvl="2" indent="-342900" algn="l">
              <a:spcBef>
                <a:spcPts val="360"/>
              </a:spcBef>
              <a:spcAft>
                <a:spcPts val="0"/>
              </a:spcAft>
              <a:buClr>
                <a:schemeClr val="dk1"/>
              </a:buClr>
              <a:buSzPts val="1800"/>
              <a:buChar char="•"/>
              <a:defRPr/>
            </a:lvl3pPr>
            <a:lvl4pPr marL="1828800" lvl="3" indent="-342900" algn="l">
              <a:spcBef>
                <a:spcPts val="360"/>
              </a:spcBef>
              <a:spcAft>
                <a:spcPts val="0"/>
              </a:spcAft>
              <a:buClr>
                <a:schemeClr val="dk1"/>
              </a:buClr>
              <a:buSzPts val="1800"/>
              <a:buChar char="–"/>
              <a:defRPr/>
            </a:lvl4pPr>
            <a:lvl5pPr marL="2286000" lvl="4" indent="-342900" algn="l">
              <a:spcBef>
                <a:spcPts val="360"/>
              </a:spcBef>
              <a:spcAft>
                <a:spcPts val="0"/>
              </a:spcAft>
              <a:buClr>
                <a:schemeClr val="dk1"/>
              </a:buClr>
              <a:buSzPts val="1800"/>
              <a:buChar char="»"/>
              <a:defRPr/>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
        <p:nvSpPr>
          <p:cNvPr id="296" name="Google Shape;296;p194"/>
          <p:cNvSpPr txBox="1">
            <a:spLocks noGrp="1"/>
          </p:cNvSpPr>
          <p:nvPr>
            <p:ph type="dt" idx="10"/>
          </p:nvPr>
        </p:nvSpPr>
        <p:spPr>
          <a:xfrm>
            <a:off x="609441" y="6356351"/>
            <a:ext cx="2844059" cy="365125"/>
          </a:xfrm>
          <a:prstGeom prst="rect">
            <a:avLst/>
          </a:prstGeom>
          <a:noFill/>
          <a:ln>
            <a:noFill/>
          </a:ln>
        </p:spPr>
        <p:txBody>
          <a:bodyPr spcFirstLastPara="1" wrap="square" lIns="121875" tIns="60925" rIns="121875" bIns="60925"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97" name="Google Shape;297;p194"/>
          <p:cNvSpPr txBox="1">
            <a:spLocks noGrp="1"/>
          </p:cNvSpPr>
          <p:nvPr>
            <p:ph type="ftr" idx="11"/>
          </p:nvPr>
        </p:nvSpPr>
        <p:spPr>
          <a:xfrm>
            <a:off x="4164515" y="6356351"/>
            <a:ext cx="3859795" cy="365125"/>
          </a:xfrm>
          <a:prstGeom prst="rect">
            <a:avLst/>
          </a:prstGeom>
          <a:noFill/>
          <a:ln>
            <a:noFill/>
          </a:ln>
        </p:spPr>
        <p:txBody>
          <a:bodyPr spcFirstLastPara="1" wrap="square" lIns="121875" tIns="60925" rIns="121875" bIns="60925"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98" name="Google Shape;298;p194"/>
          <p:cNvSpPr txBox="1">
            <a:spLocks noGrp="1"/>
          </p:cNvSpPr>
          <p:nvPr>
            <p:ph type="sldNum" idx="12"/>
          </p:nvPr>
        </p:nvSpPr>
        <p:spPr>
          <a:xfrm>
            <a:off x="8735325" y="6356351"/>
            <a:ext cx="2844059" cy="365125"/>
          </a:xfrm>
          <a:prstGeom prst="rect">
            <a:avLst/>
          </a:prstGeom>
          <a:noFill/>
          <a:ln>
            <a:noFill/>
          </a:ln>
        </p:spPr>
        <p:txBody>
          <a:bodyPr spcFirstLastPara="1" wrap="square" lIns="121875" tIns="60925" rIns="121875" bIns="6092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matchingName="Two Content" type="twoObj">
  <p:cSld name="TWO_OBJECTS">
    <p:spTree>
      <p:nvGrpSpPr>
        <p:cNvPr id="1" name="Shape 299"/>
        <p:cNvGrpSpPr/>
        <p:nvPr/>
      </p:nvGrpSpPr>
      <p:grpSpPr>
        <a:xfrm>
          <a:off x="0" y="0"/>
          <a:ext cx="0" cy="0"/>
          <a:chOff x="0" y="0"/>
          <a:chExt cx="0" cy="0"/>
        </a:xfrm>
      </p:grpSpPr>
      <p:sp>
        <p:nvSpPr>
          <p:cNvPr id="300" name="Google Shape;300;p195"/>
          <p:cNvSpPr txBox="1">
            <a:spLocks noGrp="1"/>
          </p:cNvSpPr>
          <p:nvPr>
            <p:ph type="title"/>
          </p:nvPr>
        </p:nvSpPr>
        <p:spPr>
          <a:xfrm>
            <a:off x="609441" y="274639"/>
            <a:ext cx="10969943" cy="711081"/>
          </a:xfrm>
          <a:prstGeom prst="rect">
            <a:avLst/>
          </a:prstGeom>
          <a:noFill/>
          <a:ln>
            <a:noFill/>
          </a:ln>
        </p:spPr>
        <p:txBody>
          <a:bodyPr spcFirstLastPara="1" wrap="square" lIns="121875" tIns="60925" rIns="121875" bIns="60925" anchor="ctr" anchorCtr="0">
            <a:normAutofit/>
          </a:bodyPr>
          <a:lstStyle>
            <a:lvl1pPr lvl="0" algn="l">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01" name="Google Shape;301;p195"/>
          <p:cNvSpPr txBox="1">
            <a:spLocks noGrp="1"/>
          </p:cNvSpPr>
          <p:nvPr>
            <p:ph type="body" idx="1"/>
          </p:nvPr>
        </p:nvSpPr>
        <p:spPr>
          <a:xfrm>
            <a:off x="609441" y="1600201"/>
            <a:ext cx="5383398" cy="4525963"/>
          </a:xfrm>
          <a:prstGeom prst="rect">
            <a:avLst/>
          </a:prstGeom>
          <a:noFill/>
          <a:ln>
            <a:noFill/>
          </a:ln>
        </p:spPr>
        <p:txBody>
          <a:bodyPr spcFirstLastPara="1" wrap="square" lIns="121875" tIns="60925" rIns="121875" bIns="60925" anchor="t" anchorCtr="0">
            <a:normAutofit/>
          </a:bodyPr>
          <a:lstStyle>
            <a:lvl1pPr marL="457200" lvl="0" indent="-463550" algn="l">
              <a:spcBef>
                <a:spcPts val="740"/>
              </a:spcBef>
              <a:spcAft>
                <a:spcPts val="0"/>
              </a:spcAft>
              <a:buClr>
                <a:schemeClr val="dk1"/>
              </a:buClr>
              <a:buSzPts val="3700"/>
              <a:buChar char="•"/>
              <a:defRPr sz="3700"/>
            </a:lvl1pPr>
            <a:lvl2pPr marL="914400" lvl="1" indent="-431800" algn="l">
              <a:spcBef>
                <a:spcPts val="640"/>
              </a:spcBef>
              <a:spcAft>
                <a:spcPts val="0"/>
              </a:spcAft>
              <a:buClr>
                <a:schemeClr val="dk1"/>
              </a:buClr>
              <a:buSzPts val="3200"/>
              <a:buChar char="–"/>
              <a:defRPr sz="3200"/>
            </a:lvl2pPr>
            <a:lvl3pPr marL="1371600" lvl="2" indent="-400050" algn="l">
              <a:spcBef>
                <a:spcPts val="540"/>
              </a:spcBef>
              <a:spcAft>
                <a:spcPts val="0"/>
              </a:spcAft>
              <a:buClr>
                <a:schemeClr val="dk1"/>
              </a:buClr>
              <a:buSzPts val="2700"/>
              <a:buChar char="•"/>
              <a:defRPr sz="2700"/>
            </a:lvl3pPr>
            <a:lvl4pPr marL="1828800" lvl="3" indent="-381000" algn="l">
              <a:spcBef>
                <a:spcPts val="480"/>
              </a:spcBef>
              <a:spcAft>
                <a:spcPts val="0"/>
              </a:spcAft>
              <a:buClr>
                <a:schemeClr val="dk1"/>
              </a:buClr>
              <a:buSzPts val="2400"/>
              <a:buChar char="–"/>
              <a:defRPr sz="2400"/>
            </a:lvl4pPr>
            <a:lvl5pPr marL="2286000" lvl="4" indent="-381000" algn="l">
              <a:spcBef>
                <a:spcPts val="480"/>
              </a:spcBef>
              <a:spcAft>
                <a:spcPts val="0"/>
              </a:spcAft>
              <a:buClr>
                <a:schemeClr val="dk1"/>
              </a:buClr>
              <a:buSzPts val="2400"/>
              <a:buChar char="»"/>
              <a:defRPr sz="2400"/>
            </a:lvl5pPr>
            <a:lvl6pPr marL="2743200" lvl="5" indent="-381000" algn="l">
              <a:spcBef>
                <a:spcPts val="480"/>
              </a:spcBef>
              <a:spcAft>
                <a:spcPts val="0"/>
              </a:spcAft>
              <a:buClr>
                <a:schemeClr val="dk1"/>
              </a:buClr>
              <a:buSzPts val="2400"/>
              <a:buChar char="•"/>
              <a:defRPr sz="2400"/>
            </a:lvl6pPr>
            <a:lvl7pPr marL="3200400" lvl="6" indent="-381000" algn="l">
              <a:spcBef>
                <a:spcPts val="480"/>
              </a:spcBef>
              <a:spcAft>
                <a:spcPts val="0"/>
              </a:spcAft>
              <a:buClr>
                <a:schemeClr val="dk1"/>
              </a:buClr>
              <a:buSzPts val="2400"/>
              <a:buChar char="•"/>
              <a:defRPr sz="2400"/>
            </a:lvl7pPr>
            <a:lvl8pPr marL="3657600" lvl="7" indent="-381000" algn="l">
              <a:spcBef>
                <a:spcPts val="480"/>
              </a:spcBef>
              <a:spcAft>
                <a:spcPts val="0"/>
              </a:spcAft>
              <a:buClr>
                <a:schemeClr val="dk1"/>
              </a:buClr>
              <a:buSzPts val="2400"/>
              <a:buChar char="•"/>
              <a:defRPr sz="2400"/>
            </a:lvl8pPr>
            <a:lvl9pPr marL="4114800" lvl="8" indent="-381000" algn="l">
              <a:spcBef>
                <a:spcPts val="480"/>
              </a:spcBef>
              <a:spcAft>
                <a:spcPts val="0"/>
              </a:spcAft>
              <a:buClr>
                <a:schemeClr val="dk1"/>
              </a:buClr>
              <a:buSzPts val="2400"/>
              <a:buChar char="•"/>
              <a:defRPr sz="2400"/>
            </a:lvl9pPr>
          </a:lstStyle>
          <a:p>
            <a:endParaRPr/>
          </a:p>
        </p:txBody>
      </p:sp>
      <p:sp>
        <p:nvSpPr>
          <p:cNvPr id="302" name="Google Shape;302;p195"/>
          <p:cNvSpPr txBox="1">
            <a:spLocks noGrp="1"/>
          </p:cNvSpPr>
          <p:nvPr>
            <p:ph type="body" idx="2"/>
          </p:nvPr>
        </p:nvSpPr>
        <p:spPr>
          <a:xfrm>
            <a:off x="6195986" y="1600201"/>
            <a:ext cx="5383398" cy="4525963"/>
          </a:xfrm>
          <a:prstGeom prst="rect">
            <a:avLst/>
          </a:prstGeom>
          <a:noFill/>
          <a:ln>
            <a:noFill/>
          </a:ln>
        </p:spPr>
        <p:txBody>
          <a:bodyPr spcFirstLastPara="1" wrap="square" lIns="121875" tIns="60925" rIns="121875" bIns="60925" anchor="t" anchorCtr="0">
            <a:normAutofit/>
          </a:bodyPr>
          <a:lstStyle>
            <a:lvl1pPr marL="457200" lvl="0" indent="-463550" algn="l">
              <a:spcBef>
                <a:spcPts val="740"/>
              </a:spcBef>
              <a:spcAft>
                <a:spcPts val="0"/>
              </a:spcAft>
              <a:buClr>
                <a:schemeClr val="dk1"/>
              </a:buClr>
              <a:buSzPts val="3700"/>
              <a:buChar char="•"/>
              <a:defRPr sz="3700"/>
            </a:lvl1pPr>
            <a:lvl2pPr marL="914400" lvl="1" indent="-431800" algn="l">
              <a:spcBef>
                <a:spcPts val="640"/>
              </a:spcBef>
              <a:spcAft>
                <a:spcPts val="0"/>
              </a:spcAft>
              <a:buClr>
                <a:schemeClr val="dk1"/>
              </a:buClr>
              <a:buSzPts val="3200"/>
              <a:buChar char="–"/>
              <a:defRPr sz="3200"/>
            </a:lvl2pPr>
            <a:lvl3pPr marL="1371600" lvl="2" indent="-400050" algn="l">
              <a:spcBef>
                <a:spcPts val="540"/>
              </a:spcBef>
              <a:spcAft>
                <a:spcPts val="0"/>
              </a:spcAft>
              <a:buClr>
                <a:schemeClr val="dk1"/>
              </a:buClr>
              <a:buSzPts val="2700"/>
              <a:buChar char="•"/>
              <a:defRPr sz="2700"/>
            </a:lvl3pPr>
            <a:lvl4pPr marL="1828800" lvl="3" indent="-381000" algn="l">
              <a:spcBef>
                <a:spcPts val="480"/>
              </a:spcBef>
              <a:spcAft>
                <a:spcPts val="0"/>
              </a:spcAft>
              <a:buClr>
                <a:schemeClr val="dk1"/>
              </a:buClr>
              <a:buSzPts val="2400"/>
              <a:buChar char="–"/>
              <a:defRPr sz="2400"/>
            </a:lvl4pPr>
            <a:lvl5pPr marL="2286000" lvl="4" indent="-381000" algn="l">
              <a:spcBef>
                <a:spcPts val="480"/>
              </a:spcBef>
              <a:spcAft>
                <a:spcPts val="0"/>
              </a:spcAft>
              <a:buClr>
                <a:schemeClr val="dk1"/>
              </a:buClr>
              <a:buSzPts val="2400"/>
              <a:buChar char="»"/>
              <a:defRPr sz="2400"/>
            </a:lvl5pPr>
            <a:lvl6pPr marL="2743200" lvl="5" indent="-381000" algn="l">
              <a:spcBef>
                <a:spcPts val="480"/>
              </a:spcBef>
              <a:spcAft>
                <a:spcPts val="0"/>
              </a:spcAft>
              <a:buClr>
                <a:schemeClr val="dk1"/>
              </a:buClr>
              <a:buSzPts val="2400"/>
              <a:buChar char="•"/>
              <a:defRPr sz="2400"/>
            </a:lvl6pPr>
            <a:lvl7pPr marL="3200400" lvl="6" indent="-381000" algn="l">
              <a:spcBef>
                <a:spcPts val="480"/>
              </a:spcBef>
              <a:spcAft>
                <a:spcPts val="0"/>
              </a:spcAft>
              <a:buClr>
                <a:schemeClr val="dk1"/>
              </a:buClr>
              <a:buSzPts val="2400"/>
              <a:buChar char="•"/>
              <a:defRPr sz="2400"/>
            </a:lvl7pPr>
            <a:lvl8pPr marL="3657600" lvl="7" indent="-381000" algn="l">
              <a:spcBef>
                <a:spcPts val="480"/>
              </a:spcBef>
              <a:spcAft>
                <a:spcPts val="0"/>
              </a:spcAft>
              <a:buClr>
                <a:schemeClr val="dk1"/>
              </a:buClr>
              <a:buSzPts val="2400"/>
              <a:buChar char="•"/>
              <a:defRPr sz="2400"/>
            </a:lvl8pPr>
            <a:lvl9pPr marL="4114800" lvl="8" indent="-381000" algn="l">
              <a:spcBef>
                <a:spcPts val="480"/>
              </a:spcBef>
              <a:spcAft>
                <a:spcPts val="0"/>
              </a:spcAft>
              <a:buClr>
                <a:schemeClr val="dk1"/>
              </a:buClr>
              <a:buSzPts val="2400"/>
              <a:buChar char="•"/>
              <a:defRPr sz="2400"/>
            </a:lvl9pPr>
          </a:lstStyle>
          <a:p>
            <a:endParaRPr/>
          </a:p>
        </p:txBody>
      </p:sp>
      <p:sp>
        <p:nvSpPr>
          <p:cNvPr id="303" name="Google Shape;303;p195"/>
          <p:cNvSpPr txBox="1">
            <a:spLocks noGrp="1"/>
          </p:cNvSpPr>
          <p:nvPr>
            <p:ph type="dt" idx="10"/>
          </p:nvPr>
        </p:nvSpPr>
        <p:spPr>
          <a:xfrm>
            <a:off x="609441" y="6356351"/>
            <a:ext cx="2844059" cy="365125"/>
          </a:xfrm>
          <a:prstGeom prst="rect">
            <a:avLst/>
          </a:prstGeom>
          <a:noFill/>
          <a:ln>
            <a:noFill/>
          </a:ln>
        </p:spPr>
        <p:txBody>
          <a:bodyPr spcFirstLastPara="1" wrap="square" lIns="121875" tIns="60925" rIns="121875" bIns="60925"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04" name="Google Shape;304;p195"/>
          <p:cNvSpPr txBox="1">
            <a:spLocks noGrp="1"/>
          </p:cNvSpPr>
          <p:nvPr>
            <p:ph type="ftr" idx="11"/>
          </p:nvPr>
        </p:nvSpPr>
        <p:spPr>
          <a:xfrm>
            <a:off x="4164515" y="6356351"/>
            <a:ext cx="3859795" cy="365125"/>
          </a:xfrm>
          <a:prstGeom prst="rect">
            <a:avLst/>
          </a:prstGeom>
          <a:noFill/>
          <a:ln>
            <a:noFill/>
          </a:ln>
        </p:spPr>
        <p:txBody>
          <a:bodyPr spcFirstLastPara="1" wrap="square" lIns="121875" tIns="60925" rIns="121875" bIns="60925"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05" name="Google Shape;305;p195"/>
          <p:cNvSpPr txBox="1">
            <a:spLocks noGrp="1"/>
          </p:cNvSpPr>
          <p:nvPr>
            <p:ph type="sldNum" idx="12"/>
          </p:nvPr>
        </p:nvSpPr>
        <p:spPr>
          <a:xfrm>
            <a:off x="8735325" y="6356351"/>
            <a:ext cx="2844059" cy="365125"/>
          </a:xfrm>
          <a:prstGeom prst="rect">
            <a:avLst/>
          </a:prstGeom>
          <a:noFill/>
          <a:ln>
            <a:noFill/>
          </a:ln>
        </p:spPr>
        <p:txBody>
          <a:bodyPr spcFirstLastPara="1" wrap="square" lIns="121875" tIns="60925" rIns="121875" bIns="6092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306"/>
        <p:cNvGrpSpPr/>
        <p:nvPr/>
      </p:nvGrpSpPr>
      <p:grpSpPr>
        <a:xfrm>
          <a:off x="0" y="0"/>
          <a:ext cx="0" cy="0"/>
          <a:chOff x="0" y="0"/>
          <a:chExt cx="0" cy="0"/>
        </a:xfrm>
      </p:grpSpPr>
      <p:sp>
        <p:nvSpPr>
          <p:cNvPr id="307" name="Google Shape;307;p196"/>
          <p:cNvSpPr txBox="1">
            <a:spLocks noGrp="1"/>
          </p:cNvSpPr>
          <p:nvPr>
            <p:ph type="title"/>
          </p:nvPr>
        </p:nvSpPr>
        <p:spPr>
          <a:xfrm>
            <a:off x="609441" y="274639"/>
            <a:ext cx="10969943" cy="711081"/>
          </a:xfrm>
          <a:prstGeom prst="rect">
            <a:avLst/>
          </a:prstGeom>
          <a:noFill/>
          <a:ln>
            <a:noFill/>
          </a:ln>
        </p:spPr>
        <p:txBody>
          <a:bodyPr spcFirstLastPara="1" wrap="square" lIns="121875" tIns="60925" rIns="121875" bIns="60925" anchor="ctr" anchorCtr="0">
            <a:normAutofit/>
          </a:bodyPr>
          <a:lstStyle>
            <a:lvl1pPr lvl="0" algn="l">
              <a:spcBef>
                <a:spcPts val="0"/>
              </a:spcBef>
              <a:spcAft>
                <a:spcPts val="0"/>
              </a:spcAft>
              <a:buClr>
                <a:schemeClr val="dk1"/>
              </a:buClr>
              <a:buSzPts val="3600"/>
              <a:buFont typeface="Calibri"/>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08" name="Google Shape;308;p196"/>
          <p:cNvSpPr txBox="1">
            <a:spLocks noGrp="1"/>
          </p:cNvSpPr>
          <p:nvPr>
            <p:ph type="body" idx="1"/>
          </p:nvPr>
        </p:nvSpPr>
        <p:spPr>
          <a:xfrm>
            <a:off x="609441" y="1535113"/>
            <a:ext cx="5385514" cy="639763"/>
          </a:xfrm>
          <a:prstGeom prst="rect">
            <a:avLst/>
          </a:prstGeom>
          <a:noFill/>
          <a:ln>
            <a:noFill/>
          </a:ln>
        </p:spPr>
        <p:txBody>
          <a:bodyPr spcFirstLastPara="1" wrap="square" lIns="121875" tIns="60925" rIns="121875" bIns="60925" anchor="b" anchorCtr="0">
            <a:normAutofit/>
          </a:bodyPr>
          <a:lstStyle>
            <a:lvl1pPr marL="457200" lvl="0" indent="-228600" algn="l">
              <a:spcBef>
                <a:spcPts val="640"/>
              </a:spcBef>
              <a:spcAft>
                <a:spcPts val="0"/>
              </a:spcAft>
              <a:buClr>
                <a:schemeClr val="dk1"/>
              </a:buClr>
              <a:buSzPts val="3200"/>
              <a:buNone/>
              <a:defRPr sz="3200" b="1"/>
            </a:lvl1pPr>
            <a:lvl2pPr marL="914400" lvl="1" indent="-228600" algn="l">
              <a:spcBef>
                <a:spcPts val="540"/>
              </a:spcBef>
              <a:spcAft>
                <a:spcPts val="0"/>
              </a:spcAft>
              <a:buClr>
                <a:schemeClr val="dk1"/>
              </a:buClr>
              <a:buSzPts val="2700"/>
              <a:buNone/>
              <a:defRPr sz="2700" b="1"/>
            </a:lvl2pPr>
            <a:lvl3pPr marL="1371600" lvl="2" indent="-228600" algn="l">
              <a:spcBef>
                <a:spcPts val="480"/>
              </a:spcBef>
              <a:spcAft>
                <a:spcPts val="0"/>
              </a:spcAft>
              <a:buClr>
                <a:schemeClr val="dk1"/>
              </a:buClr>
              <a:buSzPts val="2400"/>
              <a:buNone/>
              <a:defRPr sz="2400" b="1"/>
            </a:lvl3pPr>
            <a:lvl4pPr marL="1828800" lvl="3" indent="-228600" algn="l">
              <a:spcBef>
                <a:spcPts val="420"/>
              </a:spcBef>
              <a:spcAft>
                <a:spcPts val="0"/>
              </a:spcAft>
              <a:buClr>
                <a:schemeClr val="dk1"/>
              </a:buClr>
              <a:buSzPts val="2100"/>
              <a:buNone/>
              <a:defRPr sz="2100" b="1"/>
            </a:lvl4pPr>
            <a:lvl5pPr marL="2286000" lvl="4" indent="-228600" algn="l">
              <a:spcBef>
                <a:spcPts val="420"/>
              </a:spcBef>
              <a:spcAft>
                <a:spcPts val="0"/>
              </a:spcAft>
              <a:buClr>
                <a:schemeClr val="dk1"/>
              </a:buClr>
              <a:buSzPts val="2100"/>
              <a:buNone/>
              <a:defRPr sz="2100" b="1"/>
            </a:lvl5pPr>
            <a:lvl6pPr marL="2743200" lvl="5" indent="-228600" algn="l">
              <a:spcBef>
                <a:spcPts val="420"/>
              </a:spcBef>
              <a:spcAft>
                <a:spcPts val="0"/>
              </a:spcAft>
              <a:buClr>
                <a:schemeClr val="dk1"/>
              </a:buClr>
              <a:buSzPts val="2100"/>
              <a:buNone/>
              <a:defRPr sz="2100" b="1"/>
            </a:lvl6pPr>
            <a:lvl7pPr marL="3200400" lvl="6" indent="-228600" algn="l">
              <a:spcBef>
                <a:spcPts val="420"/>
              </a:spcBef>
              <a:spcAft>
                <a:spcPts val="0"/>
              </a:spcAft>
              <a:buClr>
                <a:schemeClr val="dk1"/>
              </a:buClr>
              <a:buSzPts val="2100"/>
              <a:buNone/>
              <a:defRPr sz="2100" b="1"/>
            </a:lvl7pPr>
            <a:lvl8pPr marL="3657600" lvl="7" indent="-228600" algn="l">
              <a:spcBef>
                <a:spcPts val="420"/>
              </a:spcBef>
              <a:spcAft>
                <a:spcPts val="0"/>
              </a:spcAft>
              <a:buClr>
                <a:schemeClr val="dk1"/>
              </a:buClr>
              <a:buSzPts val="2100"/>
              <a:buNone/>
              <a:defRPr sz="2100" b="1"/>
            </a:lvl8pPr>
            <a:lvl9pPr marL="4114800" lvl="8" indent="-228600" algn="l">
              <a:spcBef>
                <a:spcPts val="420"/>
              </a:spcBef>
              <a:spcAft>
                <a:spcPts val="0"/>
              </a:spcAft>
              <a:buClr>
                <a:schemeClr val="dk1"/>
              </a:buClr>
              <a:buSzPts val="2100"/>
              <a:buNone/>
              <a:defRPr sz="2100" b="1"/>
            </a:lvl9pPr>
          </a:lstStyle>
          <a:p>
            <a:endParaRPr/>
          </a:p>
        </p:txBody>
      </p:sp>
      <p:sp>
        <p:nvSpPr>
          <p:cNvPr id="309" name="Google Shape;309;p196"/>
          <p:cNvSpPr txBox="1">
            <a:spLocks noGrp="1"/>
          </p:cNvSpPr>
          <p:nvPr>
            <p:ph type="body" idx="2"/>
          </p:nvPr>
        </p:nvSpPr>
        <p:spPr>
          <a:xfrm>
            <a:off x="609441" y="2174875"/>
            <a:ext cx="5385514" cy="3951288"/>
          </a:xfrm>
          <a:prstGeom prst="rect">
            <a:avLst/>
          </a:prstGeom>
          <a:noFill/>
          <a:ln>
            <a:noFill/>
          </a:ln>
        </p:spPr>
        <p:txBody>
          <a:bodyPr spcFirstLastPara="1" wrap="square" lIns="121875" tIns="60925" rIns="121875" bIns="60925" anchor="t" anchorCtr="0">
            <a:normAutofit/>
          </a:bodyPr>
          <a:lstStyle>
            <a:lvl1pPr marL="457200" lvl="0" indent="-431800" algn="l">
              <a:spcBef>
                <a:spcPts val="640"/>
              </a:spcBef>
              <a:spcAft>
                <a:spcPts val="0"/>
              </a:spcAft>
              <a:buClr>
                <a:schemeClr val="dk1"/>
              </a:buClr>
              <a:buSzPts val="3200"/>
              <a:buChar char="•"/>
              <a:defRPr sz="3200"/>
            </a:lvl1pPr>
            <a:lvl2pPr marL="914400" lvl="1" indent="-400050" algn="l">
              <a:spcBef>
                <a:spcPts val="540"/>
              </a:spcBef>
              <a:spcAft>
                <a:spcPts val="0"/>
              </a:spcAft>
              <a:buClr>
                <a:schemeClr val="dk1"/>
              </a:buClr>
              <a:buSzPts val="2700"/>
              <a:buChar char="–"/>
              <a:defRPr sz="2700"/>
            </a:lvl2pPr>
            <a:lvl3pPr marL="1371600" lvl="2" indent="-381000" algn="l">
              <a:spcBef>
                <a:spcPts val="480"/>
              </a:spcBef>
              <a:spcAft>
                <a:spcPts val="0"/>
              </a:spcAft>
              <a:buClr>
                <a:schemeClr val="dk1"/>
              </a:buClr>
              <a:buSzPts val="2400"/>
              <a:buChar char="•"/>
              <a:defRPr sz="2400"/>
            </a:lvl3pPr>
            <a:lvl4pPr marL="1828800" lvl="3" indent="-361950" algn="l">
              <a:spcBef>
                <a:spcPts val="420"/>
              </a:spcBef>
              <a:spcAft>
                <a:spcPts val="0"/>
              </a:spcAft>
              <a:buClr>
                <a:schemeClr val="dk1"/>
              </a:buClr>
              <a:buSzPts val="2100"/>
              <a:buChar char="–"/>
              <a:defRPr sz="2100"/>
            </a:lvl4pPr>
            <a:lvl5pPr marL="2286000" lvl="4" indent="-361950" algn="l">
              <a:spcBef>
                <a:spcPts val="420"/>
              </a:spcBef>
              <a:spcAft>
                <a:spcPts val="0"/>
              </a:spcAft>
              <a:buClr>
                <a:schemeClr val="dk1"/>
              </a:buClr>
              <a:buSzPts val="2100"/>
              <a:buChar char="»"/>
              <a:defRPr sz="2100"/>
            </a:lvl5pPr>
            <a:lvl6pPr marL="2743200" lvl="5" indent="-361950" algn="l">
              <a:spcBef>
                <a:spcPts val="420"/>
              </a:spcBef>
              <a:spcAft>
                <a:spcPts val="0"/>
              </a:spcAft>
              <a:buClr>
                <a:schemeClr val="dk1"/>
              </a:buClr>
              <a:buSzPts val="2100"/>
              <a:buChar char="•"/>
              <a:defRPr sz="2100"/>
            </a:lvl6pPr>
            <a:lvl7pPr marL="3200400" lvl="6" indent="-361950" algn="l">
              <a:spcBef>
                <a:spcPts val="420"/>
              </a:spcBef>
              <a:spcAft>
                <a:spcPts val="0"/>
              </a:spcAft>
              <a:buClr>
                <a:schemeClr val="dk1"/>
              </a:buClr>
              <a:buSzPts val="2100"/>
              <a:buChar char="•"/>
              <a:defRPr sz="2100"/>
            </a:lvl7pPr>
            <a:lvl8pPr marL="3657600" lvl="7" indent="-361950" algn="l">
              <a:spcBef>
                <a:spcPts val="420"/>
              </a:spcBef>
              <a:spcAft>
                <a:spcPts val="0"/>
              </a:spcAft>
              <a:buClr>
                <a:schemeClr val="dk1"/>
              </a:buClr>
              <a:buSzPts val="2100"/>
              <a:buChar char="•"/>
              <a:defRPr sz="2100"/>
            </a:lvl8pPr>
            <a:lvl9pPr marL="4114800" lvl="8" indent="-361950" algn="l">
              <a:spcBef>
                <a:spcPts val="420"/>
              </a:spcBef>
              <a:spcAft>
                <a:spcPts val="0"/>
              </a:spcAft>
              <a:buClr>
                <a:schemeClr val="dk1"/>
              </a:buClr>
              <a:buSzPts val="2100"/>
              <a:buChar char="•"/>
              <a:defRPr sz="2100"/>
            </a:lvl9pPr>
          </a:lstStyle>
          <a:p>
            <a:endParaRPr/>
          </a:p>
        </p:txBody>
      </p:sp>
      <p:sp>
        <p:nvSpPr>
          <p:cNvPr id="310" name="Google Shape;310;p196"/>
          <p:cNvSpPr txBox="1">
            <a:spLocks noGrp="1"/>
          </p:cNvSpPr>
          <p:nvPr>
            <p:ph type="body" idx="3"/>
          </p:nvPr>
        </p:nvSpPr>
        <p:spPr>
          <a:xfrm>
            <a:off x="6191756" y="1535113"/>
            <a:ext cx="5387630" cy="639763"/>
          </a:xfrm>
          <a:prstGeom prst="rect">
            <a:avLst/>
          </a:prstGeom>
          <a:noFill/>
          <a:ln>
            <a:noFill/>
          </a:ln>
        </p:spPr>
        <p:txBody>
          <a:bodyPr spcFirstLastPara="1" wrap="square" lIns="121875" tIns="60925" rIns="121875" bIns="60925" anchor="b" anchorCtr="0">
            <a:normAutofit/>
          </a:bodyPr>
          <a:lstStyle>
            <a:lvl1pPr marL="457200" lvl="0" indent="-228600" algn="l">
              <a:spcBef>
                <a:spcPts val="640"/>
              </a:spcBef>
              <a:spcAft>
                <a:spcPts val="0"/>
              </a:spcAft>
              <a:buClr>
                <a:schemeClr val="dk1"/>
              </a:buClr>
              <a:buSzPts val="3200"/>
              <a:buNone/>
              <a:defRPr sz="3200" b="1"/>
            </a:lvl1pPr>
            <a:lvl2pPr marL="914400" lvl="1" indent="-228600" algn="l">
              <a:spcBef>
                <a:spcPts val="540"/>
              </a:spcBef>
              <a:spcAft>
                <a:spcPts val="0"/>
              </a:spcAft>
              <a:buClr>
                <a:schemeClr val="dk1"/>
              </a:buClr>
              <a:buSzPts val="2700"/>
              <a:buNone/>
              <a:defRPr sz="2700" b="1"/>
            </a:lvl2pPr>
            <a:lvl3pPr marL="1371600" lvl="2" indent="-228600" algn="l">
              <a:spcBef>
                <a:spcPts val="480"/>
              </a:spcBef>
              <a:spcAft>
                <a:spcPts val="0"/>
              </a:spcAft>
              <a:buClr>
                <a:schemeClr val="dk1"/>
              </a:buClr>
              <a:buSzPts val="2400"/>
              <a:buNone/>
              <a:defRPr sz="2400" b="1"/>
            </a:lvl3pPr>
            <a:lvl4pPr marL="1828800" lvl="3" indent="-228600" algn="l">
              <a:spcBef>
                <a:spcPts val="420"/>
              </a:spcBef>
              <a:spcAft>
                <a:spcPts val="0"/>
              </a:spcAft>
              <a:buClr>
                <a:schemeClr val="dk1"/>
              </a:buClr>
              <a:buSzPts val="2100"/>
              <a:buNone/>
              <a:defRPr sz="2100" b="1"/>
            </a:lvl4pPr>
            <a:lvl5pPr marL="2286000" lvl="4" indent="-228600" algn="l">
              <a:spcBef>
                <a:spcPts val="420"/>
              </a:spcBef>
              <a:spcAft>
                <a:spcPts val="0"/>
              </a:spcAft>
              <a:buClr>
                <a:schemeClr val="dk1"/>
              </a:buClr>
              <a:buSzPts val="2100"/>
              <a:buNone/>
              <a:defRPr sz="2100" b="1"/>
            </a:lvl5pPr>
            <a:lvl6pPr marL="2743200" lvl="5" indent="-228600" algn="l">
              <a:spcBef>
                <a:spcPts val="420"/>
              </a:spcBef>
              <a:spcAft>
                <a:spcPts val="0"/>
              </a:spcAft>
              <a:buClr>
                <a:schemeClr val="dk1"/>
              </a:buClr>
              <a:buSzPts val="2100"/>
              <a:buNone/>
              <a:defRPr sz="2100" b="1"/>
            </a:lvl6pPr>
            <a:lvl7pPr marL="3200400" lvl="6" indent="-228600" algn="l">
              <a:spcBef>
                <a:spcPts val="420"/>
              </a:spcBef>
              <a:spcAft>
                <a:spcPts val="0"/>
              </a:spcAft>
              <a:buClr>
                <a:schemeClr val="dk1"/>
              </a:buClr>
              <a:buSzPts val="2100"/>
              <a:buNone/>
              <a:defRPr sz="2100" b="1"/>
            </a:lvl7pPr>
            <a:lvl8pPr marL="3657600" lvl="7" indent="-228600" algn="l">
              <a:spcBef>
                <a:spcPts val="420"/>
              </a:spcBef>
              <a:spcAft>
                <a:spcPts val="0"/>
              </a:spcAft>
              <a:buClr>
                <a:schemeClr val="dk1"/>
              </a:buClr>
              <a:buSzPts val="2100"/>
              <a:buNone/>
              <a:defRPr sz="2100" b="1"/>
            </a:lvl8pPr>
            <a:lvl9pPr marL="4114800" lvl="8" indent="-228600" algn="l">
              <a:spcBef>
                <a:spcPts val="420"/>
              </a:spcBef>
              <a:spcAft>
                <a:spcPts val="0"/>
              </a:spcAft>
              <a:buClr>
                <a:schemeClr val="dk1"/>
              </a:buClr>
              <a:buSzPts val="2100"/>
              <a:buNone/>
              <a:defRPr sz="2100" b="1"/>
            </a:lvl9pPr>
          </a:lstStyle>
          <a:p>
            <a:endParaRPr/>
          </a:p>
        </p:txBody>
      </p:sp>
      <p:sp>
        <p:nvSpPr>
          <p:cNvPr id="311" name="Google Shape;311;p196"/>
          <p:cNvSpPr txBox="1">
            <a:spLocks noGrp="1"/>
          </p:cNvSpPr>
          <p:nvPr>
            <p:ph type="body" idx="4"/>
          </p:nvPr>
        </p:nvSpPr>
        <p:spPr>
          <a:xfrm>
            <a:off x="6191756" y="2174875"/>
            <a:ext cx="5387630" cy="3951288"/>
          </a:xfrm>
          <a:prstGeom prst="rect">
            <a:avLst/>
          </a:prstGeom>
          <a:noFill/>
          <a:ln>
            <a:noFill/>
          </a:ln>
        </p:spPr>
        <p:txBody>
          <a:bodyPr spcFirstLastPara="1" wrap="square" lIns="121875" tIns="60925" rIns="121875" bIns="60925" anchor="t" anchorCtr="0">
            <a:normAutofit/>
          </a:bodyPr>
          <a:lstStyle>
            <a:lvl1pPr marL="457200" lvl="0" indent="-431800" algn="l">
              <a:spcBef>
                <a:spcPts val="640"/>
              </a:spcBef>
              <a:spcAft>
                <a:spcPts val="0"/>
              </a:spcAft>
              <a:buClr>
                <a:schemeClr val="dk1"/>
              </a:buClr>
              <a:buSzPts val="3200"/>
              <a:buChar char="•"/>
              <a:defRPr sz="3200"/>
            </a:lvl1pPr>
            <a:lvl2pPr marL="914400" lvl="1" indent="-400050" algn="l">
              <a:spcBef>
                <a:spcPts val="540"/>
              </a:spcBef>
              <a:spcAft>
                <a:spcPts val="0"/>
              </a:spcAft>
              <a:buClr>
                <a:schemeClr val="dk1"/>
              </a:buClr>
              <a:buSzPts val="2700"/>
              <a:buChar char="–"/>
              <a:defRPr sz="2700"/>
            </a:lvl2pPr>
            <a:lvl3pPr marL="1371600" lvl="2" indent="-381000" algn="l">
              <a:spcBef>
                <a:spcPts val="480"/>
              </a:spcBef>
              <a:spcAft>
                <a:spcPts val="0"/>
              </a:spcAft>
              <a:buClr>
                <a:schemeClr val="dk1"/>
              </a:buClr>
              <a:buSzPts val="2400"/>
              <a:buChar char="•"/>
              <a:defRPr sz="2400"/>
            </a:lvl3pPr>
            <a:lvl4pPr marL="1828800" lvl="3" indent="-361950" algn="l">
              <a:spcBef>
                <a:spcPts val="420"/>
              </a:spcBef>
              <a:spcAft>
                <a:spcPts val="0"/>
              </a:spcAft>
              <a:buClr>
                <a:schemeClr val="dk1"/>
              </a:buClr>
              <a:buSzPts val="2100"/>
              <a:buChar char="–"/>
              <a:defRPr sz="2100"/>
            </a:lvl4pPr>
            <a:lvl5pPr marL="2286000" lvl="4" indent="-361950" algn="l">
              <a:spcBef>
                <a:spcPts val="420"/>
              </a:spcBef>
              <a:spcAft>
                <a:spcPts val="0"/>
              </a:spcAft>
              <a:buClr>
                <a:schemeClr val="dk1"/>
              </a:buClr>
              <a:buSzPts val="2100"/>
              <a:buChar char="»"/>
              <a:defRPr sz="2100"/>
            </a:lvl5pPr>
            <a:lvl6pPr marL="2743200" lvl="5" indent="-361950" algn="l">
              <a:spcBef>
                <a:spcPts val="420"/>
              </a:spcBef>
              <a:spcAft>
                <a:spcPts val="0"/>
              </a:spcAft>
              <a:buClr>
                <a:schemeClr val="dk1"/>
              </a:buClr>
              <a:buSzPts val="2100"/>
              <a:buChar char="•"/>
              <a:defRPr sz="2100"/>
            </a:lvl6pPr>
            <a:lvl7pPr marL="3200400" lvl="6" indent="-361950" algn="l">
              <a:spcBef>
                <a:spcPts val="420"/>
              </a:spcBef>
              <a:spcAft>
                <a:spcPts val="0"/>
              </a:spcAft>
              <a:buClr>
                <a:schemeClr val="dk1"/>
              </a:buClr>
              <a:buSzPts val="2100"/>
              <a:buChar char="•"/>
              <a:defRPr sz="2100"/>
            </a:lvl7pPr>
            <a:lvl8pPr marL="3657600" lvl="7" indent="-361950" algn="l">
              <a:spcBef>
                <a:spcPts val="420"/>
              </a:spcBef>
              <a:spcAft>
                <a:spcPts val="0"/>
              </a:spcAft>
              <a:buClr>
                <a:schemeClr val="dk1"/>
              </a:buClr>
              <a:buSzPts val="2100"/>
              <a:buChar char="•"/>
              <a:defRPr sz="2100"/>
            </a:lvl8pPr>
            <a:lvl9pPr marL="4114800" lvl="8" indent="-361950" algn="l">
              <a:spcBef>
                <a:spcPts val="420"/>
              </a:spcBef>
              <a:spcAft>
                <a:spcPts val="0"/>
              </a:spcAft>
              <a:buClr>
                <a:schemeClr val="dk1"/>
              </a:buClr>
              <a:buSzPts val="2100"/>
              <a:buChar char="•"/>
              <a:defRPr sz="2100"/>
            </a:lvl9pPr>
          </a:lstStyle>
          <a:p>
            <a:endParaRPr/>
          </a:p>
        </p:txBody>
      </p:sp>
      <p:sp>
        <p:nvSpPr>
          <p:cNvPr id="312" name="Google Shape;312;p196"/>
          <p:cNvSpPr txBox="1">
            <a:spLocks noGrp="1"/>
          </p:cNvSpPr>
          <p:nvPr>
            <p:ph type="dt" idx="10"/>
          </p:nvPr>
        </p:nvSpPr>
        <p:spPr>
          <a:xfrm>
            <a:off x="609441" y="6356351"/>
            <a:ext cx="2844059" cy="365125"/>
          </a:xfrm>
          <a:prstGeom prst="rect">
            <a:avLst/>
          </a:prstGeom>
          <a:noFill/>
          <a:ln>
            <a:noFill/>
          </a:ln>
        </p:spPr>
        <p:txBody>
          <a:bodyPr spcFirstLastPara="1" wrap="square" lIns="121875" tIns="60925" rIns="121875" bIns="60925"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13" name="Google Shape;313;p196"/>
          <p:cNvSpPr txBox="1">
            <a:spLocks noGrp="1"/>
          </p:cNvSpPr>
          <p:nvPr>
            <p:ph type="ftr" idx="11"/>
          </p:nvPr>
        </p:nvSpPr>
        <p:spPr>
          <a:xfrm>
            <a:off x="4164515" y="6356351"/>
            <a:ext cx="3859795" cy="365125"/>
          </a:xfrm>
          <a:prstGeom prst="rect">
            <a:avLst/>
          </a:prstGeom>
          <a:noFill/>
          <a:ln>
            <a:noFill/>
          </a:ln>
        </p:spPr>
        <p:txBody>
          <a:bodyPr spcFirstLastPara="1" wrap="square" lIns="121875" tIns="60925" rIns="121875" bIns="60925"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14" name="Google Shape;314;p196"/>
          <p:cNvSpPr txBox="1">
            <a:spLocks noGrp="1"/>
          </p:cNvSpPr>
          <p:nvPr>
            <p:ph type="sldNum" idx="12"/>
          </p:nvPr>
        </p:nvSpPr>
        <p:spPr>
          <a:xfrm>
            <a:off x="8735325" y="6356351"/>
            <a:ext cx="2844059" cy="365125"/>
          </a:xfrm>
          <a:prstGeom prst="rect">
            <a:avLst/>
          </a:prstGeom>
          <a:noFill/>
          <a:ln>
            <a:noFill/>
          </a:ln>
        </p:spPr>
        <p:txBody>
          <a:bodyPr spcFirstLastPara="1" wrap="square" lIns="121875" tIns="60925" rIns="121875" bIns="6092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315"/>
        <p:cNvGrpSpPr/>
        <p:nvPr/>
      </p:nvGrpSpPr>
      <p:grpSpPr>
        <a:xfrm>
          <a:off x="0" y="0"/>
          <a:ext cx="0" cy="0"/>
          <a:chOff x="0" y="0"/>
          <a:chExt cx="0" cy="0"/>
        </a:xfrm>
      </p:grpSpPr>
      <p:sp>
        <p:nvSpPr>
          <p:cNvPr id="316" name="Google Shape;316;p197"/>
          <p:cNvSpPr txBox="1">
            <a:spLocks noGrp="1"/>
          </p:cNvSpPr>
          <p:nvPr>
            <p:ph type="dt" idx="10"/>
          </p:nvPr>
        </p:nvSpPr>
        <p:spPr>
          <a:xfrm>
            <a:off x="609441" y="6356351"/>
            <a:ext cx="2844059" cy="365125"/>
          </a:xfrm>
          <a:prstGeom prst="rect">
            <a:avLst/>
          </a:prstGeom>
          <a:noFill/>
          <a:ln>
            <a:noFill/>
          </a:ln>
        </p:spPr>
        <p:txBody>
          <a:bodyPr spcFirstLastPara="1" wrap="square" lIns="121875" tIns="60925" rIns="121875" bIns="60925"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17" name="Google Shape;317;p197"/>
          <p:cNvSpPr txBox="1">
            <a:spLocks noGrp="1"/>
          </p:cNvSpPr>
          <p:nvPr>
            <p:ph type="ftr" idx="11"/>
          </p:nvPr>
        </p:nvSpPr>
        <p:spPr>
          <a:xfrm>
            <a:off x="4164515" y="6356351"/>
            <a:ext cx="3859795" cy="365125"/>
          </a:xfrm>
          <a:prstGeom prst="rect">
            <a:avLst/>
          </a:prstGeom>
          <a:noFill/>
          <a:ln>
            <a:noFill/>
          </a:ln>
        </p:spPr>
        <p:txBody>
          <a:bodyPr spcFirstLastPara="1" wrap="square" lIns="121875" tIns="60925" rIns="121875" bIns="60925"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18" name="Google Shape;318;p197"/>
          <p:cNvSpPr txBox="1">
            <a:spLocks noGrp="1"/>
          </p:cNvSpPr>
          <p:nvPr>
            <p:ph type="sldNum" idx="12"/>
          </p:nvPr>
        </p:nvSpPr>
        <p:spPr>
          <a:xfrm>
            <a:off x="8735325" y="6356351"/>
            <a:ext cx="2844059" cy="365125"/>
          </a:xfrm>
          <a:prstGeom prst="rect">
            <a:avLst/>
          </a:prstGeom>
          <a:noFill/>
          <a:ln>
            <a:noFill/>
          </a:ln>
        </p:spPr>
        <p:txBody>
          <a:bodyPr spcFirstLastPara="1" wrap="square" lIns="121875" tIns="60925" rIns="121875" bIns="6092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319"/>
        <p:cNvGrpSpPr/>
        <p:nvPr/>
      </p:nvGrpSpPr>
      <p:grpSpPr>
        <a:xfrm>
          <a:off x="0" y="0"/>
          <a:ext cx="0" cy="0"/>
          <a:chOff x="0" y="0"/>
          <a:chExt cx="0" cy="0"/>
        </a:xfrm>
      </p:grpSpPr>
      <p:sp>
        <p:nvSpPr>
          <p:cNvPr id="320" name="Google Shape;320;p198"/>
          <p:cNvSpPr txBox="1">
            <a:spLocks noGrp="1"/>
          </p:cNvSpPr>
          <p:nvPr>
            <p:ph type="title"/>
          </p:nvPr>
        </p:nvSpPr>
        <p:spPr>
          <a:xfrm>
            <a:off x="609443" y="273049"/>
            <a:ext cx="4010039" cy="1162051"/>
          </a:xfrm>
          <a:prstGeom prst="rect">
            <a:avLst/>
          </a:prstGeom>
          <a:noFill/>
          <a:ln>
            <a:noFill/>
          </a:ln>
        </p:spPr>
        <p:txBody>
          <a:bodyPr spcFirstLastPara="1" wrap="square" lIns="121875" tIns="60925" rIns="121875" bIns="60925" anchor="b" anchorCtr="0">
            <a:normAutofit/>
          </a:bodyPr>
          <a:lstStyle>
            <a:lvl1pPr lvl="0" algn="l">
              <a:spcBef>
                <a:spcPts val="0"/>
              </a:spcBef>
              <a:spcAft>
                <a:spcPts val="0"/>
              </a:spcAft>
              <a:buClr>
                <a:schemeClr val="dk1"/>
              </a:buClr>
              <a:buSzPts val="2700"/>
              <a:buFont typeface="Calibri"/>
              <a:buNone/>
              <a:defRPr sz="2700" b="1"/>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21" name="Google Shape;321;p198"/>
          <p:cNvSpPr txBox="1">
            <a:spLocks noGrp="1"/>
          </p:cNvSpPr>
          <p:nvPr>
            <p:ph type="body" idx="1"/>
          </p:nvPr>
        </p:nvSpPr>
        <p:spPr>
          <a:xfrm>
            <a:off x="4765492" y="273052"/>
            <a:ext cx="6813892" cy="5853113"/>
          </a:xfrm>
          <a:prstGeom prst="rect">
            <a:avLst/>
          </a:prstGeom>
          <a:noFill/>
          <a:ln>
            <a:noFill/>
          </a:ln>
        </p:spPr>
        <p:txBody>
          <a:bodyPr spcFirstLastPara="1" wrap="square" lIns="121875" tIns="60925" rIns="121875" bIns="60925" anchor="t" anchorCtr="0">
            <a:normAutofit/>
          </a:bodyPr>
          <a:lstStyle>
            <a:lvl1pPr marL="457200" lvl="0" indent="-501650" algn="l">
              <a:spcBef>
                <a:spcPts val="860"/>
              </a:spcBef>
              <a:spcAft>
                <a:spcPts val="0"/>
              </a:spcAft>
              <a:buClr>
                <a:schemeClr val="dk1"/>
              </a:buClr>
              <a:buSzPts val="4300"/>
              <a:buChar char="•"/>
              <a:defRPr sz="4300"/>
            </a:lvl1pPr>
            <a:lvl2pPr marL="914400" lvl="1" indent="-463550" algn="l">
              <a:spcBef>
                <a:spcPts val="740"/>
              </a:spcBef>
              <a:spcAft>
                <a:spcPts val="0"/>
              </a:spcAft>
              <a:buClr>
                <a:schemeClr val="dk1"/>
              </a:buClr>
              <a:buSzPts val="3700"/>
              <a:buChar char="–"/>
              <a:defRPr sz="3700"/>
            </a:lvl2pPr>
            <a:lvl3pPr marL="1371600" lvl="2" indent="-431800" algn="l">
              <a:spcBef>
                <a:spcPts val="640"/>
              </a:spcBef>
              <a:spcAft>
                <a:spcPts val="0"/>
              </a:spcAft>
              <a:buClr>
                <a:schemeClr val="dk1"/>
              </a:buClr>
              <a:buSzPts val="3200"/>
              <a:buChar char="•"/>
              <a:defRPr sz="3200"/>
            </a:lvl3pPr>
            <a:lvl4pPr marL="1828800" lvl="3" indent="-400050" algn="l">
              <a:spcBef>
                <a:spcPts val="540"/>
              </a:spcBef>
              <a:spcAft>
                <a:spcPts val="0"/>
              </a:spcAft>
              <a:buClr>
                <a:schemeClr val="dk1"/>
              </a:buClr>
              <a:buSzPts val="2700"/>
              <a:buChar char="–"/>
              <a:defRPr sz="2700"/>
            </a:lvl4pPr>
            <a:lvl5pPr marL="2286000" lvl="4" indent="-400050" algn="l">
              <a:spcBef>
                <a:spcPts val="540"/>
              </a:spcBef>
              <a:spcAft>
                <a:spcPts val="0"/>
              </a:spcAft>
              <a:buClr>
                <a:schemeClr val="dk1"/>
              </a:buClr>
              <a:buSzPts val="2700"/>
              <a:buChar char="»"/>
              <a:defRPr sz="2700"/>
            </a:lvl5pPr>
            <a:lvl6pPr marL="2743200" lvl="5" indent="-400050" algn="l">
              <a:spcBef>
                <a:spcPts val="540"/>
              </a:spcBef>
              <a:spcAft>
                <a:spcPts val="0"/>
              </a:spcAft>
              <a:buClr>
                <a:schemeClr val="dk1"/>
              </a:buClr>
              <a:buSzPts val="2700"/>
              <a:buChar char="•"/>
              <a:defRPr sz="2700"/>
            </a:lvl6pPr>
            <a:lvl7pPr marL="3200400" lvl="6" indent="-400050" algn="l">
              <a:spcBef>
                <a:spcPts val="540"/>
              </a:spcBef>
              <a:spcAft>
                <a:spcPts val="0"/>
              </a:spcAft>
              <a:buClr>
                <a:schemeClr val="dk1"/>
              </a:buClr>
              <a:buSzPts val="2700"/>
              <a:buChar char="•"/>
              <a:defRPr sz="2700"/>
            </a:lvl7pPr>
            <a:lvl8pPr marL="3657600" lvl="7" indent="-400050" algn="l">
              <a:spcBef>
                <a:spcPts val="540"/>
              </a:spcBef>
              <a:spcAft>
                <a:spcPts val="0"/>
              </a:spcAft>
              <a:buClr>
                <a:schemeClr val="dk1"/>
              </a:buClr>
              <a:buSzPts val="2700"/>
              <a:buChar char="•"/>
              <a:defRPr sz="2700"/>
            </a:lvl8pPr>
            <a:lvl9pPr marL="4114800" lvl="8" indent="-400050" algn="l">
              <a:spcBef>
                <a:spcPts val="540"/>
              </a:spcBef>
              <a:spcAft>
                <a:spcPts val="0"/>
              </a:spcAft>
              <a:buClr>
                <a:schemeClr val="dk1"/>
              </a:buClr>
              <a:buSzPts val="2700"/>
              <a:buChar char="•"/>
              <a:defRPr sz="2700"/>
            </a:lvl9pPr>
          </a:lstStyle>
          <a:p>
            <a:endParaRPr/>
          </a:p>
        </p:txBody>
      </p:sp>
      <p:sp>
        <p:nvSpPr>
          <p:cNvPr id="322" name="Google Shape;322;p198"/>
          <p:cNvSpPr txBox="1">
            <a:spLocks noGrp="1"/>
          </p:cNvSpPr>
          <p:nvPr>
            <p:ph type="body" idx="2"/>
          </p:nvPr>
        </p:nvSpPr>
        <p:spPr>
          <a:xfrm>
            <a:off x="609443" y="1435102"/>
            <a:ext cx="4010039" cy="4691063"/>
          </a:xfrm>
          <a:prstGeom prst="rect">
            <a:avLst/>
          </a:prstGeom>
          <a:noFill/>
          <a:ln>
            <a:noFill/>
          </a:ln>
        </p:spPr>
        <p:txBody>
          <a:bodyPr spcFirstLastPara="1" wrap="square" lIns="121875" tIns="60925" rIns="121875" bIns="60925" anchor="t" anchorCtr="0">
            <a:normAutofit/>
          </a:bodyPr>
          <a:lstStyle>
            <a:lvl1pPr marL="457200" lvl="0" indent="-228600" algn="l">
              <a:spcBef>
                <a:spcPts val="380"/>
              </a:spcBef>
              <a:spcAft>
                <a:spcPts val="0"/>
              </a:spcAft>
              <a:buClr>
                <a:schemeClr val="dk1"/>
              </a:buClr>
              <a:buSzPts val="1900"/>
              <a:buNone/>
              <a:defRPr sz="1900"/>
            </a:lvl1pPr>
            <a:lvl2pPr marL="914400" lvl="1" indent="-228600" algn="l">
              <a:spcBef>
                <a:spcPts val="320"/>
              </a:spcBef>
              <a:spcAft>
                <a:spcPts val="0"/>
              </a:spcAft>
              <a:buClr>
                <a:schemeClr val="dk1"/>
              </a:buClr>
              <a:buSzPts val="1600"/>
              <a:buNone/>
              <a:defRPr sz="1600"/>
            </a:lvl2pPr>
            <a:lvl3pPr marL="1371600" lvl="2" indent="-228600" algn="l">
              <a:spcBef>
                <a:spcPts val="260"/>
              </a:spcBef>
              <a:spcAft>
                <a:spcPts val="0"/>
              </a:spcAft>
              <a:buClr>
                <a:schemeClr val="dk1"/>
              </a:buClr>
              <a:buSzPts val="1300"/>
              <a:buNone/>
              <a:defRPr sz="1300"/>
            </a:lvl3pPr>
            <a:lvl4pPr marL="1828800" lvl="3" indent="-228600" algn="l">
              <a:spcBef>
                <a:spcPts val="240"/>
              </a:spcBef>
              <a:spcAft>
                <a:spcPts val="0"/>
              </a:spcAft>
              <a:buClr>
                <a:schemeClr val="dk1"/>
              </a:buClr>
              <a:buSzPts val="1200"/>
              <a:buNone/>
              <a:defRPr sz="1200"/>
            </a:lvl4pPr>
            <a:lvl5pPr marL="2286000" lvl="4" indent="-228600" algn="l">
              <a:spcBef>
                <a:spcPts val="240"/>
              </a:spcBef>
              <a:spcAft>
                <a:spcPts val="0"/>
              </a:spcAft>
              <a:buClr>
                <a:schemeClr val="dk1"/>
              </a:buClr>
              <a:buSzPts val="1200"/>
              <a:buNone/>
              <a:defRPr sz="1200"/>
            </a:lvl5pPr>
            <a:lvl6pPr marL="2743200" lvl="5" indent="-228600" algn="l">
              <a:spcBef>
                <a:spcPts val="240"/>
              </a:spcBef>
              <a:spcAft>
                <a:spcPts val="0"/>
              </a:spcAft>
              <a:buClr>
                <a:schemeClr val="dk1"/>
              </a:buClr>
              <a:buSzPts val="1200"/>
              <a:buNone/>
              <a:defRPr sz="1200"/>
            </a:lvl6pPr>
            <a:lvl7pPr marL="3200400" lvl="6" indent="-228600" algn="l">
              <a:spcBef>
                <a:spcPts val="240"/>
              </a:spcBef>
              <a:spcAft>
                <a:spcPts val="0"/>
              </a:spcAft>
              <a:buClr>
                <a:schemeClr val="dk1"/>
              </a:buClr>
              <a:buSzPts val="1200"/>
              <a:buNone/>
              <a:defRPr sz="1200"/>
            </a:lvl7pPr>
            <a:lvl8pPr marL="3657600" lvl="7" indent="-228600" algn="l">
              <a:spcBef>
                <a:spcPts val="240"/>
              </a:spcBef>
              <a:spcAft>
                <a:spcPts val="0"/>
              </a:spcAft>
              <a:buClr>
                <a:schemeClr val="dk1"/>
              </a:buClr>
              <a:buSzPts val="1200"/>
              <a:buNone/>
              <a:defRPr sz="1200"/>
            </a:lvl8pPr>
            <a:lvl9pPr marL="4114800" lvl="8" indent="-228600" algn="l">
              <a:spcBef>
                <a:spcPts val="240"/>
              </a:spcBef>
              <a:spcAft>
                <a:spcPts val="0"/>
              </a:spcAft>
              <a:buClr>
                <a:schemeClr val="dk1"/>
              </a:buClr>
              <a:buSzPts val="1200"/>
              <a:buNone/>
              <a:defRPr sz="1200"/>
            </a:lvl9pPr>
          </a:lstStyle>
          <a:p>
            <a:endParaRPr/>
          </a:p>
        </p:txBody>
      </p:sp>
      <p:sp>
        <p:nvSpPr>
          <p:cNvPr id="323" name="Google Shape;323;p198"/>
          <p:cNvSpPr txBox="1">
            <a:spLocks noGrp="1"/>
          </p:cNvSpPr>
          <p:nvPr>
            <p:ph type="dt" idx="10"/>
          </p:nvPr>
        </p:nvSpPr>
        <p:spPr>
          <a:xfrm>
            <a:off x="609441" y="6356351"/>
            <a:ext cx="2844059" cy="365125"/>
          </a:xfrm>
          <a:prstGeom prst="rect">
            <a:avLst/>
          </a:prstGeom>
          <a:noFill/>
          <a:ln>
            <a:noFill/>
          </a:ln>
        </p:spPr>
        <p:txBody>
          <a:bodyPr spcFirstLastPara="1" wrap="square" lIns="121875" tIns="60925" rIns="121875" bIns="60925"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24" name="Google Shape;324;p198"/>
          <p:cNvSpPr txBox="1">
            <a:spLocks noGrp="1"/>
          </p:cNvSpPr>
          <p:nvPr>
            <p:ph type="ftr" idx="11"/>
          </p:nvPr>
        </p:nvSpPr>
        <p:spPr>
          <a:xfrm>
            <a:off x="4164515" y="6356351"/>
            <a:ext cx="3859795" cy="365125"/>
          </a:xfrm>
          <a:prstGeom prst="rect">
            <a:avLst/>
          </a:prstGeom>
          <a:noFill/>
          <a:ln>
            <a:noFill/>
          </a:ln>
        </p:spPr>
        <p:txBody>
          <a:bodyPr spcFirstLastPara="1" wrap="square" lIns="121875" tIns="60925" rIns="121875" bIns="60925"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25" name="Google Shape;325;p198"/>
          <p:cNvSpPr txBox="1">
            <a:spLocks noGrp="1"/>
          </p:cNvSpPr>
          <p:nvPr>
            <p:ph type="sldNum" idx="12"/>
          </p:nvPr>
        </p:nvSpPr>
        <p:spPr>
          <a:xfrm>
            <a:off x="8735325" y="6356351"/>
            <a:ext cx="2844059" cy="365125"/>
          </a:xfrm>
          <a:prstGeom prst="rect">
            <a:avLst/>
          </a:prstGeom>
          <a:noFill/>
          <a:ln>
            <a:noFill/>
          </a:ln>
        </p:spPr>
        <p:txBody>
          <a:bodyPr spcFirstLastPara="1" wrap="square" lIns="121875" tIns="60925" rIns="121875" bIns="6092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326"/>
        <p:cNvGrpSpPr/>
        <p:nvPr/>
      </p:nvGrpSpPr>
      <p:grpSpPr>
        <a:xfrm>
          <a:off x="0" y="0"/>
          <a:ext cx="0" cy="0"/>
          <a:chOff x="0" y="0"/>
          <a:chExt cx="0" cy="0"/>
        </a:xfrm>
      </p:grpSpPr>
      <p:sp>
        <p:nvSpPr>
          <p:cNvPr id="327" name="Google Shape;327;p199"/>
          <p:cNvSpPr txBox="1">
            <a:spLocks noGrp="1"/>
          </p:cNvSpPr>
          <p:nvPr>
            <p:ph type="title"/>
          </p:nvPr>
        </p:nvSpPr>
        <p:spPr>
          <a:xfrm>
            <a:off x="2389095" y="4800600"/>
            <a:ext cx="7313295" cy="566739"/>
          </a:xfrm>
          <a:prstGeom prst="rect">
            <a:avLst/>
          </a:prstGeom>
          <a:noFill/>
          <a:ln>
            <a:noFill/>
          </a:ln>
        </p:spPr>
        <p:txBody>
          <a:bodyPr spcFirstLastPara="1" wrap="square" lIns="121875" tIns="60925" rIns="121875" bIns="60925" anchor="b" anchorCtr="0">
            <a:normAutofit/>
          </a:bodyPr>
          <a:lstStyle>
            <a:lvl1pPr lvl="0" algn="l">
              <a:spcBef>
                <a:spcPts val="0"/>
              </a:spcBef>
              <a:spcAft>
                <a:spcPts val="0"/>
              </a:spcAft>
              <a:buClr>
                <a:schemeClr val="dk1"/>
              </a:buClr>
              <a:buSzPts val="2700"/>
              <a:buFont typeface="Calibri"/>
              <a:buNone/>
              <a:defRPr sz="2700" b="1"/>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28" name="Google Shape;328;p199"/>
          <p:cNvSpPr>
            <a:spLocks noGrp="1"/>
          </p:cNvSpPr>
          <p:nvPr>
            <p:ph type="pic" idx="2"/>
          </p:nvPr>
        </p:nvSpPr>
        <p:spPr>
          <a:xfrm>
            <a:off x="2389095" y="612775"/>
            <a:ext cx="7313295" cy="4114800"/>
          </a:xfrm>
          <a:prstGeom prst="rect">
            <a:avLst/>
          </a:prstGeom>
          <a:noFill/>
          <a:ln>
            <a:noFill/>
          </a:ln>
        </p:spPr>
      </p:sp>
      <p:sp>
        <p:nvSpPr>
          <p:cNvPr id="329" name="Google Shape;329;p199"/>
          <p:cNvSpPr txBox="1">
            <a:spLocks noGrp="1"/>
          </p:cNvSpPr>
          <p:nvPr>
            <p:ph type="body" idx="1"/>
          </p:nvPr>
        </p:nvSpPr>
        <p:spPr>
          <a:xfrm>
            <a:off x="2389095" y="5367338"/>
            <a:ext cx="7313295" cy="804863"/>
          </a:xfrm>
          <a:prstGeom prst="rect">
            <a:avLst/>
          </a:prstGeom>
          <a:noFill/>
          <a:ln>
            <a:noFill/>
          </a:ln>
        </p:spPr>
        <p:txBody>
          <a:bodyPr spcFirstLastPara="1" wrap="square" lIns="121875" tIns="60925" rIns="121875" bIns="60925" anchor="t" anchorCtr="0">
            <a:normAutofit/>
          </a:bodyPr>
          <a:lstStyle>
            <a:lvl1pPr marL="457200" lvl="0" indent="-228600" algn="l">
              <a:spcBef>
                <a:spcPts val="380"/>
              </a:spcBef>
              <a:spcAft>
                <a:spcPts val="0"/>
              </a:spcAft>
              <a:buClr>
                <a:schemeClr val="dk1"/>
              </a:buClr>
              <a:buSzPts val="1900"/>
              <a:buNone/>
              <a:defRPr sz="1900"/>
            </a:lvl1pPr>
            <a:lvl2pPr marL="914400" lvl="1" indent="-228600" algn="l">
              <a:spcBef>
                <a:spcPts val="320"/>
              </a:spcBef>
              <a:spcAft>
                <a:spcPts val="0"/>
              </a:spcAft>
              <a:buClr>
                <a:schemeClr val="dk1"/>
              </a:buClr>
              <a:buSzPts val="1600"/>
              <a:buNone/>
              <a:defRPr sz="1600"/>
            </a:lvl2pPr>
            <a:lvl3pPr marL="1371600" lvl="2" indent="-228600" algn="l">
              <a:spcBef>
                <a:spcPts val="260"/>
              </a:spcBef>
              <a:spcAft>
                <a:spcPts val="0"/>
              </a:spcAft>
              <a:buClr>
                <a:schemeClr val="dk1"/>
              </a:buClr>
              <a:buSzPts val="1300"/>
              <a:buNone/>
              <a:defRPr sz="1300"/>
            </a:lvl3pPr>
            <a:lvl4pPr marL="1828800" lvl="3" indent="-228600" algn="l">
              <a:spcBef>
                <a:spcPts val="240"/>
              </a:spcBef>
              <a:spcAft>
                <a:spcPts val="0"/>
              </a:spcAft>
              <a:buClr>
                <a:schemeClr val="dk1"/>
              </a:buClr>
              <a:buSzPts val="1200"/>
              <a:buNone/>
              <a:defRPr sz="1200"/>
            </a:lvl4pPr>
            <a:lvl5pPr marL="2286000" lvl="4" indent="-228600" algn="l">
              <a:spcBef>
                <a:spcPts val="240"/>
              </a:spcBef>
              <a:spcAft>
                <a:spcPts val="0"/>
              </a:spcAft>
              <a:buClr>
                <a:schemeClr val="dk1"/>
              </a:buClr>
              <a:buSzPts val="1200"/>
              <a:buNone/>
              <a:defRPr sz="1200"/>
            </a:lvl5pPr>
            <a:lvl6pPr marL="2743200" lvl="5" indent="-228600" algn="l">
              <a:spcBef>
                <a:spcPts val="240"/>
              </a:spcBef>
              <a:spcAft>
                <a:spcPts val="0"/>
              </a:spcAft>
              <a:buClr>
                <a:schemeClr val="dk1"/>
              </a:buClr>
              <a:buSzPts val="1200"/>
              <a:buNone/>
              <a:defRPr sz="1200"/>
            </a:lvl6pPr>
            <a:lvl7pPr marL="3200400" lvl="6" indent="-228600" algn="l">
              <a:spcBef>
                <a:spcPts val="240"/>
              </a:spcBef>
              <a:spcAft>
                <a:spcPts val="0"/>
              </a:spcAft>
              <a:buClr>
                <a:schemeClr val="dk1"/>
              </a:buClr>
              <a:buSzPts val="1200"/>
              <a:buNone/>
              <a:defRPr sz="1200"/>
            </a:lvl7pPr>
            <a:lvl8pPr marL="3657600" lvl="7" indent="-228600" algn="l">
              <a:spcBef>
                <a:spcPts val="240"/>
              </a:spcBef>
              <a:spcAft>
                <a:spcPts val="0"/>
              </a:spcAft>
              <a:buClr>
                <a:schemeClr val="dk1"/>
              </a:buClr>
              <a:buSzPts val="1200"/>
              <a:buNone/>
              <a:defRPr sz="1200"/>
            </a:lvl8pPr>
            <a:lvl9pPr marL="4114800" lvl="8" indent="-228600" algn="l">
              <a:spcBef>
                <a:spcPts val="240"/>
              </a:spcBef>
              <a:spcAft>
                <a:spcPts val="0"/>
              </a:spcAft>
              <a:buClr>
                <a:schemeClr val="dk1"/>
              </a:buClr>
              <a:buSzPts val="1200"/>
              <a:buNone/>
              <a:defRPr sz="1200"/>
            </a:lvl9pPr>
          </a:lstStyle>
          <a:p>
            <a:endParaRPr/>
          </a:p>
        </p:txBody>
      </p:sp>
      <p:sp>
        <p:nvSpPr>
          <p:cNvPr id="330" name="Google Shape;330;p199"/>
          <p:cNvSpPr txBox="1">
            <a:spLocks noGrp="1"/>
          </p:cNvSpPr>
          <p:nvPr>
            <p:ph type="dt" idx="10"/>
          </p:nvPr>
        </p:nvSpPr>
        <p:spPr>
          <a:xfrm>
            <a:off x="609441" y="6356351"/>
            <a:ext cx="2844059" cy="365125"/>
          </a:xfrm>
          <a:prstGeom prst="rect">
            <a:avLst/>
          </a:prstGeom>
          <a:noFill/>
          <a:ln>
            <a:noFill/>
          </a:ln>
        </p:spPr>
        <p:txBody>
          <a:bodyPr spcFirstLastPara="1" wrap="square" lIns="121875" tIns="60925" rIns="121875" bIns="60925"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31" name="Google Shape;331;p199"/>
          <p:cNvSpPr txBox="1">
            <a:spLocks noGrp="1"/>
          </p:cNvSpPr>
          <p:nvPr>
            <p:ph type="ftr" idx="11"/>
          </p:nvPr>
        </p:nvSpPr>
        <p:spPr>
          <a:xfrm>
            <a:off x="4164515" y="6356351"/>
            <a:ext cx="3859795" cy="365125"/>
          </a:xfrm>
          <a:prstGeom prst="rect">
            <a:avLst/>
          </a:prstGeom>
          <a:noFill/>
          <a:ln>
            <a:noFill/>
          </a:ln>
        </p:spPr>
        <p:txBody>
          <a:bodyPr spcFirstLastPara="1" wrap="square" lIns="121875" tIns="60925" rIns="121875" bIns="60925"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32" name="Google Shape;332;p199"/>
          <p:cNvSpPr txBox="1">
            <a:spLocks noGrp="1"/>
          </p:cNvSpPr>
          <p:nvPr>
            <p:ph type="sldNum" idx="12"/>
          </p:nvPr>
        </p:nvSpPr>
        <p:spPr>
          <a:xfrm>
            <a:off x="8735325" y="6356351"/>
            <a:ext cx="2844059" cy="365125"/>
          </a:xfrm>
          <a:prstGeom prst="rect">
            <a:avLst/>
          </a:prstGeom>
          <a:noFill/>
          <a:ln>
            <a:noFill/>
          </a:ln>
        </p:spPr>
        <p:txBody>
          <a:bodyPr spcFirstLastPara="1" wrap="square" lIns="121875" tIns="60925" rIns="121875" bIns="6092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333"/>
        <p:cNvGrpSpPr/>
        <p:nvPr/>
      </p:nvGrpSpPr>
      <p:grpSpPr>
        <a:xfrm>
          <a:off x="0" y="0"/>
          <a:ext cx="0" cy="0"/>
          <a:chOff x="0" y="0"/>
          <a:chExt cx="0" cy="0"/>
        </a:xfrm>
      </p:grpSpPr>
      <p:sp>
        <p:nvSpPr>
          <p:cNvPr id="334" name="Google Shape;334;p200"/>
          <p:cNvSpPr txBox="1">
            <a:spLocks noGrp="1"/>
          </p:cNvSpPr>
          <p:nvPr>
            <p:ph type="title"/>
          </p:nvPr>
        </p:nvSpPr>
        <p:spPr>
          <a:xfrm>
            <a:off x="609441" y="274639"/>
            <a:ext cx="10969943" cy="711081"/>
          </a:xfrm>
          <a:prstGeom prst="rect">
            <a:avLst/>
          </a:prstGeom>
          <a:noFill/>
          <a:ln>
            <a:noFill/>
          </a:ln>
        </p:spPr>
        <p:txBody>
          <a:bodyPr spcFirstLastPara="1" wrap="square" lIns="121875" tIns="60925" rIns="121875" bIns="60925" anchor="ctr" anchorCtr="0">
            <a:normAutofit/>
          </a:bodyPr>
          <a:lstStyle>
            <a:lvl1pPr lvl="0" algn="l">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35" name="Google Shape;335;p200"/>
          <p:cNvSpPr txBox="1">
            <a:spLocks noGrp="1"/>
          </p:cNvSpPr>
          <p:nvPr>
            <p:ph type="body" idx="1"/>
          </p:nvPr>
        </p:nvSpPr>
        <p:spPr>
          <a:xfrm rot="5400000">
            <a:off x="3600543" y="-1852677"/>
            <a:ext cx="4987739" cy="10969943"/>
          </a:xfrm>
          <a:prstGeom prst="rect">
            <a:avLst/>
          </a:prstGeom>
          <a:noFill/>
          <a:ln>
            <a:noFill/>
          </a:ln>
        </p:spPr>
        <p:txBody>
          <a:bodyPr spcFirstLastPara="1" wrap="square" lIns="121875" tIns="60925" rIns="121875" bIns="60925" anchor="t" anchorCtr="0">
            <a:normAutofit/>
          </a:bodyPr>
          <a:lstStyle>
            <a:lvl1pPr marL="457200" lvl="0" indent="-342900" algn="l">
              <a:spcBef>
                <a:spcPts val="360"/>
              </a:spcBef>
              <a:spcAft>
                <a:spcPts val="0"/>
              </a:spcAft>
              <a:buClr>
                <a:schemeClr val="dk1"/>
              </a:buClr>
              <a:buSzPts val="1800"/>
              <a:buChar char="•"/>
              <a:defRPr/>
            </a:lvl1pPr>
            <a:lvl2pPr marL="914400" lvl="1" indent="-342900" algn="l">
              <a:spcBef>
                <a:spcPts val="360"/>
              </a:spcBef>
              <a:spcAft>
                <a:spcPts val="0"/>
              </a:spcAft>
              <a:buClr>
                <a:schemeClr val="dk1"/>
              </a:buClr>
              <a:buSzPts val="1800"/>
              <a:buChar char="–"/>
              <a:defRPr/>
            </a:lvl2pPr>
            <a:lvl3pPr marL="1371600" lvl="2" indent="-342900" algn="l">
              <a:spcBef>
                <a:spcPts val="360"/>
              </a:spcBef>
              <a:spcAft>
                <a:spcPts val="0"/>
              </a:spcAft>
              <a:buClr>
                <a:schemeClr val="dk1"/>
              </a:buClr>
              <a:buSzPts val="1800"/>
              <a:buChar char="•"/>
              <a:defRPr/>
            </a:lvl3pPr>
            <a:lvl4pPr marL="1828800" lvl="3" indent="-342900" algn="l">
              <a:spcBef>
                <a:spcPts val="360"/>
              </a:spcBef>
              <a:spcAft>
                <a:spcPts val="0"/>
              </a:spcAft>
              <a:buClr>
                <a:schemeClr val="dk1"/>
              </a:buClr>
              <a:buSzPts val="1800"/>
              <a:buChar char="–"/>
              <a:defRPr/>
            </a:lvl4pPr>
            <a:lvl5pPr marL="2286000" lvl="4" indent="-342900" algn="l">
              <a:spcBef>
                <a:spcPts val="360"/>
              </a:spcBef>
              <a:spcAft>
                <a:spcPts val="0"/>
              </a:spcAft>
              <a:buClr>
                <a:schemeClr val="dk1"/>
              </a:buClr>
              <a:buSzPts val="1800"/>
              <a:buChar char="»"/>
              <a:defRPr/>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
        <p:nvSpPr>
          <p:cNvPr id="336" name="Google Shape;336;p200"/>
          <p:cNvSpPr txBox="1">
            <a:spLocks noGrp="1"/>
          </p:cNvSpPr>
          <p:nvPr>
            <p:ph type="dt" idx="10"/>
          </p:nvPr>
        </p:nvSpPr>
        <p:spPr>
          <a:xfrm>
            <a:off x="609441" y="6356351"/>
            <a:ext cx="2844059" cy="365125"/>
          </a:xfrm>
          <a:prstGeom prst="rect">
            <a:avLst/>
          </a:prstGeom>
          <a:noFill/>
          <a:ln>
            <a:noFill/>
          </a:ln>
        </p:spPr>
        <p:txBody>
          <a:bodyPr spcFirstLastPara="1" wrap="square" lIns="121875" tIns="60925" rIns="121875" bIns="60925"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37" name="Google Shape;337;p200"/>
          <p:cNvSpPr txBox="1">
            <a:spLocks noGrp="1"/>
          </p:cNvSpPr>
          <p:nvPr>
            <p:ph type="ftr" idx="11"/>
          </p:nvPr>
        </p:nvSpPr>
        <p:spPr>
          <a:xfrm>
            <a:off x="4164515" y="6356351"/>
            <a:ext cx="3859795" cy="365125"/>
          </a:xfrm>
          <a:prstGeom prst="rect">
            <a:avLst/>
          </a:prstGeom>
          <a:noFill/>
          <a:ln>
            <a:noFill/>
          </a:ln>
        </p:spPr>
        <p:txBody>
          <a:bodyPr spcFirstLastPara="1" wrap="square" lIns="121875" tIns="60925" rIns="121875" bIns="60925"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38" name="Google Shape;338;p200"/>
          <p:cNvSpPr txBox="1">
            <a:spLocks noGrp="1"/>
          </p:cNvSpPr>
          <p:nvPr>
            <p:ph type="sldNum" idx="12"/>
          </p:nvPr>
        </p:nvSpPr>
        <p:spPr>
          <a:xfrm>
            <a:off x="8735325" y="6356351"/>
            <a:ext cx="2844059" cy="365125"/>
          </a:xfrm>
          <a:prstGeom prst="rect">
            <a:avLst/>
          </a:prstGeom>
          <a:noFill/>
          <a:ln>
            <a:noFill/>
          </a:ln>
        </p:spPr>
        <p:txBody>
          <a:bodyPr spcFirstLastPara="1" wrap="square" lIns="121875" tIns="60925" rIns="121875" bIns="6092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339"/>
        <p:cNvGrpSpPr/>
        <p:nvPr/>
      </p:nvGrpSpPr>
      <p:grpSpPr>
        <a:xfrm>
          <a:off x="0" y="0"/>
          <a:ext cx="0" cy="0"/>
          <a:chOff x="0" y="0"/>
          <a:chExt cx="0" cy="0"/>
        </a:xfrm>
      </p:grpSpPr>
      <p:sp>
        <p:nvSpPr>
          <p:cNvPr id="340" name="Google Shape;340;p201"/>
          <p:cNvSpPr txBox="1">
            <a:spLocks noGrp="1"/>
          </p:cNvSpPr>
          <p:nvPr>
            <p:ph type="title"/>
          </p:nvPr>
        </p:nvSpPr>
        <p:spPr>
          <a:xfrm rot="5400000">
            <a:off x="7282379" y="1829159"/>
            <a:ext cx="5851525" cy="2742486"/>
          </a:xfrm>
          <a:prstGeom prst="rect">
            <a:avLst/>
          </a:prstGeom>
          <a:noFill/>
          <a:ln>
            <a:noFill/>
          </a:ln>
        </p:spPr>
        <p:txBody>
          <a:bodyPr spcFirstLastPara="1" wrap="square" lIns="121875" tIns="60925" rIns="121875" bIns="60925" anchor="ctr" anchorCtr="0">
            <a:normAutofit/>
          </a:bodyPr>
          <a:lstStyle>
            <a:lvl1pPr lvl="0" algn="l">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41" name="Google Shape;341;p201"/>
          <p:cNvSpPr txBox="1">
            <a:spLocks noGrp="1"/>
          </p:cNvSpPr>
          <p:nvPr>
            <p:ph type="body" idx="1"/>
          </p:nvPr>
        </p:nvSpPr>
        <p:spPr>
          <a:xfrm rot="5400000">
            <a:off x="1695834" y="-811754"/>
            <a:ext cx="5851525" cy="8024310"/>
          </a:xfrm>
          <a:prstGeom prst="rect">
            <a:avLst/>
          </a:prstGeom>
          <a:noFill/>
          <a:ln>
            <a:noFill/>
          </a:ln>
        </p:spPr>
        <p:txBody>
          <a:bodyPr spcFirstLastPara="1" wrap="square" lIns="121875" tIns="60925" rIns="121875" bIns="60925" anchor="t" anchorCtr="0">
            <a:normAutofit/>
          </a:bodyPr>
          <a:lstStyle>
            <a:lvl1pPr marL="457200" lvl="0" indent="-342900" algn="l">
              <a:spcBef>
                <a:spcPts val="360"/>
              </a:spcBef>
              <a:spcAft>
                <a:spcPts val="0"/>
              </a:spcAft>
              <a:buClr>
                <a:schemeClr val="dk1"/>
              </a:buClr>
              <a:buSzPts val="1800"/>
              <a:buChar char="•"/>
              <a:defRPr/>
            </a:lvl1pPr>
            <a:lvl2pPr marL="914400" lvl="1" indent="-342900" algn="l">
              <a:spcBef>
                <a:spcPts val="360"/>
              </a:spcBef>
              <a:spcAft>
                <a:spcPts val="0"/>
              </a:spcAft>
              <a:buClr>
                <a:schemeClr val="dk1"/>
              </a:buClr>
              <a:buSzPts val="1800"/>
              <a:buChar char="–"/>
              <a:defRPr/>
            </a:lvl2pPr>
            <a:lvl3pPr marL="1371600" lvl="2" indent="-342900" algn="l">
              <a:spcBef>
                <a:spcPts val="360"/>
              </a:spcBef>
              <a:spcAft>
                <a:spcPts val="0"/>
              </a:spcAft>
              <a:buClr>
                <a:schemeClr val="dk1"/>
              </a:buClr>
              <a:buSzPts val="1800"/>
              <a:buChar char="•"/>
              <a:defRPr/>
            </a:lvl3pPr>
            <a:lvl4pPr marL="1828800" lvl="3" indent="-342900" algn="l">
              <a:spcBef>
                <a:spcPts val="360"/>
              </a:spcBef>
              <a:spcAft>
                <a:spcPts val="0"/>
              </a:spcAft>
              <a:buClr>
                <a:schemeClr val="dk1"/>
              </a:buClr>
              <a:buSzPts val="1800"/>
              <a:buChar char="–"/>
              <a:defRPr/>
            </a:lvl4pPr>
            <a:lvl5pPr marL="2286000" lvl="4" indent="-342900" algn="l">
              <a:spcBef>
                <a:spcPts val="360"/>
              </a:spcBef>
              <a:spcAft>
                <a:spcPts val="0"/>
              </a:spcAft>
              <a:buClr>
                <a:schemeClr val="dk1"/>
              </a:buClr>
              <a:buSzPts val="1800"/>
              <a:buChar char="»"/>
              <a:defRPr/>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
        <p:nvSpPr>
          <p:cNvPr id="342" name="Google Shape;342;p201"/>
          <p:cNvSpPr txBox="1">
            <a:spLocks noGrp="1"/>
          </p:cNvSpPr>
          <p:nvPr>
            <p:ph type="dt" idx="10"/>
          </p:nvPr>
        </p:nvSpPr>
        <p:spPr>
          <a:xfrm>
            <a:off x="609441" y="6356351"/>
            <a:ext cx="2844059" cy="365125"/>
          </a:xfrm>
          <a:prstGeom prst="rect">
            <a:avLst/>
          </a:prstGeom>
          <a:noFill/>
          <a:ln>
            <a:noFill/>
          </a:ln>
        </p:spPr>
        <p:txBody>
          <a:bodyPr spcFirstLastPara="1" wrap="square" lIns="121875" tIns="60925" rIns="121875" bIns="60925"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43" name="Google Shape;343;p201"/>
          <p:cNvSpPr txBox="1">
            <a:spLocks noGrp="1"/>
          </p:cNvSpPr>
          <p:nvPr>
            <p:ph type="ftr" idx="11"/>
          </p:nvPr>
        </p:nvSpPr>
        <p:spPr>
          <a:xfrm>
            <a:off x="4164515" y="6356351"/>
            <a:ext cx="3859795" cy="365125"/>
          </a:xfrm>
          <a:prstGeom prst="rect">
            <a:avLst/>
          </a:prstGeom>
          <a:noFill/>
          <a:ln>
            <a:noFill/>
          </a:ln>
        </p:spPr>
        <p:txBody>
          <a:bodyPr spcFirstLastPara="1" wrap="square" lIns="121875" tIns="60925" rIns="121875" bIns="60925"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44" name="Google Shape;344;p201"/>
          <p:cNvSpPr txBox="1">
            <a:spLocks noGrp="1"/>
          </p:cNvSpPr>
          <p:nvPr>
            <p:ph type="sldNum" idx="12"/>
          </p:nvPr>
        </p:nvSpPr>
        <p:spPr>
          <a:xfrm>
            <a:off x="8735325" y="6356351"/>
            <a:ext cx="2844059" cy="365125"/>
          </a:xfrm>
          <a:prstGeom prst="rect">
            <a:avLst/>
          </a:prstGeom>
          <a:noFill/>
          <a:ln>
            <a:noFill/>
          </a:ln>
        </p:spPr>
        <p:txBody>
          <a:bodyPr spcFirstLastPara="1" wrap="square" lIns="121875" tIns="60925" rIns="121875" bIns="6092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matchingName="40_Full Blank">
  <p:cSld name="40_Full Blank">
    <p:spTree>
      <p:nvGrpSpPr>
        <p:cNvPr id="1" name="Shape 345"/>
        <p:cNvGrpSpPr/>
        <p:nvPr/>
      </p:nvGrpSpPr>
      <p:grpSpPr>
        <a:xfrm>
          <a:off x="0" y="0"/>
          <a:ext cx="0" cy="0"/>
          <a:chOff x="0" y="0"/>
          <a:chExt cx="0" cy="0"/>
        </a:xfrm>
      </p:grpSpPr>
      <p:sp>
        <p:nvSpPr>
          <p:cNvPr id="346" name="Google Shape;346;p202"/>
          <p:cNvSpPr/>
          <p:nvPr/>
        </p:nvSpPr>
        <p:spPr>
          <a:xfrm>
            <a:off x="0" y="-981"/>
            <a:ext cx="12188825" cy="6867857"/>
          </a:xfrm>
          <a:prstGeom prst="rect">
            <a:avLst/>
          </a:prstGeom>
          <a:solidFill>
            <a:srgbClr val="262626">
              <a:alpha val="96862"/>
            </a:srgbClr>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399">
              <a:solidFill>
                <a:schemeClr val="lt1"/>
              </a:solidFill>
              <a:latin typeface="Calibri"/>
              <a:ea typeface="Calibri"/>
              <a:cs typeface="Calibri"/>
              <a:sym typeface="Calibri"/>
            </a:endParaRPr>
          </a:p>
        </p:txBody>
      </p:sp>
      <p:sp>
        <p:nvSpPr>
          <p:cNvPr id="347" name="Google Shape;347;p202"/>
          <p:cNvSpPr/>
          <p:nvPr/>
        </p:nvSpPr>
        <p:spPr>
          <a:xfrm>
            <a:off x="11501300" y="199247"/>
            <a:ext cx="422454" cy="422564"/>
          </a:xfrm>
          <a:prstGeom prst="flowChartDelay">
            <a:avLst/>
          </a:prstGeom>
          <a:solidFill>
            <a:schemeClr val="accent2"/>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399">
              <a:solidFill>
                <a:schemeClr val="lt1"/>
              </a:solidFill>
              <a:latin typeface="Calibri"/>
              <a:ea typeface="Calibri"/>
              <a:cs typeface="Calibri"/>
              <a:sym typeface="Calibri"/>
            </a:endParaRPr>
          </a:p>
        </p:txBody>
      </p:sp>
      <p:grpSp>
        <p:nvGrpSpPr>
          <p:cNvPr id="348" name="Google Shape;348;p202"/>
          <p:cNvGrpSpPr/>
          <p:nvPr/>
        </p:nvGrpSpPr>
        <p:grpSpPr>
          <a:xfrm>
            <a:off x="531756" y="6037713"/>
            <a:ext cx="495031" cy="493336"/>
            <a:chOff x="5489575" y="1343025"/>
            <a:chExt cx="1724025" cy="1717676"/>
          </a:xfrm>
        </p:grpSpPr>
        <p:sp>
          <p:nvSpPr>
            <p:cNvPr id="349" name="Google Shape;349;p202"/>
            <p:cNvSpPr/>
            <p:nvPr/>
          </p:nvSpPr>
          <p:spPr>
            <a:xfrm>
              <a:off x="6137275" y="1343025"/>
              <a:ext cx="1076325" cy="1074738"/>
            </a:xfrm>
            <a:prstGeom prst="ellipse">
              <a:avLst/>
            </a:prstGeom>
            <a:solidFill>
              <a:schemeClr val="accent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399">
                <a:solidFill>
                  <a:schemeClr val="dk1"/>
                </a:solidFill>
                <a:latin typeface="Calibri"/>
                <a:ea typeface="Calibri"/>
                <a:cs typeface="Calibri"/>
                <a:sym typeface="Calibri"/>
              </a:endParaRPr>
            </a:p>
          </p:txBody>
        </p:sp>
        <p:sp>
          <p:nvSpPr>
            <p:cNvPr id="350" name="Google Shape;350;p202"/>
            <p:cNvSpPr/>
            <p:nvPr/>
          </p:nvSpPr>
          <p:spPr>
            <a:xfrm>
              <a:off x="5489575" y="2201863"/>
              <a:ext cx="754063" cy="754063"/>
            </a:xfrm>
            <a:custGeom>
              <a:avLst/>
              <a:gdLst/>
              <a:ahLst/>
              <a:cxnLst/>
              <a:rect l="l" t="t" r="r" b="b"/>
              <a:pathLst>
                <a:path w="199" h="199" extrusionOk="0">
                  <a:moveTo>
                    <a:pt x="100" y="0"/>
                  </a:moveTo>
                  <a:cubicBezTo>
                    <a:pt x="45" y="0"/>
                    <a:pt x="0" y="45"/>
                    <a:pt x="0" y="100"/>
                  </a:cubicBezTo>
                  <a:cubicBezTo>
                    <a:pt x="0" y="154"/>
                    <a:pt x="45" y="199"/>
                    <a:pt x="100" y="199"/>
                  </a:cubicBezTo>
                  <a:cubicBezTo>
                    <a:pt x="154" y="199"/>
                    <a:pt x="199" y="154"/>
                    <a:pt x="199" y="100"/>
                  </a:cubicBezTo>
                  <a:cubicBezTo>
                    <a:pt x="199" y="45"/>
                    <a:pt x="154" y="0"/>
                    <a:pt x="100" y="0"/>
                  </a:cubicBezTo>
                  <a:close/>
                  <a:moveTo>
                    <a:pt x="100" y="171"/>
                  </a:moveTo>
                  <a:cubicBezTo>
                    <a:pt x="60" y="171"/>
                    <a:pt x="29" y="139"/>
                    <a:pt x="29" y="100"/>
                  </a:cubicBezTo>
                  <a:cubicBezTo>
                    <a:pt x="29" y="60"/>
                    <a:pt x="60" y="28"/>
                    <a:pt x="100" y="28"/>
                  </a:cubicBezTo>
                  <a:cubicBezTo>
                    <a:pt x="139" y="28"/>
                    <a:pt x="171" y="60"/>
                    <a:pt x="171" y="100"/>
                  </a:cubicBezTo>
                  <a:cubicBezTo>
                    <a:pt x="171" y="139"/>
                    <a:pt x="139" y="171"/>
                    <a:pt x="100" y="171"/>
                  </a:cubicBezTo>
                  <a:close/>
                  <a:moveTo>
                    <a:pt x="100" y="171"/>
                  </a:moveTo>
                  <a:cubicBezTo>
                    <a:pt x="100" y="171"/>
                    <a:pt x="100" y="171"/>
                    <a:pt x="100" y="171"/>
                  </a:cubicBezTo>
                </a:path>
              </a:pathLst>
            </a:custGeom>
            <a:solidFill>
              <a:srgbClr val="D8D8D8"/>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399">
                <a:solidFill>
                  <a:schemeClr val="dk1"/>
                </a:solidFill>
                <a:latin typeface="Calibri"/>
                <a:ea typeface="Calibri"/>
                <a:cs typeface="Calibri"/>
                <a:sym typeface="Calibri"/>
              </a:endParaRPr>
            </a:p>
          </p:txBody>
        </p:sp>
        <p:sp>
          <p:nvSpPr>
            <p:cNvPr id="351" name="Google Shape;351;p202"/>
            <p:cNvSpPr/>
            <p:nvPr/>
          </p:nvSpPr>
          <p:spPr>
            <a:xfrm>
              <a:off x="6459538" y="2633663"/>
              <a:ext cx="431800" cy="427038"/>
            </a:xfrm>
            <a:custGeom>
              <a:avLst/>
              <a:gdLst/>
              <a:ahLst/>
              <a:cxnLst/>
              <a:rect l="l" t="t" r="r" b="b"/>
              <a:pathLst>
                <a:path w="114" h="113" extrusionOk="0">
                  <a:moveTo>
                    <a:pt x="57" y="0"/>
                  </a:moveTo>
                  <a:cubicBezTo>
                    <a:pt x="25" y="0"/>
                    <a:pt x="0" y="25"/>
                    <a:pt x="0" y="57"/>
                  </a:cubicBezTo>
                  <a:cubicBezTo>
                    <a:pt x="0" y="88"/>
                    <a:pt x="25" y="113"/>
                    <a:pt x="57" y="113"/>
                  </a:cubicBezTo>
                  <a:cubicBezTo>
                    <a:pt x="88" y="113"/>
                    <a:pt x="114" y="88"/>
                    <a:pt x="114" y="57"/>
                  </a:cubicBezTo>
                  <a:cubicBezTo>
                    <a:pt x="114" y="25"/>
                    <a:pt x="88" y="0"/>
                    <a:pt x="57" y="0"/>
                  </a:cubicBezTo>
                  <a:close/>
                  <a:moveTo>
                    <a:pt x="57" y="85"/>
                  </a:moveTo>
                  <a:cubicBezTo>
                    <a:pt x="41" y="85"/>
                    <a:pt x="28" y="72"/>
                    <a:pt x="28" y="57"/>
                  </a:cubicBezTo>
                  <a:cubicBezTo>
                    <a:pt x="28" y="41"/>
                    <a:pt x="41" y="28"/>
                    <a:pt x="57" y="28"/>
                  </a:cubicBezTo>
                  <a:cubicBezTo>
                    <a:pt x="73" y="28"/>
                    <a:pt x="85" y="41"/>
                    <a:pt x="85" y="57"/>
                  </a:cubicBezTo>
                  <a:cubicBezTo>
                    <a:pt x="85" y="72"/>
                    <a:pt x="73" y="85"/>
                    <a:pt x="57" y="85"/>
                  </a:cubicBezTo>
                  <a:close/>
                  <a:moveTo>
                    <a:pt x="57" y="85"/>
                  </a:moveTo>
                  <a:cubicBezTo>
                    <a:pt x="57" y="85"/>
                    <a:pt x="57" y="85"/>
                    <a:pt x="57" y="85"/>
                  </a:cubicBezTo>
                </a:path>
              </a:pathLst>
            </a:custGeom>
            <a:solidFill>
              <a:schemeClr val="accent4"/>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399">
                <a:solidFill>
                  <a:schemeClr val="dk1"/>
                </a:solidFill>
                <a:latin typeface="Calibri"/>
                <a:ea typeface="Calibri"/>
                <a:cs typeface="Calibri"/>
                <a:sym typeface="Calibri"/>
              </a:endParaRPr>
            </a:p>
          </p:txBody>
        </p:sp>
      </p:grpSp>
      <p:sp>
        <p:nvSpPr>
          <p:cNvPr id="352" name="Google Shape;352;p202"/>
          <p:cNvSpPr>
            <a:spLocks noGrp="1"/>
          </p:cNvSpPr>
          <p:nvPr>
            <p:ph type="pic" idx="2"/>
          </p:nvPr>
        </p:nvSpPr>
        <p:spPr>
          <a:xfrm>
            <a:off x="4148224" y="1443883"/>
            <a:ext cx="1398803" cy="1564773"/>
          </a:xfrm>
          <a:prstGeom prst="rect">
            <a:avLst/>
          </a:prstGeom>
          <a:noFill/>
          <a:ln>
            <a:noFill/>
          </a:ln>
        </p:spPr>
      </p:sp>
      <p:sp>
        <p:nvSpPr>
          <p:cNvPr id="353" name="Google Shape;353;p202"/>
          <p:cNvSpPr>
            <a:spLocks noGrp="1"/>
          </p:cNvSpPr>
          <p:nvPr>
            <p:ph type="pic" idx="3"/>
          </p:nvPr>
        </p:nvSpPr>
        <p:spPr>
          <a:xfrm>
            <a:off x="941890" y="3346175"/>
            <a:ext cx="752211" cy="841303"/>
          </a:xfrm>
          <a:prstGeom prst="rect">
            <a:avLst/>
          </a:prstGeom>
          <a:noFill/>
          <a:ln>
            <a:noFill/>
          </a:ln>
        </p:spPr>
      </p:sp>
      <p:sp>
        <p:nvSpPr>
          <p:cNvPr id="354" name="Google Shape;354;p202"/>
          <p:cNvSpPr>
            <a:spLocks noGrp="1"/>
          </p:cNvSpPr>
          <p:nvPr>
            <p:ph type="pic" idx="4"/>
          </p:nvPr>
        </p:nvSpPr>
        <p:spPr>
          <a:xfrm>
            <a:off x="2116623" y="2548677"/>
            <a:ext cx="2843864" cy="3181350"/>
          </a:xfrm>
          <a:prstGeom prst="rect">
            <a:avLst/>
          </a:prstGeom>
          <a:noFill/>
          <a:ln>
            <a:noFill/>
          </a:ln>
        </p:spPr>
      </p:sp>
      <p:grpSp>
        <p:nvGrpSpPr>
          <p:cNvPr id="355" name="Google Shape;355;p202"/>
          <p:cNvGrpSpPr/>
          <p:nvPr/>
        </p:nvGrpSpPr>
        <p:grpSpPr>
          <a:xfrm>
            <a:off x="0" y="6658753"/>
            <a:ext cx="12188825" cy="208124"/>
            <a:chOff x="0" y="6606540"/>
            <a:chExt cx="11430000" cy="251459"/>
          </a:xfrm>
        </p:grpSpPr>
        <p:sp>
          <p:nvSpPr>
            <p:cNvPr id="356" name="Google Shape;356;p202"/>
            <p:cNvSpPr/>
            <p:nvPr/>
          </p:nvSpPr>
          <p:spPr>
            <a:xfrm>
              <a:off x="0" y="6606540"/>
              <a:ext cx="2286000" cy="251459"/>
            </a:xfrm>
            <a:prstGeom prst="rect">
              <a:avLst/>
            </a:prstGeom>
            <a:solidFill>
              <a:schemeClr val="accent1"/>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399">
                <a:solidFill>
                  <a:schemeClr val="lt1"/>
                </a:solidFill>
                <a:latin typeface="Calibri"/>
                <a:ea typeface="Calibri"/>
                <a:cs typeface="Calibri"/>
                <a:sym typeface="Calibri"/>
              </a:endParaRPr>
            </a:p>
          </p:txBody>
        </p:sp>
        <p:sp>
          <p:nvSpPr>
            <p:cNvPr id="357" name="Google Shape;357;p202"/>
            <p:cNvSpPr/>
            <p:nvPr/>
          </p:nvSpPr>
          <p:spPr>
            <a:xfrm>
              <a:off x="2286000" y="6606540"/>
              <a:ext cx="2286000" cy="251459"/>
            </a:xfrm>
            <a:prstGeom prst="rect">
              <a:avLst/>
            </a:prstGeom>
            <a:solidFill>
              <a:schemeClr val="accent2"/>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399">
                <a:solidFill>
                  <a:schemeClr val="lt1"/>
                </a:solidFill>
                <a:latin typeface="Calibri"/>
                <a:ea typeface="Calibri"/>
                <a:cs typeface="Calibri"/>
                <a:sym typeface="Calibri"/>
              </a:endParaRPr>
            </a:p>
          </p:txBody>
        </p:sp>
        <p:sp>
          <p:nvSpPr>
            <p:cNvPr id="358" name="Google Shape;358;p202"/>
            <p:cNvSpPr/>
            <p:nvPr/>
          </p:nvSpPr>
          <p:spPr>
            <a:xfrm>
              <a:off x="4572000" y="6606540"/>
              <a:ext cx="2286000" cy="251459"/>
            </a:xfrm>
            <a:prstGeom prst="rect">
              <a:avLst/>
            </a:prstGeom>
            <a:solidFill>
              <a:schemeClr val="accent3"/>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399">
                <a:solidFill>
                  <a:schemeClr val="lt1"/>
                </a:solidFill>
                <a:latin typeface="Calibri"/>
                <a:ea typeface="Calibri"/>
                <a:cs typeface="Calibri"/>
                <a:sym typeface="Calibri"/>
              </a:endParaRPr>
            </a:p>
          </p:txBody>
        </p:sp>
        <p:sp>
          <p:nvSpPr>
            <p:cNvPr id="359" name="Google Shape;359;p202"/>
            <p:cNvSpPr/>
            <p:nvPr/>
          </p:nvSpPr>
          <p:spPr>
            <a:xfrm>
              <a:off x="6858000" y="6606540"/>
              <a:ext cx="2286000" cy="251459"/>
            </a:xfrm>
            <a:prstGeom prst="rect">
              <a:avLst/>
            </a:prstGeom>
            <a:solidFill>
              <a:schemeClr val="accent4"/>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399">
                <a:solidFill>
                  <a:schemeClr val="lt1"/>
                </a:solidFill>
                <a:latin typeface="Calibri"/>
                <a:ea typeface="Calibri"/>
                <a:cs typeface="Calibri"/>
                <a:sym typeface="Calibri"/>
              </a:endParaRPr>
            </a:p>
          </p:txBody>
        </p:sp>
        <p:sp>
          <p:nvSpPr>
            <p:cNvPr id="360" name="Google Shape;360;p202"/>
            <p:cNvSpPr/>
            <p:nvPr/>
          </p:nvSpPr>
          <p:spPr>
            <a:xfrm>
              <a:off x="9144000" y="6606540"/>
              <a:ext cx="2286000" cy="251459"/>
            </a:xfrm>
            <a:prstGeom prst="rect">
              <a:avLst/>
            </a:prstGeom>
            <a:solidFill>
              <a:schemeClr val="accent5"/>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399">
                <a:solidFill>
                  <a:schemeClr val="lt1"/>
                </a:solidFill>
                <a:latin typeface="Calibri"/>
                <a:ea typeface="Calibri"/>
                <a:cs typeface="Calibri"/>
                <a:sym typeface="Calibri"/>
              </a:endParaRPr>
            </a:p>
          </p:txBody>
        </p:sp>
      </p:grpSp>
    </p:spTree>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matchingName="39_Full Blank">
  <p:cSld name="39_Full Blank">
    <p:spTree>
      <p:nvGrpSpPr>
        <p:cNvPr id="1" name="Shape 361"/>
        <p:cNvGrpSpPr/>
        <p:nvPr/>
      </p:nvGrpSpPr>
      <p:grpSpPr>
        <a:xfrm>
          <a:off x="0" y="0"/>
          <a:ext cx="0" cy="0"/>
          <a:chOff x="0" y="0"/>
          <a:chExt cx="0" cy="0"/>
        </a:xfrm>
      </p:grpSpPr>
      <p:sp>
        <p:nvSpPr>
          <p:cNvPr id="362" name="Google Shape;362;p203"/>
          <p:cNvSpPr/>
          <p:nvPr/>
        </p:nvSpPr>
        <p:spPr>
          <a:xfrm>
            <a:off x="11501300" y="199247"/>
            <a:ext cx="422454" cy="422564"/>
          </a:xfrm>
          <a:prstGeom prst="flowChartDelay">
            <a:avLst/>
          </a:prstGeom>
          <a:solidFill>
            <a:schemeClr val="accent2"/>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399">
              <a:solidFill>
                <a:schemeClr val="lt1"/>
              </a:solidFill>
              <a:latin typeface="Calibri"/>
              <a:ea typeface="Calibri"/>
              <a:cs typeface="Calibri"/>
              <a:sym typeface="Calibri"/>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type="title" preserve="1">
  <p:cSld name="1_Title Slide">
    <p:bg>
      <p:bgPr>
        <a:solidFill>
          <a:schemeClr val="accent1"/>
        </a:solidFill>
        <a:effectLst/>
      </p:bgPr>
    </p:bg>
    <p:spTree>
      <p:nvGrpSpPr>
        <p:cNvPr id="1" name=""/>
        <p:cNvGrpSpPr/>
        <p:nvPr/>
      </p:nvGrpSpPr>
      <p:grpSpPr>
        <a:xfrm>
          <a:off x="0" y="0"/>
          <a:ext cx="0" cy="0"/>
          <a:chOff x="0" y="0"/>
          <a:chExt cx="0" cy="0"/>
        </a:xfrm>
      </p:grpSpPr>
      <p:grpSp>
        <p:nvGrpSpPr>
          <p:cNvPr id="523" name="Group 522">
            <a:extLst>
              <a:ext uri="{FF2B5EF4-FFF2-40B4-BE49-F238E27FC236}">
                <a16:creationId xmlns:a16="http://schemas.microsoft.com/office/drawing/2014/main" id="{2DB38A0F-0598-4BC1-A4B5-6E4C7D1AE1FD}"/>
              </a:ext>
            </a:extLst>
          </p:cNvPr>
          <p:cNvGrpSpPr/>
          <p:nvPr userDrawn="1"/>
        </p:nvGrpSpPr>
        <p:grpSpPr>
          <a:xfrm>
            <a:off x="354110" y="326571"/>
            <a:ext cx="11480605" cy="6204858"/>
            <a:chOff x="354110" y="326571"/>
            <a:chExt cx="11480605" cy="6204858"/>
          </a:xfrm>
          <a:solidFill>
            <a:schemeClr val="accent1">
              <a:lumMod val="90000"/>
              <a:lumOff val="10000"/>
            </a:schemeClr>
          </a:solidFill>
        </p:grpSpPr>
        <p:sp>
          <p:nvSpPr>
            <p:cNvPr id="524" name="Rectangle 5">
              <a:extLst>
                <a:ext uri="{FF2B5EF4-FFF2-40B4-BE49-F238E27FC236}">
                  <a16:creationId xmlns:a16="http://schemas.microsoft.com/office/drawing/2014/main" id="{D0391FF9-0338-4933-99EA-0BC7224F463E}"/>
                </a:ext>
              </a:extLst>
            </p:cNvPr>
            <p:cNvSpPr>
              <a:spLocks noChangeArrowheads="1"/>
            </p:cNvSpPr>
            <p:nvPr/>
          </p:nvSpPr>
          <p:spPr bwMode="auto">
            <a:xfrm>
              <a:off x="354110" y="326571"/>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5" name="Rectangle 6">
              <a:extLst>
                <a:ext uri="{FF2B5EF4-FFF2-40B4-BE49-F238E27FC236}">
                  <a16:creationId xmlns:a16="http://schemas.microsoft.com/office/drawing/2014/main" id="{68848005-FF97-4886-AB70-BEAC78E6AF03}"/>
                </a:ext>
              </a:extLst>
            </p:cNvPr>
            <p:cNvSpPr>
              <a:spLocks noChangeArrowheads="1"/>
            </p:cNvSpPr>
            <p:nvPr/>
          </p:nvSpPr>
          <p:spPr bwMode="auto">
            <a:xfrm>
              <a:off x="80954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6" name="Rectangle 7">
              <a:extLst>
                <a:ext uri="{FF2B5EF4-FFF2-40B4-BE49-F238E27FC236}">
                  <a16:creationId xmlns:a16="http://schemas.microsoft.com/office/drawing/2014/main" id="{A371799C-C91D-4388-B84A-3FB8314160BB}"/>
                </a:ext>
              </a:extLst>
            </p:cNvPr>
            <p:cNvSpPr>
              <a:spLocks noChangeArrowheads="1"/>
            </p:cNvSpPr>
            <p:nvPr/>
          </p:nvSpPr>
          <p:spPr bwMode="auto">
            <a:xfrm>
              <a:off x="1263805"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7" name="Rectangle 8">
              <a:extLst>
                <a:ext uri="{FF2B5EF4-FFF2-40B4-BE49-F238E27FC236}">
                  <a16:creationId xmlns:a16="http://schemas.microsoft.com/office/drawing/2014/main" id="{C722B8FD-8C0E-4B48-8849-E0D3A2C9EC70}"/>
                </a:ext>
              </a:extLst>
            </p:cNvPr>
            <p:cNvSpPr>
              <a:spLocks noChangeArrowheads="1"/>
            </p:cNvSpPr>
            <p:nvPr/>
          </p:nvSpPr>
          <p:spPr bwMode="auto">
            <a:xfrm>
              <a:off x="1719239" y="326571"/>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8" name="Rectangle 9">
              <a:extLst>
                <a:ext uri="{FF2B5EF4-FFF2-40B4-BE49-F238E27FC236}">
                  <a16:creationId xmlns:a16="http://schemas.microsoft.com/office/drawing/2014/main" id="{F690EF81-637B-45E9-B2E4-F6466D3CEA03}"/>
                </a:ext>
              </a:extLst>
            </p:cNvPr>
            <p:cNvSpPr>
              <a:spLocks noChangeArrowheads="1"/>
            </p:cNvSpPr>
            <p:nvPr/>
          </p:nvSpPr>
          <p:spPr bwMode="auto">
            <a:xfrm>
              <a:off x="2173502"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9" name="Rectangle 10">
              <a:extLst>
                <a:ext uri="{FF2B5EF4-FFF2-40B4-BE49-F238E27FC236}">
                  <a16:creationId xmlns:a16="http://schemas.microsoft.com/office/drawing/2014/main" id="{93D434AE-D8E1-4B73-97E9-104904735F90}"/>
                </a:ext>
              </a:extLst>
            </p:cNvPr>
            <p:cNvSpPr>
              <a:spLocks noChangeArrowheads="1"/>
            </p:cNvSpPr>
            <p:nvPr/>
          </p:nvSpPr>
          <p:spPr bwMode="auto">
            <a:xfrm>
              <a:off x="2628934"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0" name="Rectangle 11">
              <a:extLst>
                <a:ext uri="{FF2B5EF4-FFF2-40B4-BE49-F238E27FC236}">
                  <a16:creationId xmlns:a16="http://schemas.microsoft.com/office/drawing/2014/main" id="{38DB79DD-18E2-4E0B-8C6B-B3170D9E63C6}"/>
                </a:ext>
              </a:extLst>
            </p:cNvPr>
            <p:cNvSpPr>
              <a:spLocks noChangeArrowheads="1"/>
            </p:cNvSpPr>
            <p:nvPr/>
          </p:nvSpPr>
          <p:spPr bwMode="auto">
            <a:xfrm>
              <a:off x="3083197"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1" name="Rectangle 12">
              <a:extLst>
                <a:ext uri="{FF2B5EF4-FFF2-40B4-BE49-F238E27FC236}">
                  <a16:creationId xmlns:a16="http://schemas.microsoft.com/office/drawing/2014/main" id="{AA24A7B5-1047-4ED2-8394-1F64840CDD0E}"/>
                </a:ext>
              </a:extLst>
            </p:cNvPr>
            <p:cNvSpPr>
              <a:spLocks noChangeArrowheads="1"/>
            </p:cNvSpPr>
            <p:nvPr/>
          </p:nvSpPr>
          <p:spPr bwMode="auto">
            <a:xfrm>
              <a:off x="3538630"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2" name="Rectangle 13">
              <a:extLst>
                <a:ext uri="{FF2B5EF4-FFF2-40B4-BE49-F238E27FC236}">
                  <a16:creationId xmlns:a16="http://schemas.microsoft.com/office/drawing/2014/main" id="{1BF3D7A2-914A-406C-85FE-78F492E20546}"/>
                </a:ext>
              </a:extLst>
            </p:cNvPr>
            <p:cNvSpPr>
              <a:spLocks noChangeArrowheads="1"/>
            </p:cNvSpPr>
            <p:nvPr/>
          </p:nvSpPr>
          <p:spPr bwMode="auto">
            <a:xfrm>
              <a:off x="3992893"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3" name="Rectangle 14">
              <a:extLst>
                <a:ext uri="{FF2B5EF4-FFF2-40B4-BE49-F238E27FC236}">
                  <a16:creationId xmlns:a16="http://schemas.microsoft.com/office/drawing/2014/main" id="{EFE4A65D-7D8E-481F-9FD2-EC0C8574248C}"/>
                </a:ext>
              </a:extLst>
            </p:cNvPr>
            <p:cNvSpPr>
              <a:spLocks noChangeArrowheads="1"/>
            </p:cNvSpPr>
            <p:nvPr/>
          </p:nvSpPr>
          <p:spPr bwMode="auto">
            <a:xfrm>
              <a:off x="4448326"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4" name="Rectangle 15">
              <a:extLst>
                <a:ext uri="{FF2B5EF4-FFF2-40B4-BE49-F238E27FC236}">
                  <a16:creationId xmlns:a16="http://schemas.microsoft.com/office/drawing/2014/main" id="{6D829585-3C10-4E29-9D87-5A5437E00BCE}"/>
                </a:ext>
              </a:extLst>
            </p:cNvPr>
            <p:cNvSpPr>
              <a:spLocks noChangeArrowheads="1"/>
            </p:cNvSpPr>
            <p:nvPr/>
          </p:nvSpPr>
          <p:spPr bwMode="auto">
            <a:xfrm>
              <a:off x="4902589"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5" name="Rectangle 16">
              <a:extLst>
                <a:ext uri="{FF2B5EF4-FFF2-40B4-BE49-F238E27FC236}">
                  <a16:creationId xmlns:a16="http://schemas.microsoft.com/office/drawing/2014/main" id="{2B70A9B8-A62A-4C92-8175-AAC487F5F934}"/>
                </a:ext>
              </a:extLst>
            </p:cNvPr>
            <p:cNvSpPr>
              <a:spLocks noChangeArrowheads="1"/>
            </p:cNvSpPr>
            <p:nvPr/>
          </p:nvSpPr>
          <p:spPr bwMode="auto">
            <a:xfrm>
              <a:off x="535802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6" name="Rectangle 17">
              <a:extLst>
                <a:ext uri="{FF2B5EF4-FFF2-40B4-BE49-F238E27FC236}">
                  <a16:creationId xmlns:a16="http://schemas.microsoft.com/office/drawing/2014/main" id="{62925939-9955-4AB6-8B7B-2F98C58A94BA}"/>
                </a:ext>
              </a:extLst>
            </p:cNvPr>
            <p:cNvSpPr>
              <a:spLocks noChangeArrowheads="1"/>
            </p:cNvSpPr>
            <p:nvPr/>
          </p:nvSpPr>
          <p:spPr bwMode="auto">
            <a:xfrm>
              <a:off x="5812285"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7" name="Rectangle 18">
              <a:extLst>
                <a:ext uri="{FF2B5EF4-FFF2-40B4-BE49-F238E27FC236}">
                  <a16:creationId xmlns:a16="http://schemas.microsoft.com/office/drawing/2014/main" id="{658B8514-8D6B-4F5F-AE70-55B9F4C50561}"/>
                </a:ext>
              </a:extLst>
            </p:cNvPr>
            <p:cNvSpPr>
              <a:spLocks noChangeArrowheads="1"/>
            </p:cNvSpPr>
            <p:nvPr/>
          </p:nvSpPr>
          <p:spPr bwMode="auto">
            <a:xfrm>
              <a:off x="6267717"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8" name="Rectangle 19">
              <a:extLst>
                <a:ext uri="{FF2B5EF4-FFF2-40B4-BE49-F238E27FC236}">
                  <a16:creationId xmlns:a16="http://schemas.microsoft.com/office/drawing/2014/main" id="{D6780382-758A-41C1-83C0-EB51E004EF9A}"/>
                </a:ext>
              </a:extLst>
            </p:cNvPr>
            <p:cNvSpPr>
              <a:spLocks noChangeArrowheads="1"/>
            </p:cNvSpPr>
            <p:nvPr/>
          </p:nvSpPr>
          <p:spPr bwMode="auto">
            <a:xfrm>
              <a:off x="672198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9" name="Rectangle 20">
              <a:extLst>
                <a:ext uri="{FF2B5EF4-FFF2-40B4-BE49-F238E27FC236}">
                  <a16:creationId xmlns:a16="http://schemas.microsoft.com/office/drawing/2014/main" id="{9357623D-6D19-46DA-B792-E1A2F32F8F0F}"/>
                </a:ext>
              </a:extLst>
            </p:cNvPr>
            <p:cNvSpPr>
              <a:spLocks noChangeArrowheads="1"/>
            </p:cNvSpPr>
            <p:nvPr/>
          </p:nvSpPr>
          <p:spPr bwMode="auto">
            <a:xfrm>
              <a:off x="7177414"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0" name="Rectangle 21">
              <a:extLst>
                <a:ext uri="{FF2B5EF4-FFF2-40B4-BE49-F238E27FC236}">
                  <a16:creationId xmlns:a16="http://schemas.microsoft.com/office/drawing/2014/main" id="{2F00DFB8-11D0-4DF8-A3AD-197C3F3071BF}"/>
                </a:ext>
              </a:extLst>
            </p:cNvPr>
            <p:cNvSpPr>
              <a:spLocks noChangeArrowheads="1"/>
            </p:cNvSpPr>
            <p:nvPr/>
          </p:nvSpPr>
          <p:spPr bwMode="auto">
            <a:xfrm>
              <a:off x="7631676"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1" name="Rectangle 22">
              <a:extLst>
                <a:ext uri="{FF2B5EF4-FFF2-40B4-BE49-F238E27FC236}">
                  <a16:creationId xmlns:a16="http://schemas.microsoft.com/office/drawing/2014/main" id="{57F57754-D964-4CFA-BC83-9AFD46DA5646}"/>
                </a:ext>
              </a:extLst>
            </p:cNvPr>
            <p:cNvSpPr>
              <a:spLocks noChangeArrowheads="1"/>
            </p:cNvSpPr>
            <p:nvPr/>
          </p:nvSpPr>
          <p:spPr bwMode="auto">
            <a:xfrm>
              <a:off x="8087109"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2" name="Rectangle 23">
              <a:extLst>
                <a:ext uri="{FF2B5EF4-FFF2-40B4-BE49-F238E27FC236}">
                  <a16:creationId xmlns:a16="http://schemas.microsoft.com/office/drawing/2014/main" id="{CAC9FBA4-D9FC-44DC-9CBC-4AA56F87E834}"/>
                </a:ext>
              </a:extLst>
            </p:cNvPr>
            <p:cNvSpPr>
              <a:spLocks noChangeArrowheads="1"/>
            </p:cNvSpPr>
            <p:nvPr/>
          </p:nvSpPr>
          <p:spPr bwMode="auto">
            <a:xfrm>
              <a:off x="8541372"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3" name="Rectangle 24">
              <a:extLst>
                <a:ext uri="{FF2B5EF4-FFF2-40B4-BE49-F238E27FC236}">
                  <a16:creationId xmlns:a16="http://schemas.microsoft.com/office/drawing/2014/main" id="{6B5BF42C-E1FB-4B04-8861-8F6834EC8B77}"/>
                </a:ext>
              </a:extLst>
            </p:cNvPr>
            <p:cNvSpPr>
              <a:spLocks noChangeArrowheads="1"/>
            </p:cNvSpPr>
            <p:nvPr/>
          </p:nvSpPr>
          <p:spPr bwMode="auto">
            <a:xfrm>
              <a:off x="8996805"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4" name="Rectangle 25">
              <a:extLst>
                <a:ext uri="{FF2B5EF4-FFF2-40B4-BE49-F238E27FC236}">
                  <a16:creationId xmlns:a16="http://schemas.microsoft.com/office/drawing/2014/main" id="{BECAB5D5-0B99-4F52-BDEC-9DEE44451ECA}"/>
                </a:ext>
              </a:extLst>
            </p:cNvPr>
            <p:cNvSpPr>
              <a:spLocks noChangeArrowheads="1"/>
            </p:cNvSpPr>
            <p:nvPr/>
          </p:nvSpPr>
          <p:spPr bwMode="auto">
            <a:xfrm>
              <a:off x="9451068"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5" name="Rectangle 26">
              <a:extLst>
                <a:ext uri="{FF2B5EF4-FFF2-40B4-BE49-F238E27FC236}">
                  <a16:creationId xmlns:a16="http://schemas.microsoft.com/office/drawing/2014/main" id="{7F2A058E-DD90-4B9A-BCA3-AAB1E8805F6B}"/>
                </a:ext>
              </a:extLst>
            </p:cNvPr>
            <p:cNvSpPr>
              <a:spLocks noChangeArrowheads="1"/>
            </p:cNvSpPr>
            <p:nvPr/>
          </p:nvSpPr>
          <p:spPr bwMode="auto">
            <a:xfrm>
              <a:off x="9906501"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6" name="Rectangle 27">
              <a:extLst>
                <a:ext uri="{FF2B5EF4-FFF2-40B4-BE49-F238E27FC236}">
                  <a16:creationId xmlns:a16="http://schemas.microsoft.com/office/drawing/2014/main" id="{5A511A58-4543-4023-AD40-17185DD316D9}"/>
                </a:ext>
              </a:extLst>
            </p:cNvPr>
            <p:cNvSpPr>
              <a:spLocks noChangeArrowheads="1"/>
            </p:cNvSpPr>
            <p:nvPr/>
          </p:nvSpPr>
          <p:spPr bwMode="auto">
            <a:xfrm>
              <a:off x="10360763"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7" name="Rectangle 28">
              <a:extLst>
                <a:ext uri="{FF2B5EF4-FFF2-40B4-BE49-F238E27FC236}">
                  <a16:creationId xmlns:a16="http://schemas.microsoft.com/office/drawing/2014/main" id="{4FB2F5FA-9E29-4BF4-A565-01F562351925}"/>
                </a:ext>
              </a:extLst>
            </p:cNvPr>
            <p:cNvSpPr>
              <a:spLocks noChangeArrowheads="1"/>
            </p:cNvSpPr>
            <p:nvPr/>
          </p:nvSpPr>
          <p:spPr bwMode="auto">
            <a:xfrm>
              <a:off x="10816197"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8" name="Rectangle 29">
              <a:extLst>
                <a:ext uri="{FF2B5EF4-FFF2-40B4-BE49-F238E27FC236}">
                  <a16:creationId xmlns:a16="http://schemas.microsoft.com/office/drawing/2014/main" id="{79033138-2B37-4A7A-BB10-95ED1BC4CE8D}"/>
                </a:ext>
              </a:extLst>
            </p:cNvPr>
            <p:cNvSpPr>
              <a:spLocks noChangeArrowheads="1"/>
            </p:cNvSpPr>
            <p:nvPr/>
          </p:nvSpPr>
          <p:spPr bwMode="auto">
            <a:xfrm>
              <a:off x="1127046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9" name="Rectangle 30">
              <a:extLst>
                <a:ext uri="{FF2B5EF4-FFF2-40B4-BE49-F238E27FC236}">
                  <a16:creationId xmlns:a16="http://schemas.microsoft.com/office/drawing/2014/main" id="{79753DF4-5F75-4419-909E-7C6C912431E9}"/>
                </a:ext>
              </a:extLst>
            </p:cNvPr>
            <p:cNvSpPr>
              <a:spLocks noChangeArrowheads="1"/>
            </p:cNvSpPr>
            <p:nvPr/>
          </p:nvSpPr>
          <p:spPr bwMode="auto">
            <a:xfrm>
              <a:off x="1172589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0" name="Rectangle 32">
              <a:extLst>
                <a:ext uri="{FF2B5EF4-FFF2-40B4-BE49-F238E27FC236}">
                  <a16:creationId xmlns:a16="http://schemas.microsoft.com/office/drawing/2014/main" id="{855DF40C-B6BB-4565-917B-0D68E9A99568}"/>
                </a:ext>
              </a:extLst>
            </p:cNvPr>
            <p:cNvSpPr>
              <a:spLocks noChangeArrowheads="1"/>
            </p:cNvSpPr>
            <p:nvPr/>
          </p:nvSpPr>
          <p:spPr bwMode="auto">
            <a:xfrm>
              <a:off x="354110" y="834963"/>
              <a:ext cx="109992" cy="108822"/>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1" name="Rectangle 33">
              <a:extLst>
                <a:ext uri="{FF2B5EF4-FFF2-40B4-BE49-F238E27FC236}">
                  <a16:creationId xmlns:a16="http://schemas.microsoft.com/office/drawing/2014/main" id="{4A966D73-83CF-49BC-B17D-814D08E7082D}"/>
                </a:ext>
              </a:extLst>
            </p:cNvPr>
            <p:cNvSpPr>
              <a:spLocks noChangeArrowheads="1"/>
            </p:cNvSpPr>
            <p:nvPr/>
          </p:nvSpPr>
          <p:spPr bwMode="auto">
            <a:xfrm>
              <a:off x="80954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2" name="Rectangle 34">
              <a:extLst>
                <a:ext uri="{FF2B5EF4-FFF2-40B4-BE49-F238E27FC236}">
                  <a16:creationId xmlns:a16="http://schemas.microsoft.com/office/drawing/2014/main" id="{C4D3FEF6-5168-4033-87C1-4DE8C0B10D44}"/>
                </a:ext>
              </a:extLst>
            </p:cNvPr>
            <p:cNvSpPr>
              <a:spLocks noChangeArrowheads="1"/>
            </p:cNvSpPr>
            <p:nvPr/>
          </p:nvSpPr>
          <p:spPr bwMode="auto">
            <a:xfrm>
              <a:off x="1263805" y="834963"/>
              <a:ext cx="10999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3" name="Rectangle 35">
              <a:extLst>
                <a:ext uri="{FF2B5EF4-FFF2-40B4-BE49-F238E27FC236}">
                  <a16:creationId xmlns:a16="http://schemas.microsoft.com/office/drawing/2014/main" id="{8196550C-9075-450D-8381-757B57ACFE83}"/>
                </a:ext>
              </a:extLst>
            </p:cNvPr>
            <p:cNvSpPr>
              <a:spLocks noChangeArrowheads="1"/>
            </p:cNvSpPr>
            <p:nvPr/>
          </p:nvSpPr>
          <p:spPr bwMode="auto">
            <a:xfrm>
              <a:off x="1719239"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4" name="Rectangle 36">
              <a:extLst>
                <a:ext uri="{FF2B5EF4-FFF2-40B4-BE49-F238E27FC236}">
                  <a16:creationId xmlns:a16="http://schemas.microsoft.com/office/drawing/2014/main" id="{9DDF2589-A917-47E1-86F2-E9E9D031133F}"/>
                </a:ext>
              </a:extLst>
            </p:cNvPr>
            <p:cNvSpPr>
              <a:spLocks noChangeArrowheads="1"/>
            </p:cNvSpPr>
            <p:nvPr/>
          </p:nvSpPr>
          <p:spPr bwMode="auto">
            <a:xfrm>
              <a:off x="2173502"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5" name="Rectangle 37">
              <a:extLst>
                <a:ext uri="{FF2B5EF4-FFF2-40B4-BE49-F238E27FC236}">
                  <a16:creationId xmlns:a16="http://schemas.microsoft.com/office/drawing/2014/main" id="{19AA832E-82CD-495F-9759-311D5CF3C627}"/>
                </a:ext>
              </a:extLst>
            </p:cNvPr>
            <p:cNvSpPr>
              <a:spLocks noChangeArrowheads="1"/>
            </p:cNvSpPr>
            <p:nvPr/>
          </p:nvSpPr>
          <p:spPr bwMode="auto">
            <a:xfrm>
              <a:off x="2628934"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6" name="Rectangle 38">
              <a:extLst>
                <a:ext uri="{FF2B5EF4-FFF2-40B4-BE49-F238E27FC236}">
                  <a16:creationId xmlns:a16="http://schemas.microsoft.com/office/drawing/2014/main" id="{E321B9D6-F4D4-4E72-B642-4A20A028DE61}"/>
                </a:ext>
              </a:extLst>
            </p:cNvPr>
            <p:cNvSpPr>
              <a:spLocks noChangeArrowheads="1"/>
            </p:cNvSpPr>
            <p:nvPr/>
          </p:nvSpPr>
          <p:spPr bwMode="auto">
            <a:xfrm>
              <a:off x="3083197" y="834963"/>
              <a:ext cx="10999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7" name="Rectangle 39">
              <a:extLst>
                <a:ext uri="{FF2B5EF4-FFF2-40B4-BE49-F238E27FC236}">
                  <a16:creationId xmlns:a16="http://schemas.microsoft.com/office/drawing/2014/main" id="{67D8E47E-A97F-495B-9D93-E77F5D991824}"/>
                </a:ext>
              </a:extLst>
            </p:cNvPr>
            <p:cNvSpPr>
              <a:spLocks noChangeArrowheads="1"/>
            </p:cNvSpPr>
            <p:nvPr/>
          </p:nvSpPr>
          <p:spPr bwMode="auto">
            <a:xfrm>
              <a:off x="3538630"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8" name="Rectangle 40">
              <a:extLst>
                <a:ext uri="{FF2B5EF4-FFF2-40B4-BE49-F238E27FC236}">
                  <a16:creationId xmlns:a16="http://schemas.microsoft.com/office/drawing/2014/main" id="{A3102978-9FB6-414A-87A2-7447231B782C}"/>
                </a:ext>
              </a:extLst>
            </p:cNvPr>
            <p:cNvSpPr>
              <a:spLocks noChangeArrowheads="1"/>
            </p:cNvSpPr>
            <p:nvPr/>
          </p:nvSpPr>
          <p:spPr bwMode="auto">
            <a:xfrm>
              <a:off x="3992893"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9" name="Rectangle 41">
              <a:extLst>
                <a:ext uri="{FF2B5EF4-FFF2-40B4-BE49-F238E27FC236}">
                  <a16:creationId xmlns:a16="http://schemas.microsoft.com/office/drawing/2014/main" id="{52AB6645-416B-4B1A-BDD5-25D20B3DDFF9}"/>
                </a:ext>
              </a:extLst>
            </p:cNvPr>
            <p:cNvSpPr>
              <a:spLocks noChangeArrowheads="1"/>
            </p:cNvSpPr>
            <p:nvPr/>
          </p:nvSpPr>
          <p:spPr bwMode="auto">
            <a:xfrm>
              <a:off x="4448326"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0" name="Rectangle 42">
              <a:extLst>
                <a:ext uri="{FF2B5EF4-FFF2-40B4-BE49-F238E27FC236}">
                  <a16:creationId xmlns:a16="http://schemas.microsoft.com/office/drawing/2014/main" id="{6FC3BBB2-F5AD-4180-9804-3EA9F90C269D}"/>
                </a:ext>
              </a:extLst>
            </p:cNvPr>
            <p:cNvSpPr>
              <a:spLocks noChangeArrowheads="1"/>
            </p:cNvSpPr>
            <p:nvPr/>
          </p:nvSpPr>
          <p:spPr bwMode="auto">
            <a:xfrm>
              <a:off x="4902589"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1" name="Rectangle 43">
              <a:extLst>
                <a:ext uri="{FF2B5EF4-FFF2-40B4-BE49-F238E27FC236}">
                  <a16:creationId xmlns:a16="http://schemas.microsoft.com/office/drawing/2014/main" id="{422DB3ED-2BEF-4ED1-BC1B-08CB86C00F99}"/>
                </a:ext>
              </a:extLst>
            </p:cNvPr>
            <p:cNvSpPr>
              <a:spLocks noChangeArrowheads="1"/>
            </p:cNvSpPr>
            <p:nvPr/>
          </p:nvSpPr>
          <p:spPr bwMode="auto">
            <a:xfrm>
              <a:off x="535802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2" name="Rectangle 44">
              <a:extLst>
                <a:ext uri="{FF2B5EF4-FFF2-40B4-BE49-F238E27FC236}">
                  <a16:creationId xmlns:a16="http://schemas.microsoft.com/office/drawing/2014/main" id="{98D97055-E2FD-4FF0-90DB-E94B1920C4D3}"/>
                </a:ext>
              </a:extLst>
            </p:cNvPr>
            <p:cNvSpPr>
              <a:spLocks noChangeArrowheads="1"/>
            </p:cNvSpPr>
            <p:nvPr/>
          </p:nvSpPr>
          <p:spPr bwMode="auto">
            <a:xfrm>
              <a:off x="5812285"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3" name="Rectangle 45">
              <a:extLst>
                <a:ext uri="{FF2B5EF4-FFF2-40B4-BE49-F238E27FC236}">
                  <a16:creationId xmlns:a16="http://schemas.microsoft.com/office/drawing/2014/main" id="{DE4F8DEE-2AD7-48B0-86FE-2FB6CF6E0CC7}"/>
                </a:ext>
              </a:extLst>
            </p:cNvPr>
            <p:cNvSpPr>
              <a:spLocks noChangeArrowheads="1"/>
            </p:cNvSpPr>
            <p:nvPr/>
          </p:nvSpPr>
          <p:spPr bwMode="auto">
            <a:xfrm>
              <a:off x="6267717"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4" name="Rectangle 46">
              <a:extLst>
                <a:ext uri="{FF2B5EF4-FFF2-40B4-BE49-F238E27FC236}">
                  <a16:creationId xmlns:a16="http://schemas.microsoft.com/office/drawing/2014/main" id="{ABD952AD-A59A-4124-AAA4-9E35E9D1DAAA}"/>
                </a:ext>
              </a:extLst>
            </p:cNvPr>
            <p:cNvSpPr>
              <a:spLocks noChangeArrowheads="1"/>
            </p:cNvSpPr>
            <p:nvPr/>
          </p:nvSpPr>
          <p:spPr bwMode="auto">
            <a:xfrm>
              <a:off x="672198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5" name="Rectangle 47">
              <a:extLst>
                <a:ext uri="{FF2B5EF4-FFF2-40B4-BE49-F238E27FC236}">
                  <a16:creationId xmlns:a16="http://schemas.microsoft.com/office/drawing/2014/main" id="{09F53A53-235E-4905-B7A1-4C2487531478}"/>
                </a:ext>
              </a:extLst>
            </p:cNvPr>
            <p:cNvSpPr>
              <a:spLocks noChangeArrowheads="1"/>
            </p:cNvSpPr>
            <p:nvPr/>
          </p:nvSpPr>
          <p:spPr bwMode="auto">
            <a:xfrm>
              <a:off x="7177414"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6" name="Rectangle 48">
              <a:extLst>
                <a:ext uri="{FF2B5EF4-FFF2-40B4-BE49-F238E27FC236}">
                  <a16:creationId xmlns:a16="http://schemas.microsoft.com/office/drawing/2014/main" id="{E7B8F62B-F26F-4F16-83DE-DE88E2AC27DD}"/>
                </a:ext>
              </a:extLst>
            </p:cNvPr>
            <p:cNvSpPr>
              <a:spLocks noChangeArrowheads="1"/>
            </p:cNvSpPr>
            <p:nvPr/>
          </p:nvSpPr>
          <p:spPr bwMode="auto">
            <a:xfrm>
              <a:off x="7631676"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7" name="Rectangle 49">
              <a:extLst>
                <a:ext uri="{FF2B5EF4-FFF2-40B4-BE49-F238E27FC236}">
                  <a16:creationId xmlns:a16="http://schemas.microsoft.com/office/drawing/2014/main" id="{5A3F2E03-9197-4D87-AEBD-53681C71A0C3}"/>
                </a:ext>
              </a:extLst>
            </p:cNvPr>
            <p:cNvSpPr>
              <a:spLocks noChangeArrowheads="1"/>
            </p:cNvSpPr>
            <p:nvPr/>
          </p:nvSpPr>
          <p:spPr bwMode="auto">
            <a:xfrm>
              <a:off x="8087109"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8" name="Rectangle 50">
              <a:extLst>
                <a:ext uri="{FF2B5EF4-FFF2-40B4-BE49-F238E27FC236}">
                  <a16:creationId xmlns:a16="http://schemas.microsoft.com/office/drawing/2014/main" id="{AC48136C-038A-4E15-A432-82CDA3580ED7}"/>
                </a:ext>
              </a:extLst>
            </p:cNvPr>
            <p:cNvSpPr>
              <a:spLocks noChangeArrowheads="1"/>
            </p:cNvSpPr>
            <p:nvPr/>
          </p:nvSpPr>
          <p:spPr bwMode="auto">
            <a:xfrm>
              <a:off x="8541372"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9" name="Rectangle 51">
              <a:extLst>
                <a:ext uri="{FF2B5EF4-FFF2-40B4-BE49-F238E27FC236}">
                  <a16:creationId xmlns:a16="http://schemas.microsoft.com/office/drawing/2014/main" id="{A03DB8D5-6A83-4A84-AB18-2030609589DD}"/>
                </a:ext>
              </a:extLst>
            </p:cNvPr>
            <p:cNvSpPr>
              <a:spLocks noChangeArrowheads="1"/>
            </p:cNvSpPr>
            <p:nvPr/>
          </p:nvSpPr>
          <p:spPr bwMode="auto">
            <a:xfrm>
              <a:off x="8996805"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0" name="Rectangle 52">
              <a:extLst>
                <a:ext uri="{FF2B5EF4-FFF2-40B4-BE49-F238E27FC236}">
                  <a16:creationId xmlns:a16="http://schemas.microsoft.com/office/drawing/2014/main" id="{CB4B691A-151E-4AA1-86FD-1DF590C8AD29}"/>
                </a:ext>
              </a:extLst>
            </p:cNvPr>
            <p:cNvSpPr>
              <a:spLocks noChangeArrowheads="1"/>
            </p:cNvSpPr>
            <p:nvPr/>
          </p:nvSpPr>
          <p:spPr bwMode="auto">
            <a:xfrm>
              <a:off x="9451068"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1" name="Rectangle 53">
              <a:extLst>
                <a:ext uri="{FF2B5EF4-FFF2-40B4-BE49-F238E27FC236}">
                  <a16:creationId xmlns:a16="http://schemas.microsoft.com/office/drawing/2014/main" id="{8DE17CF6-249D-4F7B-83E2-FD452FE7770B}"/>
                </a:ext>
              </a:extLst>
            </p:cNvPr>
            <p:cNvSpPr>
              <a:spLocks noChangeArrowheads="1"/>
            </p:cNvSpPr>
            <p:nvPr/>
          </p:nvSpPr>
          <p:spPr bwMode="auto">
            <a:xfrm>
              <a:off x="9906501"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2" name="Rectangle 54">
              <a:extLst>
                <a:ext uri="{FF2B5EF4-FFF2-40B4-BE49-F238E27FC236}">
                  <a16:creationId xmlns:a16="http://schemas.microsoft.com/office/drawing/2014/main" id="{8AFBC693-95B4-46BF-8458-36EE0C80554E}"/>
                </a:ext>
              </a:extLst>
            </p:cNvPr>
            <p:cNvSpPr>
              <a:spLocks noChangeArrowheads="1"/>
            </p:cNvSpPr>
            <p:nvPr/>
          </p:nvSpPr>
          <p:spPr bwMode="auto">
            <a:xfrm>
              <a:off x="10360763"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3" name="Rectangle 55">
              <a:extLst>
                <a:ext uri="{FF2B5EF4-FFF2-40B4-BE49-F238E27FC236}">
                  <a16:creationId xmlns:a16="http://schemas.microsoft.com/office/drawing/2014/main" id="{1B7936E4-C86A-4ECF-9DAA-DD45C61C9B40}"/>
                </a:ext>
              </a:extLst>
            </p:cNvPr>
            <p:cNvSpPr>
              <a:spLocks noChangeArrowheads="1"/>
            </p:cNvSpPr>
            <p:nvPr/>
          </p:nvSpPr>
          <p:spPr bwMode="auto">
            <a:xfrm>
              <a:off x="10816197"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4" name="Rectangle 56">
              <a:extLst>
                <a:ext uri="{FF2B5EF4-FFF2-40B4-BE49-F238E27FC236}">
                  <a16:creationId xmlns:a16="http://schemas.microsoft.com/office/drawing/2014/main" id="{07B705CC-7C23-4703-BFCD-DEBFDF5A7E5B}"/>
                </a:ext>
              </a:extLst>
            </p:cNvPr>
            <p:cNvSpPr>
              <a:spLocks noChangeArrowheads="1"/>
            </p:cNvSpPr>
            <p:nvPr/>
          </p:nvSpPr>
          <p:spPr bwMode="auto">
            <a:xfrm>
              <a:off x="1127046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5" name="Rectangle 57">
              <a:extLst>
                <a:ext uri="{FF2B5EF4-FFF2-40B4-BE49-F238E27FC236}">
                  <a16:creationId xmlns:a16="http://schemas.microsoft.com/office/drawing/2014/main" id="{021EAEDF-4795-47A7-9CDF-29BDE7EB4647}"/>
                </a:ext>
              </a:extLst>
            </p:cNvPr>
            <p:cNvSpPr>
              <a:spLocks noChangeArrowheads="1"/>
            </p:cNvSpPr>
            <p:nvPr/>
          </p:nvSpPr>
          <p:spPr bwMode="auto">
            <a:xfrm>
              <a:off x="1172589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6" name="Rectangle 59">
              <a:extLst>
                <a:ext uri="{FF2B5EF4-FFF2-40B4-BE49-F238E27FC236}">
                  <a16:creationId xmlns:a16="http://schemas.microsoft.com/office/drawing/2014/main" id="{C8E25685-5F7D-4F4C-ABCD-4A625A28DA84}"/>
                </a:ext>
              </a:extLst>
            </p:cNvPr>
            <p:cNvSpPr>
              <a:spLocks noChangeArrowheads="1"/>
            </p:cNvSpPr>
            <p:nvPr/>
          </p:nvSpPr>
          <p:spPr bwMode="auto">
            <a:xfrm>
              <a:off x="354110" y="1342187"/>
              <a:ext cx="10999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7" name="Rectangle 60">
              <a:extLst>
                <a:ext uri="{FF2B5EF4-FFF2-40B4-BE49-F238E27FC236}">
                  <a16:creationId xmlns:a16="http://schemas.microsoft.com/office/drawing/2014/main" id="{F86C1915-F185-4F6E-BC9A-70ED68733204}"/>
                </a:ext>
              </a:extLst>
            </p:cNvPr>
            <p:cNvSpPr>
              <a:spLocks noChangeArrowheads="1"/>
            </p:cNvSpPr>
            <p:nvPr/>
          </p:nvSpPr>
          <p:spPr bwMode="auto">
            <a:xfrm>
              <a:off x="809542" y="1342187"/>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8" name="Rectangle 61">
              <a:extLst>
                <a:ext uri="{FF2B5EF4-FFF2-40B4-BE49-F238E27FC236}">
                  <a16:creationId xmlns:a16="http://schemas.microsoft.com/office/drawing/2014/main" id="{0A676732-8A69-4B25-9573-F6F90E1CBE82}"/>
                </a:ext>
              </a:extLst>
            </p:cNvPr>
            <p:cNvSpPr>
              <a:spLocks noChangeArrowheads="1"/>
            </p:cNvSpPr>
            <p:nvPr/>
          </p:nvSpPr>
          <p:spPr bwMode="auto">
            <a:xfrm>
              <a:off x="1263805"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9" name="Rectangle 62">
              <a:extLst>
                <a:ext uri="{FF2B5EF4-FFF2-40B4-BE49-F238E27FC236}">
                  <a16:creationId xmlns:a16="http://schemas.microsoft.com/office/drawing/2014/main" id="{D4F1F03D-E1AA-4194-B592-BA6FFEF4B89A}"/>
                </a:ext>
              </a:extLst>
            </p:cNvPr>
            <p:cNvSpPr>
              <a:spLocks noChangeArrowheads="1"/>
            </p:cNvSpPr>
            <p:nvPr/>
          </p:nvSpPr>
          <p:spPr bwMode="auto">
            <a:xfrm>
              <a:off x="1719239" y="1342187"/>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0" name="Rectangle 63">
              <a:extLst>
                <a:ext uri="{FF2B5EF4-FFF2-40B4-BE49-F238E27FC236}">
                  <a16:creationId xmlns:a16="http://schemas.microsoft.com/office/drawing/2014/main" id="{3E19A2DA-16F0-4B64-9855-639F78BF95B6}"/>
                </a:ext>
              </a:extLst>
            </p:cNvPr>
            <p:cNvSpPr>
              <a:spLocks noChangeArrowheads="1"/>
            </p:cNvSpPr>
            <p:nvPr/>
          </p:nvSpPr>
          <p:spPr bwMode="auto">
            <a:xfrm>
              <a:off x="2173502"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1" name="Rectangle 64">
              <a:extLst>
                <a:ext uri="{FF2B5EF4-FFF2-40B4-BE49-F238E27FC236}">
                  <a16:creationId xmlns:a16="http://schemas.microsoft.com/office/drawing/2014/main" id="{21AA4D67-978D-46FA-9138-C5EF347A0938}"/>
                </a:ext>
              </a:extLst>
            </p:cNvPr>
            <p:cNvSpPr>
              <a:spLocks noChangeArrowheads="1"/>
            </p:cNvSpPr>
            <p:nvPr/>
          </p:nvSpPr>
          <p:spPr bwMode="auto">
            <a:xfrm>
              <a:off x="2628934"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2" name="Rectangle 65">
              <a:extLst>
                <a:ext uri="{FF2B5EF4-FFF2-40B4-BE49-F238E27FC236}">
                  <a16:creationId xmlns:a16="http://schemas.microsoft.com/office/drawing/2014/main" id="{DF7FABC9-0AE5-498D-9DCD-2D0A69DD494F}"/>
                </a:ext>
              </a:extLst>
            </p:cNvPr>
            <p:cNvSpPr>
              <a:spLocks noChangeArrowheads="1"/>
            </p:cNvSpPr>
            <p:nvPr/>
          </p:nvSpPr>
          <p:spPr bwMode="auto">
            <a:xfrm>
              <a:off x="3083197"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3" name="Rectangle 66">
              <a:extLst>
                <a:ext uri="{FF2B5EF4-FFF2-40B4-BE49-F238E27FC236}">
                  <a16:creationId xmlns:a16="http://schemas.microsoft.com/office/drawing/2014/main" id="{3B4259AB-BB5C-471B-8BFD-2464967E06EC}"/>
                </a:ext>
              </a:extLst>
            </p:cNvPr>
            <p:cNvSpPr>
              <a:spLocks noChangeArrowheads="1"/>
            </p:cNvSpPr>
            <p:nvPr/>
          </p:nvSpPr>
          <p:spPr bwMode="auto">
            <a:xfrm>
              <a:off x="3538630"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4" name="Rectangle 67">
              <a:extLst>
                <a:ext uri="{FF2B5EF4-FFF2-40B4-BE49-F238E27FC236}">
                  <a16:creationId xmlns:a16="http://schemas.microsoft.com/office/drawing/2014/main" id="{4A71AFC4-8245-4F87-8986-BFA7163794AB}"/>
                </a:ext>
              </a:extLst>
            </p:cNvPr>
            <p:cNvSpPr>
              <a:spLocks noChangeArrowheads="1"/>
            </p:cNvSpPr>
            <p:nvPr/>
          </p:nvSpPr>
          <p:spPr bwMode="auto">
            <a:xfrm>
              <a:off x="3992893"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5" name="Rectangle 68">
              <a:extLst>
                <a:ext uri="{FF2B5EF4-FFF2-40B4-BE49-F238E27FC236}">
                  <a16:creationId xmlns:a16="http://schemas.microsoft.com/office/drawing/2014/main" id="{AA4DB81E-6CDA-4C15-A84C-6764CA845A64}"/>
                </a:ext>
              </a:extLst>
            </p:cNvPr>
            <p:cNvSpPr>
              <a:spLocks noChangeArrowheads="1"/>
            </p:cNvSpPr>
            <p:nvPr/>
          </p:nvSpPr>
          <p:spPr bwMode="auto">
            <a:xfrm>
              <a:off x="4448326"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6" name="Rectangle 69">
              <a:extLst>
                <a:ext uri="{FF2B5EF4-FFF2-40B4-BE49-F238E27FC236}">
                  <a16:creationId xmlns:a16="http://schemas.microsoft.com/office/drawing/2014/main" id="{E6B3071E-6076-4B7A-83B7-92D6A165342E}"/>
                </a:ext>
              </a:extLst>
            </p:cNvPr>
            <p:cNvSpPr>
              <a:spLocks noChangeArrowheads="1"/>
            </p:cNvSpPr>
            <p:nvPr/>
          </p:nvSpPr>
          <p:spPr bwMode="auto">
            <a:xfrm>
              <a:off x="4902589"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7" name="Rectangle 70">
              <a:extLst>
                <a:ext uri="{FF2B5EF4-FFF2-40B4-BE49-F238E27FC236}">
                  <a16:creationId xmlns:a16="http://schemas.microsoft.com/office/drawing/2014/main" id="{E8543DB1-652E-4988-9780-2A2133D41D4C}"/>
                </a:ext>
              </a:extLst>
            </p:cNvPr>
            <p:cNvSpPr>
              <a:spLocks noChangeArrowheads="1"/>
            </p:cNvSpPr>
            <p:nvPr/>
          </p:nvSpPr>
          <p:spPr bwMode="auto">
            <a:xfrm>
              <a:off x="535802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8" name="Rectangle 71">
              <a:extLst>
                <a:ext uri="{FF2B5EF4-FFF2-40B4-BE49-F238E27FC236}">
                  <a16:creationId xmlns:a16="http://schemas.microsoft.com/office/drawing/2014/main" id="{42F0AA6A-4C74-462E-8B1B-F39A0F70FF7A}"/>
                </a:ext>
              </a:extLst>
            </p:cNvPr>
            <p:cNvSpPr>
              <a:spLocks noChangeArrowheads="1"/>
            </p:cNvSpPr>
            <p:nvPr/>
          </p:nvSpPr>
          <p:spPr bwMode="auto">
            <a:xfrm>
              <a:off x="5812285"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9" name="Rectangle 72">
              <a:extLst>
                <a:ext uri="{FF2B5EF4-FFF2-40B4-BE49-F238E27FC236}">
                  <a16:creationId xmlns:a16="http://schemas.microsoft.com/office/drawing/2014/main" id="{B33C0D7F-04E1-4844-B90C-3FBE5EEF3A4D}"/>
                </a:ext>
              </a:extLst>
            </p:cNvPr>
            <p:cNvSpPr>
              <a:spLocks noChangeArrowheads="1"/>
            </p:cNvSpPr>
            <p:nvPr/>
          </p:nvSpPr>
          <p:spPr bwMode="auto">
            <a:xfrm>
              <a:off x="6267717"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0" name="Rectangle 73">
              <a:extLst>
                <a:ext uri="{FF2B5EF4-FFF2-40B4-BE49-F238E27FC236}">
                  <a16:creationId xmlns:a16="http://schemas.microsoft.com/office/drawing/2014/main" id="{F49B085D-B4DD-458A-826A-3DA24029B88E}"/>
                </a:ext>
              </a:extLst>
            </p:cNvPr>
            <p:cNvSpPr>
              <a:spLocks noChangeArrowheads="1"/>
            </p:cNvSpPr>
            <p:nvPr/>
          </p:nvSpPr>
          <p:spPr bwMode="auto">
            <a:xfrm>
              <a:off x="672198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1" name="Rectangle 74">
              <a:extLst>
                <a:ext uri="{FF2B5EF4-FFF2-40B4-BE49-F238E27FC236}">
                  <a16:creationId xmlns:a16="http://schemas.microsoft.com/office/drawing/2014/main" id="{A32F9E5F-5111-453D-A333-FB4E1A18673B}"/>
                </a:ext>
              </a:extLst>
            </p:cNvPr>
            <p:cNvSpPr>
              <a:spLocks noChangeArrowheads="1"/>
            </p:cNvSpPr>
            <p:nvPr/>
          </p:nvSpPr>
          <p:spPr bwMode="auto">
            <a:xfrm>
              <a:off x="7177414"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2" name="Rectangle 75">
              <a:extLst>
                <a:ext uri="{FF2B5EF4-FFF2-40B4-BE49-F238E27FC236}">
                  <a16:creationId xmlns:a16="http://schemas.microsoft.com/office/drawing/2014/main" id="{47E4D8BD-DEA3-4D27-98E4-F4E7016173D4}"/>
                </a:ext>
              </a:extLst>
            </p:cNvPr>
            <p:cNvSpPr>
              <a:spLocks noChangeArrowheads="1"/>
            </p:cNvSpPr>
            <p:nvPr/>
          </p:nvSpPr>
          <p:spPr bwMode="auto">
            <a:xfrm>
              <a:off x="7631676"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3" name="Rectangle 76">
              <a:extLst>
                <a:ext uri="{FF2B5EF4-FFF2-40B4-BE49-F238E27FC236}">
                  <a16:creationId xmlns:a16="http://schemas.microsoft.com/office/drawing/2014/main" id="{BBF03BDD-5E4F-4125-8BBA-793FC2C135B8}"/>
                </a:ext>
              </a:extLst>
            </p:cNvPr>
            <p:cNvSpPr>
              <a:spLocks noChangeArrowheads="1"/>
            </p:cNvSpPr>
            <p:nvPr/>
          </p:nvSpPr>
          <p:spPr bwMode="auto">
            <a:xfrm>
              <a:off x="8087109"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4" name="Rectangle 77">
              <a:extLst>
                <a:ext uri="{FF2B5EF4-FFF2-40B4-BE49-F238E27FC236}">
                  <a16:creationId xmlns:a16="http://schemas.microsoft.com/office/drawing/2014/main" id="{F3B4C098-EB45-4815-8269-996D7522ECCA}"/>
                </a:ext>
              </a:extLst>
            </p:cNvPr>
            <p:cNvSpPr>
              <a:spLocks noChangeArrowheads="1"/>
            </p:cNvSpPr>
            <p:nvPr/>
          </p:nvSpPr>
          <p:spPr bwMode="auto">
            <a:xfrm>
              <a:off x="8541372"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5" name="Rectangle 78">
              <a:extLst>
                <a:ext uri="{FF2B5EF4-FFF2-40B4-BE49-F238E27FC236}">
                  <a16:creationId xmlns:a16="http://schemas.microsoft.com/office/drawing/2014/main" id="{B59927F3-4B4B-42A6-8B08-08A49631DE99}"/>
                </a:ext>
              </a:extLst>
            </p:cNvPr>
            <p:cNvSpPr>
              <a:spLocks noChangeArrowheads="1"/>
            </p:cNvSpPr>
            <p:nvPr/>
          </p:nvSpPr>
          <p:spPr bwMode="auto">
            <a:xfrm>
              <a:off x="8996805"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6" name="Rectangle 79">
              <a:extLst>
                <a:ext uri="{FF2B5EF4-FFF2-40B4-BE49-F238E27FC236}">
                  <a16:creationId xmlns:a16="http://schemas.microsoft.com/office/drawing/2014/main" id="{A3EF2292-28DC-48A4-AF27-649B5C4586D6}"/>
                </a:ext>
              </a:extLst>
            </p:cNvPr>
            <p:cNvSpPr>
              <a:spLocks noChangeArrowheads="1"/>
            </p:cNvSpPr>
            <p:nvPr/>
          </p:nvSpPr>
          <p:spPr bwMode="auto">
            <a:xfrm>
              <a:off x="9451068"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7" name="Rectangle 80">
              <a:extLst>
                <a:ext uri="{FF2B5EF4-FFF2-40B4-BE49-F238E27FC236}">
                  <a16:creationId xmlns:a16="http://schemas.microsoft.com/office/drawing/2014/main" id="{248C3F59-9E32-45A2-A3CC-2CB702255A32}"/>
                </a:ext>
              </a:extLst>
            </p:cNvPr>
            <p:cNvSpPr>
              <a:spLocks noChangeArrowheads="1"/>
            </p:cNvSpPr>
            <p:nvPr/>
          </p:nvSpPr>
          <p:spPr bwMode="auto">
            <a:xfrm>
              <a:off x="9906501"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8" name="Rectangle 81">
              <a:extLst>
                <a:ext uri="{FF2B5EF4-FFF2-40B4-BE49-F238E27FC236}">
                  <a16:creationId xmlns:a16="http://schemas.microsoft.com/office/drawing/2014/main" id="{8E4ACB8A-43E4-4093-AE56-AA241704B0BD}"/>
                </a:ext>
              </a:extLst>
            </p:cNvPr>
            <p:cNvSpPr>
              <a:spLocks noChangeArrowheads="1"/>
            </p:cNvSpPr>
            <p:nvPr/>
          </p:nvSpPr>
          <p:spPr bwMode="auto">
            <a:xfrm>
              <a:off x="10360763"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9" name="Rectangle 82">
              <a:extLst>
                <a:ext uri="{FF2B5EF4-FFF2-40B4-BE49-F238E27FC236}">
                  <a16:creationId xmlns:a16="http://schemas.microsoft.com/office/drawing/2014/main" id="{D14F99BB-28D1-464F-BB16-2F2623BBC5A4}"/>
                </a:ext>
              </a:extLst>
            </p:cNvPr>
            <p:cNvSpPr>
              <a:spLocks noChangeArrowheads="1"/>
            </p:cNvSpPr>
            <p:nvPr/>
          </p:nvSpPr>
          <p:spPr bwMode="auto">
            <a:xfrm>
              <a:off x="10816197"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0" name="Rectangle 83">
              <a:extLst>
                <a:ext uri="{FF2B5EF4-FFF2-40B4-BE49-F238E27FC236}">
                  <a16:creationId xmlns:a16="http://schemas.microsoft.com/office/drawing/2014/main" id="{A95FA675-3755-4391-B726-68B8FF23ADB3}"/>
                </a:ext>
              </a:extLst>
            </p:cNvPr>
            <p:cNvSpPr>
              <a:spLocks noChangeArrowheads="1"/>
            </p:cNvSpPr>
            <p:nvPr/>
          </p:nvSpPr>
          <p:spPr bwMode="auto">
            <a:xfrm>
              <a:off x="1127046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1" name="Rectangle 84">
              <a:extLst>
                <a:ext uri="{FF2B5EF4-FFF2-40B4-BE49-F238E27FC236}">
                  <a16:creationId xmlns:a16="http://schemas.microsoft.com/office/drawing/2014/main" id="{49925855-02BD-4CA2-9D33-00CA85C3A971}"/>
                </a:ext>
              </a:extLst>
            </p:cNvPr>
            <p:cNvSpPr>
              <a:spLocks noChangeArrowheads="1"/>
            </p:cNvSpPr>
            <p:nvPr/>
          </p:nvSpPr>
          <p:spPr bwMode="auto">
            <a:xfrm>
              <a:off x="1172589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2" name="Rectangle 86">
              <a:extLst>
                <a:ext uri="{FF2B5EF4-FFF2-40B4-BE49-F238E27FC236}">
                  <a16:creationId xmlns:a16="http://schemas.microsoft.com/office/drawing/2014/main" id="{29A0B59B-FDB1-4852-BA6C-06E6417E8DE5}"/>
                </a:ext>
              </a:extLst>
            </p:cNvPr>
            <p:cNvSpPr>
              <a:spLocks noChangeArrowheads="1"/>
            </p:cNvSpPr>
            <p:nvPr/>
          </p:nvSpPr>
          <p:spPr bwMode="auto">
            <a:xfrm>
              <a:off x="354110" y="1850579"/>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3" name="Rectangle 87">
              <a:extLst>
                <a:ext uri="{FF2B5EF4-FFF2-40B4-BE49-F238E27FC236}">
                  <a16:creationId xmlns:a16="http://schemas.microsoft.com/office/drawing/2014/main" id="{F2291FF5-CA54-458E-8BD1-99B816F40E55}"/>
                </a:ext>
              </a:extLst>
            </p:cNvPr>
            <p:cNvSpPr>
              <a:spLocks noChangeArrowheads="1"/>
            </p:cNvSpPr>
            <p:nvPr/>
          </p:nvSpPr>
          <p:spPr bwMode="auto">
            <a:xfrm>
              <a:off x="809542" y="1850579"/>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4" name="Rectangle 88">
              <a:extLst>
                <a:ext uri="{FF2B5EF4-FFF2-40B4-BE49-F238E27FC236}">
                  <a16:creationId xmlns:a16="http://schemas.microsoft.com/office/drawing/2014/main" id="{97EB7D42-19E8-41E2-B5B0-791AA24B51C1}"/>
                </a:ext>
              </a:extLst>
            </p:cNvPr>
            <p:cNvSpPr>
              <a:spLocks noChangeArrowheads="1"/>
            </p:cNvSpPr>
            <p:nvPr/>
          </p:nvSpPr>
          <p:spPr bwMode="auto">
            <a:xfrm>
              <a:off x="1263805" y="1850579"/>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5" name="Rectangle 89">
              <a:extLst>
                <a:ext uri="{FF2B5EF4-FFF2-40B4-BE49-F238E27FC236}">
                  <a16:creationId xmlns:a16="http://schemas.microsoft.com/office/drawing/2014/main" id="{F11528A1-D5A5-47C3-A78A-BDF885ECD0F6}"/>
                </a:ext>
              </a:extLst>
            </p:cNvPr>
            <p:cNvSpPr>
              <a:spLocks noChangeArrowheads="1"/>
            </p:cNvSpPr>
            <p:nvPr/>
          </p:nvSpPr>
          <p:spPr bwMode="auto">
            <a:xfrm>
              <a:off x="1719239" y="1850579"/>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6" name="Rectangle 90">
              <a:extLst>
                <a:ext uri="{FF2B5EF4-FFF2-40B4-BE49-F238E27FC236}">
                  <a16:creationId xmlns:a16="http://schemas.microsoft.com/office/drawing/2014/main" id="{382D90AE-FED6-4FCA-B477-13F5EC154EA9}"/>
                </a:ext>
              </a:extLst>
            </p:cNvPr>
            <p:cNvSpPr>
              <a:spLocks noChangeArrowheads="1"/>
            </p:cNvSpPr>
            <p:nvPr/>
          </p:nvSpPr>
          <p:spPr bwMode="auto">
            <a:xfrm>
              <a:off x="2173502" y="1850579"/>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7" name="Rectangle 91">
              <a:extLst>
                <a:ext uri="{FF2B5EF4-FFF2-40B4-BE49-F238E27FC236}">
                  <a16:creationId xmlns:a16="http://schemas.microsoft.com/office/drawing/2014/main" id="{32C9B838-AD97-41C2-B167-E2ED06D301D2}"/>
                </a:ext>
              </a:extLst>
            </p:cNvPr>
            <p:cNvSpPr>
              <a:spLocks noChangeArrowheads="1"/>
            </p:cNvSpPr>
            <p:nvPr/>
          </p:nvSpPr>
          <p:spPr bwMode="auto">
            <a:xfrm>
              <a:off x="2628934" y="1850579"/>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8" name="Rectangle 92">
              <a:extLst>
                <a:ext uri="{FF2B5EF4-FFF2-40B4-BE49-F238E27FC236}">
                  <a16:creationId xmlns:a16="http://schemas.microsoft.com/office/drawing/2014/main" id="{17A1E437-F28C-4912-A416-147E734D2A46}"/>
                </a:ext>
              </a:extLst>
            </p:cNvPr>
            <p:cNvSpPr>
              <a:spLocks noChangeArrowheads="1"/>
            </p:cNvSpPr>
            <p:nvPr/>
          </p:nvSpPr>
          <p:spPr bwMode="auto">
            <a:xfrm>
              <a:off x="3083197" y="1850579"/>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9" name="Rectangle 105">
              <a:extLst>
                <a:ext uri="{FF2B5EF4-FFF2-40B4-BE49-F238E27FC236}">
                  <a16:creationId xmlns:a16="http://schemas.microsoft.com/office/drawing/2014/main" id="{DEAE7685-4A38-4785-9605-B19161F69E26}"/>
                </a:ext>
              </a:extLst>
            </p:cNvPr>
            <p:cNvSpPr>
              <a:spLocks noChangeArrowheads="1"/>
            </p:cNvSpPr>
            <p:nvPr/>
          </p:nvSpPr>
          <p:spPr bwMode="auto">
            <a:xfrm>
              <a:off x="8996805" y="1850579"/>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0" name="Rectangle 106">
              <a:extLst>
                <a:ext uri="{FF2B5EF4-FFF2-40B4-BE49-F238E27FC236}">
                  <a16:creationId xmlns:a16="http://schemas.microsoft.com/office/drawing/2014/main" id="{D8D5236E-C6F3-4C15-B112-50979E39B652}"/>
                </a:ext>
              </a:extLst>
            </p:cNvPr>
            <p:cNvSpPr>
              <a:spLocks noChangeArrowheads="1"/>
            </p:cNvSpPr>
            <p:nvPr/>
          </p:nvSpPr>
          <p:spPr bwMode="auto">
            <a:xfrm>
              <a:off x="9451068" y="1850579"/>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1" name="Rectangle 107">
              <a:extLst>
                <a:ext uri="{FF2B5EF4-FFF2-40B4-BE49-F238E27FC236}">
                  <a16:creationId xmlns:a16="http://schemas.microsoft.com/office/drawing/2014/main" id="{EAC78FE3-C094-437A-B445-4F783780233D}"/>
                </a:ext>
              </a:extLst>
            </p:cNvPr>
            <p:cNvSpPr>
              <a:spLocks noChangeArrowheads="1"/>
            </p:cNvSpPr>
            <p:nvPr/>
          </p:nvSpPr>
          <p:spPr bwMode="auto">
            <a:xfrm>
              <a:off x="9906501" y="1850579"/>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2" name="Rectangle 108">
              <a:extLst>
                <a:ext uri="{FF2B5EF4-FFF2-40B4-BE49-F238E27FC236}">
                  <a16:creationId xmlns:a16="http://schemas.microsoft.com/office/drawing/2014/main" id="{E515352F-F56E-4A5E-A366-80D13565A14A}"/>
                </a:ext>
              </a:extLst>
            </p:cNvPr>
            <p:cNvSpPr>
              <a:spLocks noChangeArrowheads="1"/>
            </p:cNvSpPr>
            <p:nvPr/>
          </p:nvSpPr>
          <p:spPr bwMode="auto">
            <a:xfrm>
              <a:off x="10360763" y="1850579"/>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3" name="Rectangle 109">
              <a:extLst>
                <a:ext uri="{FF2B5EF4-FFF2-40B4-BE49-F238E27FC236}">
                  <a16:creationId xmlns:a16="http://schemas.microsoft.com/office/drawing/2014/main" id="{082593FC-9A99-4046-9873-3F17F576F5F2}"/>
                </a:ext>
              </a:extLst>
            </p:cNvPr>
            <p:cNvSpPr>
              <a:spLocks noChangeArrowheads="1"/>
            </p:cNvSpPr>
            <p:nvPr/>
          </p:nvSpPr>
          <p:spPr bwMode="auto">
            <a:xfrm>
              <a:off x="10816197" y="1850579"/>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4" name="Rectangle 110">
              <a:extLst>
                <a:ext uri="{FF2B5EF4-FFF2-40B4-BE49-F238E27FC236}">
                  <a16:creationId xmlns:a16="http://schemas.microsoft.com/office/drawing/2014/main" id="{7BE87C29-956D-4731-9DEF-2472E21D89AD}"/>
                </a:ext>
              </a:extLst>
            </p:cNvPr>
            <p:cNvSpPr>
              <a:spLocks noChangeArrowheads="1"/>
            </p:cNvSpPr>
            <p:nvPr/>
          </p:nvSpPr>
          <p:spPr bwMode="auto">
            <a:xfrm>
              <a:off x="11270460" y="1850579"/>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5" name="Rectangle 111">
              <a:extLst>
                <a:ext uri="{FF2B5EF4-FFF2-40B4-BE49-F238E27FC236}">
                  <a16:creationId xmlns:a16="http://schemas.microsoft.com/office/drawing/2014/main" id="{A3B07365-8B76-4AFB-ABA7-8DD8B6C91F90}"/>
                </a:ext>
              </a:extLst>
            </p:cNvPr>
            <p:cNvSpPr>
              <a:spLocks noChangeArrowheads="1"/>
            </p:cNvSpPr>
            <p:nvPr/>
          </p:nvSpPr>
          <p:spPr bwMode="auto">
            <a:xfrm>
              <a:off x="11725892" y="1850579"/>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6" name="Rectangle 113">
              <a:extLst>
                <a:ext uri="{FF2B5EF4-FFF2-40B4-BE49-F238E27FC236}">
                  <a16:creationId xmlns:a16="http://schemas.microsoft.com/office/drawing/2014/main" id="{DC607E7A-BE56-4471-A732-571BF19EBC8C}"/>
                </a:ext>
              </a:extLst>
            </p:cNvPr>
            <p:cNvSpPr>
              <a:spLocks noChangeArrowheads="1"/>
            </p:cNvSpPr>
            <p:nvPr/>
          </p:nvSpPr>
          <p:spPr bwMode="auto">
            <a:xfrm>
              <a:off x="354110" y="2358971"/>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7" name="Rectangle 114">
              <a:extLst>
                <a:ext uri="{FF2B5EF4-FFF2-40B4-BE49-F238E27FC236}">
                  <a16:creationId xmlns:a16="http://schemas.microsoft.com/office/drawing/2014/main" id="{AC622CDC-661A-4504-B509-39988A37961B}"/>
                </a:ext>
              </a:extLst>
            </p:cNvPr>
            <p:cNvSpPr>
              <a:spLocks noChangeArrowheads="1"/>
            </p:cNvSpPr>
            <p:nvPr/>
          </p:nvSpPr>
          <p:spPr bwMode="auto">
            <a:xfrm>
              <a:off x="809542" y="2358971"/>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8" name="Rectangle 115">
              <a:extLst>
                <a:ext uri="{FF2B5EF4-FFF2-40B4-BE49-F238E27FC236}">
                  <a16:creationId xmlns:a16="http://schemas.microsoft.com/office/drawing/2014/main" id="{62946A9D-9192-4CAD-8F76-974C5FE277D5}"/>
                </a:ext>
              </a:extLst>
            </p:cNvPr>
            <p:cNvSpPr>
              <a:spLocks noChangeArrowheads="1"/>
            </p:cNvSpPr>
            <p:nvPr/>
          </p:nvSpPr>
          <p:spPr bwMode="auto">
            <a:xfrm>
              <a:off x="1263805" y="2358971"/>
              <a:ext cx="109992" cy="108822"/>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9" name="Rectangle 116">
              <a:extLst>
                <a:ext uri="{FF2B5EF4-FFF2-40B4-BE49-F238E27FC236}">
                  <a16:creationId xmlns:a16="http://schemas.microsoft.com/office/drawing/2014/main" id="{98A87D74-26D6-44DE-B8E3-3F1228E833DD}"/>
                </a:ext>
              </a:extLst>
            </p:cNvPr>
            <p:cNvSpPr>
              <a:spLocks noChangeArrowheads="1"/>
            </p:cNvSpPr>
            <p:nvPr/>
          </p:nvSpPr>
          <p:spPr bwMode="auto">
            <a:xfrm>
              <a:off x="1719239" y="2358971"/>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0" name="Rectangle 117">
              <a:extLst>
                <a:ext uri="{FF2B5EF4-FFF2-40B4-BE49-F238E27FC236}">
                  <a16:creationId xmlns:a16="http://schemas.microsoft.com/office/drawing/2014/main" id="{305F2911-EBBC-4A1F-9F27-F5A4D6683343}"/>
                </a:ext>
              </a:extLst>
            </p:cNvPr>
            <p:cNvSpPr>
              <a:spLocks noChangeArrowheads="1"/>
            </p:cNvSpPr>
            <p:nvPr/>
          </p:nvSpPr>
          <p:spPr bwMode="auto">
            <a:xfrm>
              <a:off x="2173502" y="2358971"/>
              <a:ext cx="10999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1" name="Rectangle 118">
              <a:extLst>
                <a:ext uri="{FF2B5EF4-FFF2-40B4-BE49-F238E27FC236}">
                  <a16:creationId xmlns:a16="http://schemas.microsoft.com/office/drawing/2014/main" id="{E3017ED1-C3DB-468D-917A-7D055013E8AA}"/>
                </a:ext>
              </a:extLst>
            </p:cNvPr>
            <p:cNvSpPr>
              <a:spLocks noChangeArrowheads="1"/>
            </p:cNvSpPr>
            <p:nvPr/>
          </p:nvSpPr>
          <p:spPr bwMode="auto">
            <a:xfrm>
              <a:off x="2628934" y="2358971"/>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2" name="Rectangle 119">
              <a:extLst>
                <a:ext uri="{FF2B5EF4-FFF2-40B4-BE49-F238E27FC236}">
                  <a16:creationId xmlns:a16="http://schemas.microsoft.com/office/drawing/2014/main" id="{364A9FBD-1DB7-46D2-80AE-1EF6158FE9A7}"/>
                </a:ext>
              </a:extLst>
            </p:cNvPr>
            <p:cNvSpPr>
              <a:spLocks noChangeArrowheads="1"/>
            </p:cNvSpPr>
            <p:nvPr/>
          </p:nvSpPr>
          <p:spPr bwMode="auto">
            <a:xfrm>
              <a:off x="3083197" y="2358971"/>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3" name="Rectangle 132">
              <a:extLst>
                <a:ext uri="{FF2B5EF4-FFF2-40B4-BE49-F238E27FC236}">
                  <a16:creationId xmlns:a16="http://schemas.microsoft.com/office/drawing/2014/main" id="{5B8F5DA7-A3AB-48C2-A0AA-06DFF2510EBF}"/>
                </a:ext>
              </a:extLst>
            </p:cNvPr>
            <p:cNvSpPr>
              <a:spLocks noChangeArrowheads="1"/>
            </p:cNvSpPr>
            <p:nvPr/>
          </p:nvSpPr>
          <p:spPr bwMode="auto">
            <a:xfrm>
              <a:off x="8996805" y="2358971"/>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4" name="Rectangle 133">
              <a:extLst>
                <a:ext uri="{FF2B5EF4-FFF2-40B4-BE49-F238E27FC236}">
                  <a16:creationId xmlns:a16="http://schemas.microsoft.com/office/drawing/2014/main" id="{B4EEDB8D-D8C1-42F7-816B-88E1F6AC5AF0}"/>
                </a:ext>
              </a:extLst>
            </p:cNvPr>
            <p:cNvSpPr>
              <a:spLocks noChangeArrowheads="1"/>
            </p:cNvSpPr>
            <p:nvPr/>
          </p:nvSpPr>
          <p:spPr bwMode="auto">
            <a:xfrm>
              <a:off x="9451068" y="2358971"/>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5" name="Rectangle 134">
              <a:extLst>
                <a:ext uri="{FF2B5EF4-FFF2-40B4-BE49-F238E27FC236}">
                  <a16:creationId xmlns:a16="http://schemas.microsoft.com/office/drawing/2014/main" id="{E15F1A2D-8731-4042-A5CD-84E3C2F4462A}"/>
                </a:ext>
              </a:extLst>
            </p:cNvPr>
            <p:cNvSpPr>
              <a:spLocks noChangeArrowheads="1"/>
            </p:cNvSpPr>
            <p:nvPr/>
          </p:nvSpPr>
          <p:spPr bwMode="auto">
            <a:xfrm>
              <a:off x="9906501" y="2358971"/>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6" name="Rectangle 135">
              <a:extLst>
                <a:ext uri="{FF2B5EF4-FFF2-40B4-BE49-F238E27FC236}">
                  <a16:creationId xmlns:a16="http://schemas.microsoft.com/office/drawing/2014/main" id="{866AE8F6-A982-4075-88C6-096E183A6392}"/>
                </a:ext>
              </a:extLst>
            </p:cNvPr>
            <p:cNvSpPr>
              <a:spLocks noChangeArrowheads="1"/>
            </p:cNvSpPr>
            <p:nvPr/>
          </p:nvSpPr>
          <p:spPr bwMode="auto">
            <a:xfrm>
              <a:off x="10360763" y="2358971"/>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7" name="Rectangle 136">
              <a:extLst>
                <a:ext uri="{FF2B5EF4-FFF2-40B4-BE49-F238E27FC236}">
                  <a16:creationId xmlns:a16="http://schemas.microsoft.com/office/drawing/2014/main" id="{4E9E8D66-CB5B-45DA-86A6-55504897135B}"/>
                </a:ext>
              </a:extLst>
            </p:cNvPr>
            <p:cNvSpPr>
              <a:spLocks noChangeArrowheads="1"/>
            </p:cNvSpPr>
            <p:nvPr/>
          </p:nvSpPr>
          <p:spPr bwMode="auto">
            <a:xfrm>
              <a:off x="10816197" y="2358971"/>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8" name="Rectangle 137">
              <a:extLst>
                <a:ext uri="{FF2B5EF4-FFF2-40B4-BE49-F238E27FC236}">
                  <a16:creationId xmlns:a16="http://schemas.microsoft.com/office/drawing/2014/main" id="{A22DE3BE-D7D7-4570-BD5B-578C0D546A4B}"/>
                </a:ext>
              </a:extLst>
            </p:cNvPr>
            <p:cNvSpPr>
              <a:spLocks noChangeArrowheads="1"/>
            </p:cNvSpPr>
            <p:nvPr/>
          </p:nvSpPr>
          <p:spPr bwMode="auto">
            <a:xfrm>
              <a:off x="11270460" y="2358971"/>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9" name="Rectangle 138">
              <a:extLst>
                <a:ext uri="{FF2B5EF4-FFF2-40B4-BE49-F238E27FC236}">
                  <a16:creationId xmlns:a16="http://schemas.microsoft.com/office/drawing/2014/main" id="{7A6BABE8-DBE8-441A-87BB-BA336C02DC7D}"/>
                </a:ext>
              </a:extLst>
            </p:cNvPr>
            <p:cNvSpPr>
              <a:spLocks noChangeArrowheads="1"/>
            </p:cNvSpPr>
            <p:nvPr/>
          </p:nvSpPr>
          <p:spPr bwMode="auto">
            <a:xfrm>
              <a:off x="11725892" y="2358971"/>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0" name="Rectangle 140">
              <a:extLst>
                <a:ext uri="{FF2B5EF4-FFF2-40B4-BE49-F238E27FC236}">
                  <a16:creationId xmlns:a16="http://schemas.microsoft.com/office/drawing/2014/main" id="{E3D2014F-A2E0-433E-904B-8B6961F86454}"/>
                </a:ext>
              </a:extLst>
            </p:cNvPr>
            <p:cNvSpPr>
              <a:spLocks noChangeArrowheads="1"/>
            </p:cNvSpPr>
            <p:nvPr/>
          </p:nvSpPr>
          <p:spPr bwMode="auto">
            <a:xfrm>
              <a:off x="354110" y="2866195"/>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1" name="Rectangle 141">
              <a:extLst>
                <a:ext uri="{FF2B5EF4-FFF2-40B4-BE49-F238E27FC236}">
                  <a16:creationId xmlns:a16="http://schemas.microsoft.com/office/drawing/2014/main" id="{69E93948-9F67-4652-940D-D296937F99EA}"/>
                </a:ext>
              </a:extLst>
            </p:cNvPr>
            <p:cNvSpPr>
              <a:spLocks noChangeArrowheads="1"/>
            </p:cNvSpPr>
            <p:nvPr/>
          </p:nvSpPr>
          <p:spPr bwMode="auto">
            <a:xfrm>
              <a:off x="809542" y="2866195"/>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2" name="Rectangle 142">
              <a:extLst>
                <a:ext uri="{FF2B5EF4-FFF2-40B4-BE49-F238E27FC236}">
                  <a16:creationId xmlns:a16="http://schemas.microsoft.com/office/drawing/2014/main" id="{DF77B519-E891-4382-8E18-46FCB0F8C711}"/>
                </a:ext>
              </a:extLst>
            </p:cNvPr>
            <p:cNvSpPr>
              <a:spLocks noChangeArrowheads="1"/>
            </p:cNvSpPr>
            <p:nvPr/>
          </p:nvSpPr>
          <p:spPr bwMode="auto">
            <a:xfrm>
              <a:off x="1263805" y="2866195"/>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3" name="Rectangle 143">
              <a:extLst>
                <a:ext uri="{FF2B5EF4-FFF2-40B4-BE49-F238E27FC236}">
                  <a16:creationId xmlns:a16="http://schemas.microsoft.com/office/drawing/2014/main" id="{D5D17266-EBAA-471D-8E73-01469C4714ED}"/>
                </a:ext>
              </a:extLst>
            </p:cNvPr>
            <p:cNvSpPr>
              <a:spLocks noChangeArrowheads="1"/>
            </p:cNvSpPr>
            <p:nvPr/>
          </p:nvSpPr>
          <p:spPr bwMode="auto">
            <a:xfrm>
              <a:off x="1719239" y="2866195"/>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4" name="Rectangle 144">
              <a:extLst>
                <a:ext uri="{FF2B5EF4-FFF2-40B4-BE49-F238E27FC236}">
                  <a16:creationId xmlns:a16="http://schemas.microsoft.com/office/drawing/2014/main" id="{D44C52C9-4A4D-4A1A-8A29-69726A6A3047}"/>
                </a:ext>
              </a:extLst>
            </p:cNvPr>
            <p:cNvSpPr>
              <a:spLocks noChangeArrowheads="1"/>
            </p:cNvSpPr>
            <p:nvPr/>
          </p:nvSpPr>
          <p:spPr bwMode="auto">
            <a:xfrm>
              <a:off x="2173502" y="2866195"/>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5" name="Rectangle 145">
              <a:extLst>
                <a:ext uri="{FF2B5EF4-FFF2-40B4-BE49-F238E27FC236}">
                  <a16:creationId xmlns:a16="http://schemas.microsoft.com/office/drawing/2014/main" id="{FA87CB27-8CDF-4677-9DF5-DFB94C701152}"/>
                </a:ext>
              </a:extLst>
            </p:cNvPr>
            <p:cNvSpPr>
              <a:spLocks noChangeArrowheads="1"/>
            </p:cNvSpPr>
            <p:nvPr/>
          </p:nvSpPr>
          <p:spPr bwMode="auto">
            <a:xfrm>
              <a:off x="2628934" y="2866195"/>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6" name="Rectangle 146">
              <a:extLst>
                <a:ext uri="{FF2B5EF4-FFF2-40B4-BE49-F238E27FC236}">
                  <a16:creationId xmlns:a16="http://schemas.microsoft.com/office/drawing/2014/main" id="{4AADF530-084D-4ABD-9074-C7575F810C5D}"/>
                </a:ext>
              </a:extLst>
            </p:cNvPr>
            <p:cNvSpPr>
              <a:spLocks noChangeArrowheads="1"/>
            </p:cNvSpPr>
            <p:nvPr/>
          </p:nvSpPr>
          <p:spPr bwMode="auto">
            <a:xfrm>
              <a:off x="3083197" y="2866195"/>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7" name="Rectangle 159">
              <a:extLst>
                <a:ext uri="{FF2B5EF4-FFF2-40B4-BE49-F238E27FC236}">
                  <a16:creationId xmlns:a16="http://schemas.microsoft.com/office/drawing/2014/main" id="{C322B879-3988-4E94-A06A-2E2974CE59CC}"/>
                </a:ext>
              </a:extLst>
            </p:cNvPr>
            <p:cNvSpPr>
              <a:spLocks noChangeArrowheads="1"/>
            </p:cNvSpPr>
            <p:nvPr/>
          </p:nvSpPr>
          <p:spPr bwMode="auto">
            <a:xfrm>
              <a:off x="8996805" y="2866195"/>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8" name="Rectangle 160">
              <a:extLst>
                <a:ext uri="{FF2B5EF4-FFF2-40B4-BE49-F238E27FC236}">
                  <a16:creationId xmlns:a16="http://schemas.microsoft.com/office/drawing/2014/main" id="{1FB2D558-1E2B-4728-B37A-424934B7ADAF}"/>
                </a:ext>
              </a:extLst>
            </p:cNvPr>
            <p:cNvSpPr>
              <a:spLocks noChangeArrowheads="1"/>
            </p:cNvSpPr>
            <p:nvPr/>
          </p:nvSpPr>
          <p:spPr bwMode="auto">
            <a:xfrm>
              <a:off x="9451068" y="2866195"/>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9" name="Rectangle 161">
              <a:extLst>
                <a:ext uri="{FF2B5EF4-FFF2-40B4-BE49-F238E27FC236}">
                  <a16:creationId xmlns:a16="http://schemas.microsoft.com/office/drawing/2014/main" id="{0A804D08-6835-454A-A817-80AFAFA274F8}"/>
                </a:ext>
              </a:extLst>
            </p:cNvPr>
            <p:cNvSpPr>
              <a:spLocks noChangeArrowheads="1"/>
            </p:cNvSpPr>
            <p:nvPr/>
          </p:nvSpPr>
          <p:spPr bwMode="auto">
            <a:xfrm>
              <a:off x="9906501" y="2866195"/>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0" name="Rectangle 162">
              <a:extLst>
                <a:ext uri="{FF2B5EF4-FFF2-40B4-BE49-F238E27FC236}">
                  <a16:creationId xmlns:a16="http://schemas.microsoft.com/office/drawing/2014/main" id="{088B375A-8C1A-4982-9F8E-9B47B9FDCA26}"/>
                </a:ext>
              </a:extLst>
            </p:cNvPr>
            <p:cNvSpPr>
              <a:spLocks noChangeArrowheads="1"/>
            </p:cNvSpPr>
            <p:nvPr/>
          </p:nvSpPr>
          <p:spPr bwMode="auto">
            <a:xfrm>
              <a:off x="10360763" y="2866195"/>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1" name="Rectangle 163">
              <a:extLst>
                <a:ext uri="{FF2B5EF4-FFF2-40B4-BE49-F238E27FC236}">
                  <a16:creationId xmlns:a16="http://schemas.microsoft.com/office/drawing/2014/main" id="{7FDDF96D-95E0-4634-92CA-2BD5749E0D2E}"/>
                </a:ext>
              </a:extLst>
            </p:cNvPr>
            <p:cNvSpPr>
              <a:spLocks noChangeArrowheads="1"/>
            </p:cNvSpPr>
            <p:nvPr/>
          </p:nvSpPr>
          <p:spPr bwMode="auto">
            <a:xfrm>
              <a:off x="10816197" y="2866195"/>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2" name="Rectangle 164">
              <a:extLst>
                <a:ext uri="{FF2B5EF4-FFF2-40B4-BE49-F238E27FC236}">
                  <a16:creationId xmlns:a16="http://schemas.microsoft.com/office/drawing/2014/main" id="{FFAB5B60-AC73-4661-9026-4738F218AA02}"/>
                </a:ext>
              </a:extLst>
            </p:cNvPr>
            <p:cNvSpPr>
              <a:spLocks noChangeArrowheads="1"/>
            </p:cNvSpPr>
            <p:nvPr/>
          </p:nvSpPr>
          <p:spPr bwMode="auto">
            <a:xfrm>
              <a:off x="11270460" y="2866195"/>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3" name="Rectangle 165">
              <a:extLst>
                <a:ext uri="{FF2B5EF4-FFF2-40B4-BE49-F238E27FC236}">
                  <a16:creationId xmlns:a16="http://schemas.microsoft.com/office/drawing/2014/main" id="{55977D1F-AEBB-4C53-9386-D84525085BA2}"/>
                </a:ext>
              </a:extLst>
            </p:cNvPr>
            <p:cNvSpPr>
              <a:spLocks noChangeArrowheads="1"/>
            </p:cNvSpPr>
            <p:nvPr/>
          </p:nvSpPr>
          <p:spPr bwMode="auto">
            <a:xfrm>
              <a:off x="11725892" y="2866195"/>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4" name="Rectangle 167">
              <a:extLst>
                <a:ext uri="{FF2B5EF4-FFF2-40B4-BE49-F238E27FC236}">
                  <a16:creationId xmlns:a16="http://schemas.microsoft.com/office/drawing/2014/main" id="{1DC84208-E766-4580-A861-C3CFC0E372B3}"/>
                </a:ext>
              </a:extLst>
            </p:cNvPr>
            <p:cNvSpPr>
              <a:spLocks noChangeArrowheads="1"/>
            </p:cNvSpPr>
            <p:nvPr/>
          </p:nvSpPr>
          <p:spPr bwMode="auto">
            <a:xfrm>
              <a:off x="354110" y="33745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5" name="Rectangle 168">
              <a:extLst>
                <a:ext uri="{FF2B5EF4-FFF2-40B4-BE49-F238E27FC236}">
                  <a16:creationId xmlns:a16="http://schemas.microsoft.com/office/drawing/2014/main" id="{2325F7E8-2FD3-4BEC-A7B6-AD4FD4B1F52B}"/>
                </a:ext>
              </a:extLst>
            </p:cNvPr>
            <p:cNvSpPr>
              <a:spLocks noChangeArrowheads="1"/>
            </p:cNvSpPr>
            <p:nvPr/>
          </p:nvSpPr>
          <p:spPr bwMode="auto">
            <a:xfrm>
              <a:off x="809542" y="33745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6" name="Rectangle 169">
              <a:extLst>
                <a:ext uri="{FF2B5EF4-FFF2-40B4-BE49-F238E27FC236}">
                  <a16:creationId xmlns:a16="http://schemas.microsoft.com/office/drawing/2014/main" id="{E25EE725-3FFE-489B-90BB-54AF71067972}"/>
                </a:ext>
              </a:extLst>
            </p:cNvPr>
            <p:cNvSpPr>
              <a:spLocks noChangeArrowheads="1"/>
            </p:cNvSpPr>
            <p:nvPr/>
          </p:nvSpPr>
          <p:spPr bwMode="auto">
            <a:xfrm>
              <a:off x="1263805" y="33745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7" name="Rectangle 170">
              <a:extLst>
                <a:ext uri="{FF2B5EF4-FFF2-40B4-BE49-F238E27FC236}">
                  <a16:creationId xmlns:a16="http://schemas.microsoft.com/office/drawing/2014/main" id="{5FF69CBE-D1C4-47E2-B021-1A16583B8650}"/>
                </a:ext>
              </a:extLst>
            </p:cNvPr>
            <p:cNvSpPr>
              <a:spLocks noChangeArrowheads="1"/>
            </p:cNvSpPr>
            <p:nvPr/>
          </p:nvSpPr>
          <p:spPr bwMode="auto">
            <a:xfrm>
              <a:off x="1719239" y="33745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8" name="Rectangle 171">
              <a:extLst>
                <a:ext uri="{FF2B5EF4-FFF2-40B4-BE49-F238E27FC236}">
                  <a16:creationId xmlns:a16="http://schemas.microsoft.com/office/drawing/2014/main" id="{2FD7DC93-4697-49F2-9683-A519993F3DBD}"/>
                </a:ext>
              </a:extLst>
            </p:cNvPr>
            <p:cNvSpPr>
              <a:spLocks noChangeArrowheads="1"/>
            </p:cNvSpPr>
            <p:nvPr/>
          </p:nvSpPr>
          <p:spPr bwMode="auto">
            <a:xfrm>
              <a:off x="2173502" y="33745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9" name="Rectangle 172">
              <a:extLst>
                <a:ext uri="{FF2B5EF4-FFF2-40B4-BE49-F238E27FC236}">
                  <a16:creationId xmlns:a16="http://schemas.microsoft.com/office/drawing/2014/main" id="{F078C2FC-1AFA-4F34-AEB1-722384C0DD75}"/>
                </a:ext>
              </a:extLst>
            </p:cNvPr>
            <p:cNvSpPr>
              <a:spLocks noChangeArrowheads="1"/>
            </p:cNvSpPr>
            <p:nvPr/>
          </p:nvSpPr>
          <p:spPr bwMode="auto">
            <a:xfrm>
              <a:off x="2628934" y="33745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0" name="Rectangle 173">
              <a:extLst>
                <a:ext uri="{FF2B5EF4-FFF2-40B4-BE49-F238E27FC236}">
                  <a16:creationId xmlns:a16="http://schemas.microsoft.com/office/drawing/2014/main" id="{B4CD4DEB-6026-4ACE-9EF8-D5BB38BCDBC2}"/>
                </a:ext>
              </a:extLst>
            </p:cNvPr>
            <p:cNvSpPr>
              <a:spLocks noChangeArrowheads="1"/>
            </p:cNvSpPr>
            <p:nvPr/>
          </p:nvSpPr>
          <p:spPr bwMode="auto">
            <a:xfrm>
              <a:off x="3083197" y="33745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1" name="Rectangle 186">
              <a:extLst>
                <a:ext uri="{FF2B5EF4-FFF2-40B4-BE49-F238E27FC236}">
                  <a16:creationId xmlns:a16="http://schemas.microsoft.com/office/drawing/2014/main" id="{7BFD734A-1348-4955-827A-416C4FCDC6C5}"/>
                </a:ext>
              </a:extLst>
            </p:cNvPr>
            <p:cNvSpPr>
              <a:spLocks noChangeArrowheads="1"/>
            </p:cNvSpPr>
            <p:nvPr/>
          </p:nvSpPr>
          <p:spPr bwMode="auto">
            <a:xfrm>
              <a:off x="8996805" y="33745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2" name="Rectangle 187">
              <a:extLst>
                <a:ext uri="{FF2B5EF4-FFF2-40B4-BE49-F238E27FC236}">
                  <a16:creationId xmlns:a16="http://schemas.microsoft.com/office/drawing/2014/main" id="{639C0A45-AA0E-4799-9B48-D56FD46E76CB}"/>
                </a:ext>
              </a:extLst>
            </p:cNvPr>
            <p:cNvSpPr>
              <a:spLocks noChangeArrowheads="1"/>
            </p:cNvSpPr>
            <p:nvPr/>
          </p:nvSpPr>
          <p:spPr bwMode="auto">
            <a:xfrm>
              <a:off x="9451068" y="33745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3" name="Rectangle 188">
              <a:extLst>
                <a:ext uri="{FF2B5EF4-FFF2-40B4-BE49-F238E27FC236}">
                  <a16:creationId xmlns:a16="http://schemas.microsoft.com/office/drawing/2014/main" id="{27B6305A-BDDA-4961-B3ED-4CDE68C9BE7C}"/>
                </a:ext>
              </a:extLst>
            </p:cNvPr>
            <p:cNvSpPr>
              <a:spLocks noChangeArrowheads="1"/>
            </p:cNvSpPr>
            <p:nvPr/>
          </p:nvSpPr>
          <p:spPr bwMode="auto">
            <a:xfrm>
              <a:off x="9906501" y="33745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4" name="Rectangle 189">
              <a:extLst>
                <a:ext uri="{FF2B5EF4-FFF2-40B4-BE49-F238E27FC236}">
                  <a16:creationId xmlns:a16="http://schemas.microsoft.com/office/drawing/2014/main" id="{DD6CA54E-582F-4C37-9D3A-BFA3E45D2528}"/>
                </a:ext>
              </a:extLst>
            </p:cNvPr>
            <p:cNvSpPr>
              <a:spLocks noChangeArrowheads="1"/>
            </p:cNvSpPr>
            <p:nvPr/>
          </p:nvSpPr>
          <p:spPr bwMode="auto">
            <a:xfrm>
              <a:off x="10360763" y="33745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5" name="Rectangle 190">
              <a:extLst>
                <a:ext uri="{FF2B5EF4-FFF2-40B4-BE49-F238E27FC236}">
                  <a16:creationId xmlns:a16="http://schemas.microsoft.com/office/drawing/2014/main" id="{14E6965D-E230-4479-A391-3BCD5A2BBBDE}"/>
                </a:ext>
              </a:extLst>
            </p:cNvPr>
            <p:cNvSpPr>
              <a:spLocks noChangeArrowheads="1"/>
            </p:cNvSpPr>
            <p:nvPr/>
          </p:nvSpPr>
          <p:spPr bwMode="auto">
            <a:xfrm>
              <a:off x="10816197" y="33745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6" name="Rectangle 191">
              <a:extLst>
                <a:ext uri="{FF2B5EF4-FFF2-40B4-BE49-F238E27FC236}">
                  <a16:creationId xmlns:a16="http://schemas.microsoft.com/office/drawing/2014/main" id="{363FE856-8F60-49E3-9E59-695D571F0311}"/>
                </a:ext>
              </a:extLst>
            </p:cNvPr>
            <p:cNvSpPr>
              <a:spLocks noChangeArrowheads="1"/>
            </p:cNvSpPr>
            <p:nvPr/>
          </p:nvSpPr>
          <p:spPr bwMode="auto">
            <a:xfrm>
              <a:off x="11270460" y="33745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7" name="Rectangle 192">
              <a:extLst>
                <a:ext uri="{FF2B5EF4-FFF2-40B4-BE49-F238E27FC236}">
                  <a16:creationId xmlns:a16="http://schemas.microsoft.com/office/drawing/2014/main" id="{2FB0342C-B7FA-47B4-B1FF-6954791FDF74}"/>
                </a:ext>
              </a:extLst>
            </p:cNvPr>
            <p:cNvSpPr>
              <a:spLocks noChangeArrowheads="1"/>
            </p:cNvSpPr>
            <p:nvPr/>
          </p:nvSpPr>
          <p:spPr bwMode="auto">
            <a:xfrm>
              <a:off x="11725892" y="3374587"/>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8" name="Rectangle 194">
              <a:extLst>
                <a:ext uri="{FF2B5EF4-FFF2-40B4-BE49-F238E27FC236}">
                  <a16:creationId xmlns:a16="http://schemas.microsoft.com/office/drawing/2014/main" id="{1122B8B2-F8E5-4A2E-A416-E53AAE197ABA}"/>
                </a:ext>
              </a:extLst>
            </p:cNvPr>
            <p:cNvSpPr>
              <a:spLocks noChangeArrowheads="1"/>
            </p:cNvSpPr>
            <p:nvPr/>
          </p:nvSpPr>
          <p:spPr bwMode="auto">
            <a:xfrm>
              <a:off x="354110" y="3882979"/>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9" name="Rectangle 195">
              <a:extLst>
                <a:ext uri="{FF2B5EF4-FFF2-40B4-BE49-F238E27FC236}">
                  <a16:creationId xmlns:a16="http://schemas.microsoft.com/office/drawing/2014/main" id="{4B87FC86-0D1F-4F15-9C22-AA0B2E2E129C}"/>
                </a:ext>
              </a:extLst>
            </p:cNvPr>
            <p:cNvSpPr>
              <a:spLocks noChangeArrowheads="1"/>
            </p:cNvSpPr>
            <p:nvPr/>
          </p:nvSpPr>
          <p:spPr bwMode="auto">
            <a:xfrm>
              <a:off x="809542" y="3882979"/>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0" name="Rectangle 196">
              <a:extLst>
                <a:ext uri="{FF2B5EF4-FFF2-40B4-BE49-F238E27FC236}">
                  <a16:creationId xmlns:a16="http://schemas.microsoft.com/office/drawing/2014/main" id="{F8DDBB36-03C4-472F-9030-50E6B3212B8F}"/>
                </a:ext>
              </a:extLst>
            </p:cNvPr>
            <p:cNvSpPr>
              <a:spLocks noChangeArrowheads="1"/>
            </p:cNvSpPr>
            <p:nvPr/>
          </p:nvSpPr>
          <p:spPr bwMode="auto">
            <a:xfrm>
              <a:off x="1263805" y="3882979"/>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1" name="Rectangle 197">
              <a:extLst>
                <a:ext uri="{FF2B5EF4-FFF2-40B4-BE49-F238E27FC236}">
                  <a16:creationId xmlns:a16="http://schemas.microsoft.com/office/drawing/2014/main" id="{E84F816D-E7F7-4FC6-9198-C7A278EDBFC6}"/>
                </a:ext>
              </a:extLst>
            </p:cNvPr>
            <p:cNvSpPr>
              <a:spLocks noChangeArrowheads="1"/>
            </p:cNvSpPr>
            <p:nvPr/>
          </p:nvSpPr>
          <p:spPr bwMode="auto">
            <a:xfrm>
              <a:off x="1719239" y="3882979"/>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2" name="Rectangle 198">
              <a:extLst>
                <a:ext uri="{FF2B5EF4-FFF2-40B4-BE49-F238E27FC236}">
                  <a16:creationId xmlns:a16="http://schemas.microsoft.com/office/drawing/2014/main" id="{8C5E4DCC-4206-42A4-BE08-8E415FF60FB7}"/>
                </a:ext>
              </a:extLst>
            </p:cNvPr>
            <p:cNvSpPr>
              <a:spLocks noChangeArrowheads="1"/>
            </p:cNvSpPr>
            <p:nvPr/>
          </p:nvSpPr>
          <p:spPr bwMode="auto">
            <a:xfrm>
              <a:off x="2173502" y="3882979"/>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3" name="Rectangle 199">
              <a:extLst>
                <a:ext uri="{FF2B5EF4-FFF2-40B4-BE49-F238E27FC236}">
                  <a16:creationId xmlns:a16="http://schemas.microsoft.com/office/drawing/2014/main" id="{3EE8B95F-3C8D-4F9E-84E8-BEA481060C20}"/>
                </a:ext>
              </a:extLst>
            </p:cNvPr>
            <p:cNvSpPr>
              <a:spLocks noChangeArrowheads="1"/>
            </p:cNvSpPr>
            <p:nvPr/>
          </p:nvSpPr>
          <p:spPr bwMode="auto">
            <a:xfrm>
              <a:off x="2628934" y="3882979"/>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4" name="Rectangle 200">
              <a:extLst>
                <a:ext uri="{FF2B5EF4-FFF2-40B4-BE49-F238E27FC236}">
                  <a16:creationId xmlns:a16="http://schemas.microsoft.com/office/drawing/2014/main" id="{5E59882C-157C-443F-9111-16EC7661D405}"/>
                </a:ext>
              </a:extLst>
            </p:cNvPr>
            <p:cNvSpPr>
              <a:spLocks noChangeArrowheads="1"/>
            </p:cNvSpPr>
            <p:nvPr/>
          </p:nvSpPr>
          <p:spPr bwMode="auto">
            <a:xfrm>
              <a:off x="3083197" y="3882979"/>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5" name="Rectangle 214">
              <a:extLst>
                <a:ext uri="{FF2B5EF4-FFF2-40B4-BE49-F238E27FC236}">
                  <a16:creationId xmlns:a16="http://schemas.microsoft.com/office/drawing/2014/main" id="{779BE661-91DF-4B4E-8AF9-45D24F4AD61F}"/>
                </a:ext>
              </a:extLst>
            </p:cNvPr>
            <p:cNvSpPr>
              <a:spLocks noChangeArrowheads="1"/>
            </p:cNvSpPr>
            <p:nvPr/>
          </p:nvSpPr>
          <p:spPr bwMode="auto">
            <a:xfrm>
              <a:off x="8996805" y="3882979"/>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6" name="Rectangle 215">
              <a:extLst>
                <a:ext uri="{FF2B5EF4-FFF2-40B4-BE49-F238E27FC236}">
                  <a16:creationId xmlns:a16="http://schemas.microsoft.com/office/drawing/2014/main" id="{91810401-B6D2-4EA1-B203-697A04323630}"/>
                </a:ext>
              </a:extLst>
            </p:cNvPr>
            <p:cNvSpPr>
              <a:spLocks noChangeArrowheads="1"/>
            </p:cNvSpPr>
            <p:nvPr/>
          </p:nvSpPr>
          <p:spPr bwMode="auto">
            <a:xfrm>
              <a:off x="9451068" y="3882979"/>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7" name="Rectangle 216">
              <a:extLst>
                <a:ext uri="{FF2B5EF4-FFF2-40B4-BE49-F238E27FC236}">
                  <a16:creationId xmlns:a16="http://schemas.microsoft.com/office/drawing/2014/main" id="{CC3BED62-8CA0-4375-AB0A-72617711B089}"/>
                </a:ext>
              </a:extLst>
            </p:cNvPr>
            <p:cNvSpPr>
              <a:spLocks noChangeArrowheads="1"/>
            </p:cNvSpPr>
            <p:nvPr/>
          </p:nvSpPr>
          <p:spPr bwMode="auto">
            <a:xfrm>
              <a:off x="9906502" y="3882979"/>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8" name="Rectangle 217">
              <a:extLst>
                <a:ext uri="{FF2B5EF4-FFF2-40B4-BE49-F238E27FC236}">
                  <a16:creationId xmlns:a16="http://schemas.microsoft.com/office/drawing/2014/main" id="{64B31A64-91AE-4DF4-8D81-94752C7872B7}"/>
                </a:ext>
              </a:extLst>
            </p:cNvPr>
            <p:cNvSpPr>
              <a:spLocks noChangeArrowheads="1"/>
            </p:cNvSpPr>
            <p:nvPr/>
          </p:nvSpPr>
          <p:spPr bwMode="auto">
            <a:xfrm>
              <a:off x="10360764" y="3882979"/>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9" name="Rectangle 218">
              <a:extLst>
                <a:ext uri="{FF2B5EF4-FFF2-40B4-BE49-F238E27FC236}">
                  <a16:creationId xmlns:a16="http://schemas.microsoft.com/office/drawing/2014/main" id="{9ECDDCA8-99C7-4E2C-A3DA-6A39A54613B9}"/>
                </a:ext>
              </a:extLst>
            </p:cNvPr>
            <p:cNvSpPr>
              <a:spLocks noChangeArrowheads="1"/>
            </p:cNvSpPr>
            <p:nvPr/>
          </p:nvSpPr>
          <p:spPr bwMode="auto">
            <a:xfrm>
              <a:off x="10816197" y="3882979"/>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0" name="Rectangle 219">
              <a:extLst>
                <a:ext uri="{FF2B5EF4-FFF2-40B4-BE49-F238E27FC236}">
                  <a16:creationId xmlns:a16="http://schemas.microsoft.com/office/drawing/2014/main" id="{9E610FA0-F583-4C87-9186-97DA3A3F507B}"/>
                </a:ext>
              </a:extLst>
            </p:cNvPr>
            <p:cNvSpPr>
              <a:spLocks noChangeArrowheads="1"/>
            </p:cNvSpPr>
            <p:nvPr/>
          </p:nvSpPr>
          <p:spPr bwMode="auto">
            <a:xfrm>
              <a:off x="11270460" y="3882979"/>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1" name="Rectangle 220">
              <a:extLst>
                <a:ext uri="{FF2B5EF4-FFF2-40B4-BE49-F238E27FC236}">
                  <a16:creationId xmlns:a16="http://schemas.microsoft.com/office/drawing/2014/main" id="{C0181C2A-AC28-493E-9832-9D5782282822}"/>
                </a:ext>
              </a:extLst>
            </p:cNvPr>
            <p:cNvSpPr>
              <a:spLocks noChangeArrowheads="1"/>
            </p:cNvSpPr>
            <p:nvPr/>
          </p:nvSpPr>
          <p:spPr bwMode="auto">
            <a:xfrm>
              <a:off x="11725893" y="3882979"/>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2" name="Rectangle 222">
              <a:extLst>
                <a:ext uri="{FF2B5EF4-FFF2-40B4-BE49-F238E27FC236}">
                  <a16:creationId xmlns:a16="http://schemas.microsoft.com/office/drawing/2014/main" id="{3A65CCD8-DA6B-47D9-BE08-9831358B7F2E}"/>
                </a:ext>
              </a:extLst>
            </p:cNvPr>
            <p:cNvSpPr>
              <a:spLocks noChangeArrowheads="1"/>
            </p:cNvSpPr>
            <p:nvPr/>
          </p:nvSpPr>
          <p:spPr bwMode="auto">
            <a:xfrm>
              <a:off x="354110" y="4391371"/>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3" name="Rectangle 223">
              <a:extLst>
                <a:ext uri="{FF2B5EF4-FFF2-40B4-BE49-F238E27FC236}">
                  <a16:creationId xmlns:a16="http://schemas.microsoft.com/office/drawing/2014/main" id="{432DF8DB-2535-4604-A56C-4F411A13AB16}"/>
                </a:ext>
              </a:extLst>
            </p:cNvPr>
            <p:cNvSpPr>
              <a:spLocks noChangeArrowheads="1"/>
            </p:cNvSpPr>
            <p:nvPr/>
          </p:nvSpPr>
          <p:spPr bwMode="auto">
            <a:xfrm>
              <a:off x="809543" y="4391371"/>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4" name="Rectangle 224">
              <a:extLst>
                <a:ext uri="{FF2B5EF4-FFF2-40B4-BE49-F238E27FC236}">
                  <a16:creationId xmlns:a16="http://schemas.microsoft.com/office/drawing/2014/main" id="{B585B91F-5190-4F14-B1D1-F49E48A0D846}"/>
                </a:ext>
              </a:extLst>
            </p:cNvPr>
            <p:cNvSpPr>
              <a:spLocks noChangeArrowheads="1"/>
            </p:cNvSpPr>
            <p:nvPr/>
          </p:nvSpPr>
          <p:spPr bwMode="auto">
            <a:xfrm>
              <a:off x="1263806" y="4391371"/>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5" name="Rectangle 225">
              <a:extLst>
                <a:ext uri="{FF2B5EF4-FFF2-40B4-BE49-F238E27FC236}">
                  <a16:creationId xmlns:a16="http://schemas.microsoft.com/office/drawing/2014/main" id="{49F28844-8AC8-4173-B5BB-9FF425A50C64}"/>
                </a:ext>
              </a:extLst>
            </p:cNvPr>
            <p:cNvSpPr>
              <a:spLocks noChangeArrowheads="1"/>
            </p:cNvSpPr>
            <p:nvPr/>
          </p:nvSpPr>
          <p:spPr bwMode="auto">
            <a:xfrm>
              <a:off x="1719239" y="4391371"/>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6" name="Rectangle 226">
              <a:extLst>
                <a:ext uri="{FF2B5EF4-FFF2-40B4-BE49-F238E27FC236}">
                  <a16:creationId xmlns:a16="http://schemas.microsoft.com/office/drawing/2014/main" id="{E750B745-BCDB-4D34-BBB4-107F549419DC}"/>
                </a:ext>
              </a:extLst>
            </p:cNvPr>
            <p:cNvSpPr>
              <a:spLocks noChangeArrowheads="1"/>
            </p:cNvSpPr>
            <p:nvPr/>
          </p:nvSpPr>
          <p:spPr bwMode="auto">
            <a:xfrm>
              <a:off x="2173502" y="4391371"/>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7" name="Rectangle 227">
              <a:extLst>
                <a:ext uri="{FF2B5EF4-FFF2-40B4-BE49-F238E27FC236}">
                  <a16:creationId xmlns:a16="http://schemas.microsoft.com/office/drawing/2014/main" id="{CB843387-A206-4CDB-845C-87952DF4F7C0}"/>
                </a:ext>
              </a:extLst>
            </p:cNvPr>
            <p:cNvSpPr>
              <a:spLocks noChangeArrowheads="1"/>
            </p:cNvSpPr>
            <p:nvPr/>
          </p:nvSpPr>
          <p:spPr bwMode="auto">
            <a:xfrm>
              <a:off x="2628935" y="4391371"/>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8" name="Rectangle 228">
              <a:extLst>
                <a:ext uri="{FF2B5EF4-FFF2-40B4-BE49-F238E27FC236}">
                  <a16:creationId xmlns:a16="http://schemas.microsoft.com/office/drawing/2014/main" id="{F7012F48-14EA-4A10-B23B-D2DD376FDAFE}"/>
                </a:ext>
              </a:extLst>
            </p:cNvPr>
            <p:cNvSpPr>
              <a:spLocks noChangeArrowheads="1"/>
            </p:cNvSpPr>
            <p:nvPr/>
          </p:nvSpPr>
          <p:spPr bwMode="auto">
            <a:xfrm>
              <a:off x="3083198" y="4391371"/>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9" name="Rectangle 241">
              <a:extLst>
                <a:ext uri="{FF2B5EF4-FFF2-40B4-BE49-F238E27FC236}">
                  <a16:creationId xmlns:a16="http://schemas.microsoft.com/office/drawing/2014/main" id="{9071865C-5264-4C64-86F2-5F136CDB3D1A}"/>
                </a:ext>
              </a:extLst>
            </p:cNvPr>
            <p:cNvSpPr>
              <a:spLocks noChangeArrowheads="1"/>
            </p:cNvSpPr>
            <p:nvPr/>
          </p:nvSpPr>
          <p:spPr bwMode="auto">
            <a:xfrm>
              <a:off x="8996805" y="4391371"/>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0" name="Rectangle 242">
              <a:extLst>
                <a:ext uri="{FF2B5EF4-FFF2-40B4-BE49-F238E27FC236}">
                  <a16:creationId xmlns:a16="http://schemas.microsoft.com/office/drawing/2014/main" id="{5FC89895-3E12-4B31-8AC4-F2C571271BAC}"/>
                </a:ext>
              </a:extLst>
            </p:cNvPr>
            <p:cNvSpPr>
              <a:spLocks noChangeArrowheads="1"/>
            </p:cNvSpPr>
            <p:nvPr/>
          </p:nvSpPr>
          <p:spPr bwMode="auto">
            <a:xfrm>
              <a:off x="9451068" y="4391371"/>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1" name="Rectangle 243">
              <a:extLst>
                <a:ext uri="{FF2B5EF4-FFF2-40B4-BE49-F238E27FC236}">
                  <a16:creationId xmlns:a16="http://schemas.microsoft.com/office/drawing/2014/main" id="{822714A3-365A-4F69-84FD-C7A6C113C1B7}"/>
                </a:ext>
              </a:extLst>
            </p:cNvPr>
            <p:cNvSpPr>
              <a:spLocks noChangeArrowheads="1"/>
            </p:cNvSpPr>
            <p:nvPr/>
          </p:nvSpPr>
          <p:spPr bwMode="auto">
            <a:xfrm>
              <a:off x="9906502" y="4391371"/>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2" name="Rectangle 244">
              <a:extLst>
                <a:ext uri="{FF2B5EF4-FFF2-40B4-BE49-F238E27FC236}">
                  <a16:creationId xmlns:a16="http://schemas.microsoft.com/office/drawing/2014/main" id="{E831580F-B4FA-4FC0-94FF-AD9DB2B2F955}"/>
                </a:ext>
              </a:extLst>
            </p:cNvPr>
            <p:cNvSpPr>
              <a:spLocks noChangeArrowheads="1"/>
            </p:cNvSpPr>
            <p:nvPr/>
          </p:nvSpPr>
          <p:spPr bwMode="auto">
            <a:xfrm>
              <a:off x="10360764" y="4391371"/>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3" name="Rectangle 245">
              <a:extLst>
                <a:ext uri="{FF2B5EF4-FFF2-40B4-BE49-F238E27FC236}">
                  <a16:creationId xmlns:a16="http://schemas.microsoft.com/office/drawing/2014/main" id="{6FC45DDA-F270-4338-BB79-E4F603065B23}"/>
                </a:ext>
              </a:extLst>
            </p:cNvPr>
            <p:cNvSpPr>
              <a:spLocks noChangeArrowheads="1"/>
            </p:cNvSpPr>
            <p:nvPr/>
          </p:nvSpPr>
          <p:spPr bwMode="auto">
            <a:xfrm>
              <a:off x="10816197" y="4391371"/>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4" name="Rectangle 246">
              <a:extLst>
                <a:ext uri="{FF2B5EF4-FFF2-40B4-BE49-F238E27FC236}">
                  <a16:creationId xmlns:a16="http://schemas.microsoft.com/office/drawing/2014/main" id="{DF6A400A-8A10-49DE-A315-385C4794AAFE}"/>
                </a:ext>
              </a:extLst>
            </p:cNvPr>
            <p:cNvSpPr>
              <a:spLocks noChangeArrowheads="1"/>
            </p:cNvSpPr>
            <p:nvPr/>
          </p:nvSpPr>
          <p:spPr bwMode="auto">
            <a:xfrm>
              <a:off x="11270460" y="4391371"/>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5" name="Rectangle 247">
              <a:extLst>
                <a:ext uri="{FF2B5EF4-FFF2-40B4-BE49-F238E27FC236}">
                  <a16:creationId xmlns:a16="http://schemas.microsoft.com/office/drawing/2014/main" id="{2EA6C4C3-FE6D-4C45-9F6E-327D1D5637C5}"/>
                </a:ext>
              </a:extLst>
            </p:cNvPr>
            <p:cNvSpPr>
              <a:spLocks noChangeArrowheads="1"/>
            </p:cNvSpPr>
            <p:nvPr/>
          </p:nvSpPr>
          <p:spPr bwMode="auto">
            <a:xfrm>
              <a:off x="11725893" y="4391371"/>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6" name="Rectangle 249">
              <a:extLst>
                <a:ext uri="{FF2B5EF4-FFF2-40B4-BE49-F238E27FC236}">
                  <a16:creationId xmlns:a16="http://schemas.microsoft.com/office/drawing/2014/main" id="{9164A3A4-A0CB-4566-AFBE-563D91A10FBA}"/>
                </a:ext>
              </a:extLst>
            </p:cNvPr>
            <p:cNvSpPr>
              <a:spLocks noChangeArrowheads="1"/>
            </p:cNvSpPr>
            <p:nvPr/>
          </p:nvSpPr>
          <p:spPr bwMode="auto">
            <a:xfrm>
              <a:off x="354110" y="4898595"/>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7" name="Rectangle 250">
              <a:extLst>
                <a:ext uri="{FF2B5EF4-FFF2-40B4-BE49-F238E27FC236}">
                  <a16:creationId xmlns:a16="http://schemas.microsoft.com/office/drawing/2014/main" id="{FC689E73-96C3-4DFF-ABAC-A63C4BB15CE7}"/>
                </a:ext>
              </a:extLst>
            </p:cNvPr>
            <p:cNvSpPr>
              <a:spLocks noChangeArrowheads="1"/>
            </p:cNvSpPr>
            <p:nvPr/>
          </p:nvSpPr>
          <p:spPr bwMode="auto">
            <a:xfrm>
              <a:off x="809543" y="4898595"/>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8" name="Rectangle 251">
              <a:extLst>
                <a:ext uri="{FF2B5EF4-FFF2-40B4-BE49-F238E27FC236}">
                  <a16:creationId xmlns:a16="http://schemas.microsoft.com/office/drawing/2014/main" id="{49DC827D-FB7B-4DC2-A762-F5F17F148510}"/>
                </a:ext>
              </a:extLst>
            </p:cNvPr>
            <p:cNvSpPr>
              <a:spLocks noChangeArrowheads="1"/>
            </p:cNvSpPr>
            <p:nvPr/>
          </p:nvSpPr>
          <p:spPr bwMode="auto">
            <a:xfrm>
              <a:off x="1263806" y="4898595"/>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9" name="Rectangle 252">
              <a:extLst>
                <a:ext uri="{FF2B5EF4-FFF2-40B4-BE49-F238E27FC236}">
                  <a16:creationId xmlns:a16="http://schemas.microsoft.com/office/drawing/2014/main" id="{C228A320-DB20-438B-A918-A580ACBFC819}"/>
                </a:ext>
              </a:extLst>
            </p:cNvPr>
            <p:cNvSpPr>
              <a:spLocks noChangeArrowheads="1"/>
            </p:cNvSpPr>
            <p:nvPr/>
          </p:nvSpPr>
          <p:spPr bwMode="auto">
            <a:xfrm>
              <a:off x="1719239" y="4898595"/>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0" name="Rectangle 253">
              <a:extLst>
                <a:ext uri="{FF2B5EF4-FFF2-40B4-BE49-F238E27FC236}">
                  <a16:creationId xmlns:a16="http://schemas.microsoft.com/office/drawing/2014/main" id="{9897219B-EBD5-4581-8A2F-89939367A697}"/>
                </a:ext>
              </a:extLst>
            </p:cNvPr>
            <p:cNvSpPr>
              <a:spLocks noChangeArrowheads="1"/>
            </p:cNvSpPr>
            <p:nvPr/>
          </p:nvSpPr>
          <p:spPr bwMode="auto">
            <a:xfrm>
              <a:off x="2173502" y="4898595"/>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1" name="Rectangle 254">
              <a:extLst>
                <a:ext uri="{FF2B5EF4-FFF2-40B4-BE49-F238E27FC236}">
                  <a16:creationId xmlns:a16="http://schemas.microsoft.com/office/drawing/2014/main" id="{B8DDB46C-98EC-4AA3-8DC6-3C1937629765}"/>
                </a:ext>
              </a:extLst>
            </p:cNvPr>
            <p:cNvSpPr>
              <a:spLocks noChangeArrowheads="1"/>
            </p:cNvSpPr>
            <p:nvPr/>
          </p:nvSpPr>
          <p:spPr bwMode="auto">
            <a:xfrm>
              <a:off x="2628935" y="4898595"/>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2" name="Rectangle 255">
              <a:extLst>
                <a:ext uri="{FF2B5EF4-FFF2-40B4-BE49-F238E27FC236}">
                  <a16:creationId xmlns:a16="http://schemas.microsoft.com/office/drawing/2014/main" id="{808B3D4B-87CC-405D-9F91-FF03DD240C00}"/>
                </a:ext>
              </a:extLst>
            </p:cNvPr>
            <p:cNvSpPr>
              <a:spLocks noChangeArrowheads="1"/>
            </p:cNvSpPr>
            <p:nvPr/>
          </p:nvSpPr>
          <p:spPr bwMode="auto">
            <a:xfrm>
              <a:off x="3083198" y="4898595"/>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3" name="Rectangle 268">
              <a:extLst>
                <a:ext uri="{FF2B5EF4-FFF2-40B4-BE49-F238E27FC236}">
                  <a16:creationId xmlns:a16="http://schemas.microsoft.com/office/drawing/2014/main" id="{368C3B92-A8BF-48DA-A49B-DEEB8B156B24}"/>
                </a:ext>
              </a:extLst>
            </p:cNvPr>
            <p:cNvSpPr>
              <a:spLocks noChangeArrowheads="1"/>
            </p:cNvSpPr>
            <p:nvPr/>
          </p:nvSpPr>
          <p:spPr bwMode="auto">
            <a:xfrm>
              <a:off x="8996805" y="4898595"/>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4" name="Rectangle 269">
              <a:extLst>
                <a:ext uri="{FF2B5EF4-FFF2-40B4-BE49-F238E27FC236}">
                  <a16:creationId xmlns:a16="http://schemas.microsoft.com/office/drawing/2014/main" id="{C6AE408F-F0A6-4B28-9BE9-0FACFB243E81}"/>
                </a:ext>
              </a:extLst>
            </p:cNvPr>
            <p:cNvSpPr>
              <a:spLocks noChangeArrowheads="1"/>
            </p:cNvSpPr>
            <p:nvPr/>
          </p:nvSpPr>
          <p:spPr bwMode="auto">
            <a:xfrm>
              <a:off x="9451068" y="4898595"/>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5" name="Rectangle 270">
              <a:extLst>
                <a:ext uri="{FF2B5EF4-FFF2-40B4-BE49-F238E27FC236}">
                  <a16:creationId xmlns:a16="http://schemas.microsoft.com/office/drawing/2014/main" id="{78937A9C-A111-49DA-A588-1C93AD60FC74}"/>
                </a:ext>
              </a:extLst>
            </p:cNvPr>
            <p:cNvSpPr>
              <a:spLocks noChangeArrowheads="1"/>
            </p:cNvSpPr>
            <p:nvPr/>
          </p:nvSpPr>
          <p:spPr bwMode="auto">
            <a:xfrm>
              <a:off x="9906502" y="4898595"/>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6" name="Rectangle 271">
              <a:extLst>
                <a:ext uri="{FF2B5EF4-FFF2-40B4-BE49-F238E27FC236}">
                  <a16:creationId xmlns:a16="http://schemas.microsoft.com/office/drawing/2014/main" id="{89501F7C-3060-4F40-952B-8BEDDCE50CFE}"/>
                </a:ext>
              </a:extLst>
            </p:cNvPr>
            <p:cNvSpPr>
              <a:spLocks noChangeArrowheads="1"/>
            </p:cNvSpPr>
            <p:nvPr/>
          </p:nvSpPr>
          <p:spPr bwMode="auto">
            <a:xfrm>
              <a:off x="10360764" y="4898595"/>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7" name="Rectangle 272">
              <a:extLst>
                <a:ext uri="{FF2B5EF4-FFF2-40B4-BE49-F238E27FC236}">
                  <a16:creationId xmlns:a16="http://schemas.microsoft.com/office/drawing/2014/main" id="{C12674AC-F8DE-4BF0-B819-9E2A2AF2FE50}"/>
                </a:ext>
              </a:extLst>
            </p:cNvPr>
            <p:cNvSpPr>
              <a:spLocks noChangeArrowheads="1"/>
            </p:cNvSpPr>
            <p:nvPr/>
          </p:nvSpPr>
          <p:spPr bwMode="auto">
            <a:xfrm>
              <a:off x="10816197" y="4898595"/>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8" name="Rectangle 273">
              <a:extLst>
                <a:ext uri="{FF2B5EF4-FFF2-40B4-BE49-F238E27FC236}">
                  <a16:creationId xmlns:a16="http://schemas.microsoft.com/office/drawing/2014/main" id="{B7785334-7690-4CF7-9269-7772426EDD7F}"/>
                </a:ext>
              </a:extLst>
            </p:cNvPr>
            <p:cNvSpPr>
              <a:spLocks noChangeArrowheads="1"/>
            </p:cNvSpPr>
            <p:nvPr/>
          </p:nvSpPr>
          <p:spPr bwMode="auto">
            <a:xfrm>
              <a:off x="11270460" y="4898595"/>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9" name="Rectangle 274">
              <a:extLst>
                <a:ext uri="{FF2B5EF4-FFF2-40B4-BE49-F238E27FC236}">
                  <a16:creationId xmlns:a16="http://schemas.microsoft.com/office/drawing/2014/main" id="{1D74AEA1-716D-444E-9FA0-111672E596C6}"/>
                </a:ext>
              </a:extLst>
            </p:cNvPr>
            <p:cNvSpPr>
              <a:spLocks noChangeArrowheads="1"/>
            </p:cNvSpPr>
            <p:nvPr/>
          </p:nvSpPr>
          <p:spPr bwMode="auto">
            <a:xfrm>
              <a:off x="11725893" y="4898595"/>
              <a:ext cx="10882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0" name="Rectangle 276">
              <a:extLst>
                <a:ext uri="{FF2B5EF4-FFF2-40B4-BE49-F238E27FC236}">
                  <a16:creationId xmlns:a16="http://schemas.microsoft.com/office/drawing/2014/main" id="{3438C147-B1A7-4B1E-AE39-DA7715FBB4D4}"/>
                </a:ext>
              </a:extLst>
            </p:cNvPr>
            <p:cNvSpPr>
              <a:spLocks noChangeArrowheads="1"/>
            </p:cNvSpPr>
            <p:nvPr/>
          </p:nvSpPr>
          <p:spPr bwMode="auto">
            <a:xfrm>
              <a:off x="354110" y="54069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1" name="Rectangle 277">
              <a:extLst>
                <a:ext uri="{FF2B5EF4-FFF2-40B4-BE49-F238E27FC236}">
                  <a16:creationId xmlns:a16="http://schemas.microsoft.com/office/drawing/2014/main" id="{84AA6B27-1DF9-4C1A-8EB8-285EAD7752BB}"/>
                </a:ext>
              </a:extLst>
            </p:cNvPr>
            <p:cNvSpPr>
              <a:spLocks noChangeArrowheads="1"/>
            </p:cNvSpPr>
            <p:nvPr/>
          </p:nvSpPr>
          <p:spPr bwMode="auto">
            <a:xfrm>
              <a:off x="809543" y="54069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2" name="Rectangle 278">
              <a:extLst>
                <a:ext uri="{FF2B5EF4-FFF2-40B4-BE49-F238E27FC236}">
                  <a16:creationId xmlns:a16="http://schemas.microsoft.com/office/drawing/2014/main" id="{EC4CD7F9-CEBB-45D2-BC0F-696E95FC1ED0}"/>
                </a:ext>
              </a:extLst>
            </p:cNvPr>
            <p:cNvSpPr>
              <a:spLocks noChangeArrowheads="1"/>
            </p:cNvSpPr>
            <p:nvPr/>
          </p:nvSpPr>
          <p:spPr bwMode="auto">
            <a:xfrm>
              <a:off x="1263806" y="54069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3" name="Rectangle 279">
              <a:extLst>
                <a:ext uri="{FF2B5EF4-FFF2-40B4-BE49-F238E27FC236}">
                  <a16:creationId xmlns:a16="http://schemas.microsoft.com/office/drawing/2014/main" id="{25CE44E3-3ADD-478D-A105-8FBE0876C3E3}"/>
                </a:ext>
              </a:extLst>
            </p:cNvPr>
            <p:cNvSpPr>
              <a:spLocks noChangeArrowheads="1"/>
            </p:cNvSpPr>
            <p:nvPr/>
          </p:nvSpPr>
          <p:spPr bwMode="auto">
            <a:xfrm>
              <a:off x="1719239" y="54069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4" name="Rectangle 280">
              <a:extLst>
                <a:ext uri="{FF2B5EF4-FFF2-40B4-BE49-F238E27FC236}">
                  <a16:creationId xmlns:a16="http://schemas.microsoft.com/office/drawing/2014/main" id="{A8F0BFFE-3D79-4101-821A-4AF5607ECB15}"/>
                </a:ext>
              </a:extLst>
            </p:cNvPr>
            <p:cNvSpPr>
              <a:spLocks noChangeArrowheads="1"/>
            </p:cNvSpPr>
            <p:nvPr/>
          </p:nvSpPr>
          <p:spPr bwMode="auto">
            <a:xfrm>
              <a:off x="2173502" y="54069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5" name="Rectangle 281">
              <a:extLst>
                <a:ext uri="{FF2B5EF4-FFF2-40B4-BE49-F238E27FC236}">
                  <a16:creationId xmlns:a16="http://schemas.microsoft.com/office/drawing/2014/main" id="{84D419AF-8225-41B8-86F5-75B9A63B28CE}"/>
                </a:ext>
              </a:extLst>
            </p:cNvPr>
            <p:cNvSpPr>
              <a:spLocks noChangeArrowheads="1"/>
            </p:cNvSpPr>
            <p:nvPr/>
          </p:nvSpPr>
          <p:spPr bwMode="auto">
            <a:xfrm>
              <a:off x="2628935" y="54069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6" name="Rectangle 282">
              <a:extLst>
                <a:ext uri="{FF2B5EF4-FFF2-40B4-BE49-F238E27FC236}">
                  <a16:creationId xmlns:a16="http://schemas.microsoft.com/office/drawing/2014/main" id="{4E58BD16-2A71-4755-BC85-16C8F3739257}"/>
                </a:ext>
              </a:extLst>
            </p:cNvPr>
            <p:cNvSpPr>
              <a:spLocks noChangeArrowheads="1"/>
            </p:cNvSpPr>
            <p:nvPr/>
          </p:nvSpPr>
          <p:spPr bwMode="auto">
            <a:xfrm>
              <a:off x="3083198" y="54069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7" name="Rectangle 283">
              <a:extLst>
                <a:ext uri="{FF2B5EF4-FFF2-40B4-BE49-F238E27FC236}">
                  <a16:creationId xmlns:a16="http://schemas.microsoft.com/office/drawing/2014/main" id="{F56B1EBF-9ACC-4EEA-9794-00E325DCA5C8}"/>
                </a:ext>
              </a:extLst>
            </p:cNvPr>
            <p:cNvSpPr>
              <a:spLocks noChangeArrowheads="1"/>
            </p:cNvSpPr>
            <p:nvPr/>
          </p:nvSpPr>
          <p:spPr bwMode="auto">
            <a:xfrm>
              <a:off x="3538630" y="54069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8" name="Rectangle 284">
              <a:extLst>
                <a:ext uri="{FF2B5EF4-FFF2-40B4-BE49-F238E27FC236}">
                  <a16:creationId xmlns:a16="http://schemas.microsoft.com/office/drawing/2014/main" id="{CCFE505E-DEE7-4620-81F5-36AFA872F47C}"/>
                </a:ext>
              </a:extLst>
            </p:cNvPr>
            <p:cNvSpPr>
              <a:spLocks noChangeArrowheads="1"/>
            </p:cNvSpPr>
            <p:nvPr/>
          </p:nvSpPr>
          <p:spPr bwMode="auto">
            <a:xfrm>
              <a:off x="3992893" y="54069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9" name="Rectangle 285">
              <a:extLst>
                <a:ext uri="{FF2B5EF4-FFF2-40B4-BE49-F238E27FC236}">
                  <a16:creationId xmlns:a16="http://schemas.microsoft.com/office/drawing/2014/main" id="{30C4E4C1-9D8B-44EC-8D99-2E618636E26D}"/>
                </a:ext>
              </a:extLst>
            </p:cNvPr>
            <p:cNvSpPr>
              <a:spLocks noChangeArrowheads="1"/>
            </p:cNvSpPr>
            <p:nvPr/>
          </p:nvSpPr>
          <p:spPr bwMode="auto">
            <a:xfrm>
              <a:off x="4448327" y="54069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0" name="Rectangle 286">
              <a:extLst>
                <a:ext uri="{FF2B5EF4-FFF2-40B4-BE49-F238E27FC236}">
                  <a16:creationId xmlns:a16="http://schemas.microsoft.com/office/drawing/2014/main" id="{775CBB56-B210-43F2-87E2-DE5A0CA40D46}"/>
                </a:ext>
              </a:extLst>
            </p:cNvPr>
            <p:cNvSpPr>
              <a:spLocks noChangeArrowheads="1"/>
            </p:cNvSpPr>
            <p:nvPr/>
          </p:nvSpPr>
          <p:spPr bwMode="auto">
            <a:xfrm>
              <a:off x="4902590" y="54069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1" name="Rectangle 287">
              <a:extLst>
                <a:ext uri="{FF2B5EF4-FFF2-40B4-BE49-F238E27FC236}">
                  <a16:creationId xmlns:a16="http://schemas.microsoft.com/office/drawing/2014/main" id="{6667B41B-9A3E-4667-A1C7-B7369F01012C}"/>
                </a:ext>
              </a:extLst>
            </p:cNvPr>
            <p:cNvSpPr>
              <a:spLocks noChangeArrowheads="1"/>
            </p:cNvSpPr>
            <p:nvPr/>
          </p:nvSpPr>
          <p:spPr bwMode="auto">
            <a:xfrm>
              <a:off x="5358022" y="54069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2" name="Rectangle 288">
              <a:extLst>
                <a:ext uri="{FF2B5EF4-FFF2-40B4-BE49-F238E27FC236}">
                  <a16:creationId xmlns:a16="http://schemas.microsoft.com/office/drawing/2014/main" id="{796F6F02-6043-46B6-ACB2-F0D85A8658E6}"/>
                </a:ext>
              </a:extLst>
            </p:cNvPr>
            <p:cNvSpPr>
              <a:spLocks noChangeArrowheads="1"/>
            </p:cNvSpPr>
            <p:nvPr/>
          </p:nvSpPr>
          <p:spPr bwMode="auto">
            <a:xfrm>
              <a:off x="5812285" y="54069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3" name="Rectangle 289">
              <a:extLst>
                <a:ext uri="{FF2B5EF4-FFF2-40B4-BE49-F238E27FC236}">
                  <a16:creationId xmlns:a16="http://schemas.microsoft.com/office/drawing/2014/main" id="{929725D4-ED31-40E2-8AB3-47D0FD5DE573}"/>
                </a:ext>
              </a:extLst>
            </p:cNvPr>
            <p:cNvSpPr>
              <a:spLocks noChangeArrowheads="1"/>
            </p:cNvSpPr>
            <p:nvPr/>
          </p:nvSpPr>
          <p:spPr bwMode="auto">
            <a:xfrm>
              <a:off x="6267718" y="54069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4" name="Rectangle 290">
              <a:extLst>
                <a:ext uri="{FF2B5EF4-FFF2-40B4-BE49-F238E27FC236}">
                  <a16:creationId xmlns:a16="http://schemas.microsoft.com/office/drawing/2014/main" id="{6E0AE0BD-ECE4-468E-A5C9-0DE456154DD2}"/>
                </a:ext>
              </a:extLst>
            </p:cNvPr>
            <p:cNvSpPr>
              <a:spLocks noChangeArrowheads="1"/>
            </p:cNvSpPr>
            <p:nvPr/>
          </p:nvSpPr>
          <p:spPr bwMode="auto">
            <a:xfrm>
              <a:off x="6721981" y="54069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5" name="Rectangle 291">
              <a:extLst>
                <a:ext uri="{FF2B5EF4-FFF2-40B4-BE49-F238E27FC236}">
                  <a16:creationId xmlns:a16="http://schemas.microsoft.com/office/drawing/2014/main" id="{4400955C-33E1-4C75-9F63-728D8665A91F}"/>
                </a:ext>
              </a:extLst>
            </p:cNvPr>
            <p:cNvSpPr>
              <a:spLocks noChangeArrowheads="1"/>
            </p:cNvSpPr>
            <p:nvPr/>
          </p:nvSpPr>
          <p:spPr bwMode="auto">
            <a:xfrm>
              <a:off x="7177414" y="54069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6" name="Rectangle 292">
              <a:extLst>
                <a:ext uri="{FF2B5EF4-FFF2-40B4-BE49-F238E27FC236}">
                  <a16:creationId xmlns:a16="http://schemas.microsoft.com/office/drawing/2014/main" id="{D961C0B6-3B1B-4839-857B-114099F3F192}"/>
                </a:ext>
              </a:extLst>
            </p:cNvPr>
            <p:cNvSpPr>
              <a:spLocks noChangeArrowheads="1"/>
            </p:cNvSpPr>
            <p:nvPr/>
          </p:nvSpPr>
          <p:spPr bwMode="auto">
            <a:xfrm>
              <a:off x="7631676" y="54069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7" name="Rectangle 293">
              <a:extLst>
                <a:ext uri="{FF2B5EF4-FFF2-40B4-BE49-F238E27FC236}">
                  <a16:creationId xmlns:a16="http://schemas.microsoft.com/office/drawing/2014/main" id="{DF5F8018-F3F9-4B6A-961C-FDE42B1ACFD9}"/>
                </a:ext>
              </a:extLst>
            </p:cNvPr>
            <p:cNvSpPr>
              <a:spLocks noChangeArrowheads="1"/>
            </p:cNvSpPr>
            <p:nvPr/>
          </p:nvSpPr>
          <p:spPr bwMode="auto">
            <a:xfrm>
              <a:off x="8087110" y="54069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8" name="Rectangle 294">
              <a:extLst>
                <a:ext uri="{FF2B5EF4-FFF2-40B4-BE49-F238E27FC236}">
                  <a16:creationId xmlns:a16="http://schemas.microsoft.com/office/drawing/2014/main" id="{F9B0F8D9-7724-4ACF-BA7F-110AA4FF0CD6}"/>
                </a:ext>
              </a:extLst>
            </p:cNvPr>
            <p:cNvSpPr>
              <a:spLocks noChangeArrowheads="1"/>
            </p:cNvSpPr>
            <p:nvPr/>
          </p:nvSpPr>
          <p:spPr bwMode="auto">
            <a:xfrm>
              <a:off x="8541373" y="54069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9" name="Rectangle 295">
              <a:extLst>
                <a:ext uri="{FF2B5EF4-FFF2-40B4-BE49-F238E27FC236}">
                  <a16:creationId xmlns:a16="http://schemas.microsoft.com/office/drawing/2014/main" id="{1D3659AF-0565-450F-85E1-3D9707E72F53}"/>
                </a:ext>
              </a:extLst>
            </p:cNvPr>
            <p:cNvSpPr>
              <a:spLocks noChangeArrowheads="1"/>
            </p:cNvSpPr>
            <p:nvPr/>
          </p:nvSpPr>
          <p:spPr bwMode="auto">
            <a:xfrm>
              <a:off x="8996805" y="54069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0" name="Rectangle 296">
              <a:extLst>
                <a:ext uri="{FF2B5EF4-FFF2-40B4-BE49-F238E27FC236}">
                  <a16:creationId xmlns:a16="http://schemas.microsoft.com/office/drawing/2014/main" id="{5FE90139-0B55-4644-A3B5-120193B9A581}"/>
                </a:ext>
              </a:extLst>
            </p:cNvPr>
            <p:cNvSpPr>
              <a:spLocks noChangeArrowheads="1"/>
            </p:cNvSpPr>
            <p:nvPr/>
          </p:nvSpPr>
          <p:spPr bwMode="auto">
            <a:xfrm>
              <a:off x="9451068" y="54069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1" name="Rectangle 297">
              <a:extLst>
                <a:ext uri="{FF2B5EF4-FFF2-40B4-BE49-F238E27FC236}">
                  <a16:creationId xmlns:a16="http://schemas.microsoft.com/office/drawing/2014/main" id="{5C52DEE4-F75A-448E-AC22-D4A8424D605A}"/>
                </a:ext>
              </a:extLst>
            </p:cNvPr>
            <p:cNvSpPr>
              <a:spLocks noChangeArrowheads="1"/>
            </p:cNvSpPr>
            <p:nvPr/>
          </p:nvSpPr>
          <p:spPr bwMode="auto">
            <a:xfrm>
              <a:off x="9906502" y="5406987"/>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2" name="Rectangle 298">
              <a:extLst>
                <a:ext uri="{FF2B5EF4-FFF2-40B4-BE49-F238E27FC236}">
                  <a16:creationId xmlns:a16="http://schemas.microsoft.com/office/drawing/2014/main" id="{0FAA6019-458E-49C0-82BF-4DA9376EF5EF}"/>
                </a:ext>
              </a:extLst>
            </p:cNvPr>
            <p:cNvSpPr>
              <a:spLocks noChangeArrowheads="1"/>
            </p:cNvSpPr>
            <p:nvPr/>
          </p:nvSpPr>
          <p:spPr bwMode="auto">
            <a:xfrm>
              <a:off x="10360764" y="54069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3" name="Rectangle 299">
              <a:extLst>
                <a:ext uri="{FF2B5EF4-FFF2-40B4-BE49-F238E27FC236}">
                  <a16:creationId xmlns:a16="http://schemas.microsoft.com/office/drawing/2014/main" id="{A10BEF18-4D65-4ECD-AD29-9B429488E510}"/>
                </a:ext>
              </a:extLst>
            </p:cNvPr>
            <p:cNvSpPr>
              <a:spLocks noChangeArrowheads="1"/>
            </p:cNvSpPr>
            <p:nvPr/>
          </p:nvSpPr>
          <p:spPr bwMode="auto">
            <a:xfrm>
              <a:off x="10816197" y="5406987"/>
              <a:ext cx="10882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4" name="Rectangle 300">
              <a:extLst>
                <a:ext uri="{FF2B5EF4-FFF2-40B4-BE49-F238E27FC236}">
                  <a16:creationId xmlns:a16="http://schemas.microsoft.com/office/drawing/2014/main" id="{B5150899-574E-4361-8BD8-908931E2F979}"/>
                </a:ext>
              </a:extLst>
            </p:cNvPr>
            <p:cNvSpPr>
              <a:spLocks noChangeArrowheads="1"/>
            </p:cNvSpPr>
            <p:nvPr/>
          </p:nvSpPr>
          <p:spPr bwMode="auto">
            <a:xfrm>
              <a:off x="11270460" y="54069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5" name="Rectangle 301">
              <a:extLst>
                <a:ext uri="{FF2B5EF4-FFF2-40B4-BE49-F238E27FC236}">
                  <a16:creationId xmlns:a16="http://schemas.microsoft.com/office/drawing/2014/main" id="{BEA711FE-B1AF-4B37-81CB-C560FA27C379}"/>
                </a:ext>
              </a:extLst>
            </p:cNvPr>
            <p:cNvSpPr>
              <a:spLocks noChangeArrowheads="1"/>
            </p:cNvSpPr>
            <p:nvPr/>
          </p:nvSpPr>
          <p:spPr bwMode="auto">
            <a:xfrm>
              <a:off x="11725893" y="54069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6" name="Rectangle 303">
              <a:extLst>
                <a:ext uri="{FF2B5EF4-FFF2-40B4-BE49-F238E27FC236}">
                  <a16:creationId xmlns:a16="http://schemas.microsoft.com/office/drawing/2014/main" id="{80E4ED87-41E6-49B3-91BA-686B2B81BE5B}"/>
                </a:ext>
              </a:extLst>
            </p:cNvPr>
            <p:cNvSpPr>
              <a:spLocks noChangeArrowheads="1"/>
            </p:cNvSpPr>
            <p:nvPr/>
          </p:nvSpPr>
          <p:spPr bwMode="auto">
            <a:xfrm>
              <a:off x="354110" y="5915379"/>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7" name="Rectangle 304">
              <a:extLst>
                <a:ext uri="{FF2B5EF4-FFF2-40B4-BE49-F238E27FC236}">
                  <a16:creationId xmlns:a16="http://schemas.microsoft.com/office/drawing/2014/main" id="{4E9BE40A-EE42-4123-8BA0-FF7F0385F340}"/>
                </a:ext>
              </a:extLst>
            </p:cNvPr>
            <p:cNvSpPr>
              <a:spLocks noChangeArrowheads="1"/>
            </p:cNvSpPr>
            <p:nvPr/>
          </p:nvSpPr>
          <p:spPr bwMode="auto">
            <a:xfrm>
              <a:off x="809543" y="5915379"/>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8" name="Rectangle 305">
              <a:extLst>
                <a:ext uri="{FF2B5EF4-FFF2-40B4-BE49-F238E27FC236}">
                  <a16:creationId xmlns:a16="http://schemas.microsoft.com/office/drawing/2014/main" id="{B611F1C1-8FC2-46A0-9BD2-C302F7B52C75}"/>
                </a:ext>
              </a:extLst>
            </p:cNvPr>
            <p:cNvSpPr>
              <a:spLocks noChangeArrowheads="1"/>
            </p:cNvSpPr>
            <p:nvPr/>
          </p:nvSpPr>
          <p:spPr bwMode="auto">
            <a:xfrm>
              <a:off x="1263806" y="5915379"/>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9" name="Rectangle 306">
              <a:extLst>
                <a:ext uri="{FF2B5EF4-FFF2-40B4-BE49-F238E27FC236}">
                  <a16:creationId xmlns:a16="http://schemas.microsoft.com/office/drawing/2014/main" id="{930B6D85-2884-41AB-BDBA-4E324F36B453}"/>
                </a:ext>
              </a:extLst>
            </p:cNvPr>
            <p:cNvSpPr>
              <a:spLocks noChangeArrowheads="1"/>
            </p:cNvSpPr>
            <p:nvPr/>
          </p:nvSpPr>
          <p:spPr bwMode="auto">
            <a:xfrm>
              <a:off x="1719239" y="5915379"/>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0" name="Rectangle 307">
              <a:extLst>
                <a:ext uri="{FF2B5EF4-FFF2-40B4-BE49-F238E27FC236}">
                  <a16:creationId xmlns:a16="http://schemas.microsoft.com/office/drawing/2014/main" id="{7F9C1F3D-FD52-424C-9FF6-C48477A4981B}"/>
                </a:ext>
              </a:extLst>
            </p:cNvPr>
            <p:cNvSpPr>
              <a:spLocks noChangeArrowheads="1"/>
            </p:cNvSpPr>
            <p:nvPr/>
          </p:nvSpPr>
          <p:spPr bwMode="auto">
            <a:xfrm>
              <a:off x="2173502" y="5915379"/>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1" name="Rectangle 308">
              <a:extLst>
                <a:ext uri="{FF2B5EF4-FFF2-40B4-BE49-F238E27FC236}">
                  <a16:creationId xmlns:a16="http://schemas.microsoft.com/office/drawing/2014/main" id="{E7486E9D-3A69-4A97-AA5C-AF76EF8F51C6}"/>
                </a:ext>
              </a:extLst>
            </p:cNvPr>
            <p:cNvSpPr>
              <a:spLocks noChangeArrowheads="1"/>
            </p:cNvSpPr>
            <p:nvPr/>
          </p:nvSpPr>
          <p:spPr bwMode="auto">
            <a:xfrm>
              <a:off x="2628935" y="5915379"/>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2" name="Rectangle 309">
              <a:extLst>
                <a:ext uri="{FF2B5EF4-FFF2-40B4-BE49-F238E27FC236}">
                  <a16:creationId xmlns:a16="http://schemas.microsoft.com/office/drawing/2014/main" id="{0AA7E796-96DA-498C-93D9-136DDFB2FCF2}"/>
                </a:ext>
              </a:extLst>
            </p:cNvPr>
            <p:cNvSpPr>
              <a:spLocks noChangeArrowheads="1"/>
            </p:cNvSpPr>
            <p:nvPr/>
          </p:nvSpPr>
          <p:spPr bwMode="auto">
            <a:xfrm>
              <a:off x="3083198" y="5915379"/>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3" name="Rectangle 310">
              <a:extLst>
                <a:ext uri="{FF2B5EF4-FFF2-40B4-BE49-F238E27FC236}">
                  <a16:creationId xmlns:a16="http://schemas.microsoft.com/office/drawing/2014/main" id="{A66B0CB8-31EE-439B-AC73-841AF9BC5F30}"/>
                </a:ext>
              </a:extLst>
            </p:cNvPr>
            <p:cNvSpPr>
              <a:spLocks noChangeArrowheads="1"/>
            </p:cNvSpPr>
            <p:nvPr/>
          </p:nvSpPr>
          <p:spPr bwMode="auto">
            <a:xfrm>
              <a:off x="3538630" y="5915379"/>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4" name="Rectangle 311">
              <a:extLst>
                <a:ext uri="{FF2B5EF4-FFF2-40B4-BE49-F238E27FC236}">
                  <a16:creationId xmlns:a16="http://schemas.microsoft.com/office/drawing/2014/main" id="{3369CA06-5E6E-4F9E-A1F5-CDE8295570AF}"/>
                </a:ext>
              </a:extLst>
            </p:cNvPr>
            <p:cNvSpPr>
              <a:spLocks noChangeArrowheads="1"/>
            </p:cNvSpPr>
            <p:nvPr/>
          </p:nvSpPr>
          <p:spPr bwMode="auto">
            <a:xfrm>
              <a:off x="3992893" y="5915379"/>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5" name="Rectangle 312">
              <a:extLst>
                <a:ext uri="{FF2B5EF4-FFF2-40B4-BE49-F238E27FC236}">
                  <a16:creationId xmlns:a16="http://schemas.microsoft.com/office/drawing/2014/main" id="{E99CE921-0DE8-4AB7-AC5C-1424E0C194CF}"/>
                </a:ext>
              </a:extLst>
            </p:cNvPr>
            <p:cNvSpPr>
              <a:spLocks noChangeArrowheads="1"/>
            </p:cNvSpPr>
            <p:nvPr/>
          </p:nvSpPr>
          <p:spPr bwMode="auto">
            <a:xfrm>
              <a:off x="4448327" y="5915379"/>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6" name="Rectangle 313">
              <a:extLst>
                <a:ext uri="{FF2B5EF4-FFF2-40B4-BE49-F238E27FC236}">
                  <a16:creationId xmlns:a16="http://schemas.microsoft.com/office/drawing/2014/main" id="{44B0D7FC-1229-4D80-AFFC-1892AC41BCE3}"/>
                </a:ext>
              </a:extLst>
            </p:cNvPr>
            <p:cNvSpPr>
              <a:spLocks noChangeArrowheads="1"/>
            </p:cNvSpPr>
            <p:nvPr/>
          </p:nvSpPr>
          <p:spPr bwMode="auto">
            <a:xfrm>
              <a:off x="4902590" y="5915379"/>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7" name="Rectangle 314">
              <a:extLst>
                <a:ext uri="{FF2B5EF4-FFF2-40B4-BE49-F238E27FC236}">
                  <a16:creationId xmlns:a16="http://schemas.microsoft.com/office/drawing/2014/main" id="{9CC127BC-9564-47FC-B62B-448598DBAB57}"/>
                </a:ext>
              </a:extLst>
            </p:cNvPr>
            <p:cNvSpPr>
              <a:spLocks noChangeArrowheads="1"/>
            </p:cNvSpPr>
            <p:nvPr/>
          </p:nvSpPr>
          <p:spPr bwMode="auto">
            <a:xfrm>
              <a:off x="5358022" y="5915379"/>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8" name="Rectangle 315">
              <a:extLst>
                <a:ext uri="{FF2B5EF4-FFF2-40B4-BE49-F238E27FC236}">
                  <a16:creationId xmlns:a16="http://schemas.microsoft.com/office/drawing/2014/main" id="{B9AB1F98-2ED9-4FA8-B563-43ABB5173B26}"/>
                </a:ext>
              </a:extLst>
            </p:cNvPr>
            <p:cNvSpPr>
              <a:spLocks noChangeArrowheads="1"/>
            </p:cNvSpPr>
            <p:nvPr/>
          </p:nvSpPr>
          <p:spPr bwMode="auto">
            <a:xfrm>
              <a:off x="5812285" y="5915379"/>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9" name="Rectangle 316">
              <a:extLst>
                <a:ext uri="{FF2B5EF4-FFF2-40B4-BE49-F238E27FC236}">
                  <a16:creationId xmlns:a16="http://schemas.microsoft.com/office/drawing/2014/main" id="{A6DA074F-063A-4813-AE3D-039A5CEC3F77}"/>
                </a:ext>
              </a:extLst>
            </p:cNvPr>
            <p:cNvSpPr>
              <a:spLocks noChangeArrowheads="1"/>
            </p:cNvSpPr>
            <p:nvPr/>
          </p:nvSpPr>
          <p:spPr bwMode="auto">
            <a:xfrm>
              <a:off x="6267718" y="5915379"/>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0" name="Rectangle 317">
              <a:extLst>
                <a:ext uri="{FF2B5EF4-FFF2-40B4-BE49-F238E27FC236}">
                  <a16:creationId xmlns:a16="http://schemas.microsoft.com/office/drawing/2014/main" id="{E2D48949-643D-4CD5-94F2-5B81BCC4A407}"/>
                </a:ext>
              </a:extLst>
            </p:cNvPr>
            <p:cNvSpPr>
              <a:spLocks noChangeArrowheads="1"/>
            </p:cNvSpPr>
            <p:nvPr/>
          </p:nvSpPr>
          <p:spPr bwMode="auto">
            <a:xfrm>
              <a:off x="6721981" y="5915379"/>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1" name="Rectangle 318">
              <a:extLst>
                <a:ext uri="{FF2B5EF4-FFF2-40B4-BE49-F238E27FC236}">
                  <a16:creationId xmlns:a16="http://schemas.microsoft.com/office/drawing/2014/main" id="{00728DC9-776B-49FA-ABFC-CE0772CDA2EE}"/>
                </a:ext>
              </a:extLst>
            </p:cNvPr>
            <p:cNvSpPr>
              <a:spLocks noChangeArrowheads="1"/>
            </p:cNvSpPr>
            <p:nvPr/>
          </p:nvSpPr>
          <p:spPr bwMode="auto">
            <a:xfrm>
              <a:off x="7177414" y="5915379"/>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2" name="Rectangle 319">
              <a:extLst>
                <a:ext uri="{FF2B5EF4-FFF2-40B4-BE49-F238E27FC236}">
                  <a16:creationId xmlns:a16="http://schemas.microsoft.com/office/drawing/2014/main" id="{F940E1FC-5AC7-4790-9F31-160A60507111}"/>
                </a:ext>
              </a:extLst>
            </p:cNvPr>
            <p:cNvSpPr>
              <a:spLocks noChangeArrowheads="1"/>
            </p:cNvSpPr>
            <p:nvPr/>
          </p:nvSpPr>
          <p:spPr bwMode="auto">
            <a:xfrm>
              <a:off x="7631676" y="5915379"/>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3" name="Rectangle 320">
              <a:extLst>
                <a:ext uri="{FF2B5EF4-FFF2-40B4-BE49-F238E27FC236}">
                  <a16:creationId xmlns:a16="http://schemas.microsoft.com/office/drawing/2014/main" id="{9A9BC016-C68C-4EA0-9BAE-277C05D16E62}"/>
                </a:ext>
              </a:extLst>
            </p:cNvPr>
            <p:cNvSpPr>
              <a:spLocks noChangeArrowheads="1"/>
            </p:cNvSpPr>
            <p:nvPr/>
          </p:nvSpPr>
          <p:spPr bwMode="auto">
            <a:xfrm>
              <a:off x="8087110" y="5915379"/>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4" name="Rectangle 321">
              <a:extLst>
                <a:ext uri="{FF2B5EF4-FFF2-40B4-BE49-F238E27FC236}">
                  <a16:creationId xmlns:a16="http://schemas.microsoft.com/office/drawing/2014/main" id="{85D72911-CD6D-4223-B9B7-AF8B7667D669}"/>
                </a:ext>
              </a:extLst>
            </p:cNvPr>
            <p:cNvSpPr>
              <a:spLocks noChangeArrowheads="1"/>
            </p:cNvSpPr>
            <p:nvPr/>
          </p:nvSpPr>
          <p:spPr bwMode="auto">
            <a:xfrm>
              <a:off x="8541373" y="5915379"/>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5" name="Rectangle 322">
              <a:extLst>
                <a:ext uri="{FF2B5EF4-FFF2-40B4-BE49-F238E27FC236}">
                  <a16:creationId xmlns:a16="http://schemas.microsoft.com/office/drawing/2014/main" id="{44F55F88-B6F7-42F9-A7A0-92FA35616202}"/>
                </a:ext>
              </a:extLst>
            </p:cNvPr>
            <p:cNvSpPr>
              <a:spLocks noChangeArrowheads="1"/>
            </p:cNvSpPr>
            <p:nvPr/>
          </p:nvSpPr>
          <p:spPr bwMode="auto">
            <a:xfrm>
              <a:off x="8996805" y="5915379"/>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6" name="Rectangle 323">
              <a:extLst>
                <a:ext uri="{FF2B5EF4-FFF2-40B4-BE49-F238E27FC236}">
                  <a16:creationId xmlns:a16="http://schemas.microsoft.com/office/drawing/2014/main" id="{1FAEF597-1324-4785-A2F5-812B9B7E3CCF}"/>
                </a:ext>
              </a:extLst>
            </p:cNvPr>
            <p:cNvSpPr>
              <a:spLocks noChangeArrowheads="1"/>
            </p:cNvSpPr>
            <p:nvPr/>
          </p:nvSpPr>
          <p:spPr bwMode="auto">
            <a:xfrm>
              <a:off x="9451068" y="5915379"/>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7" name="Rectangle 324">
              <a:extLst>
                <a:ext uri="{FF2B5EF4-FFF2-40B4-BE49-F238E27FC236}">
                  <a16:creationId xmlns:a16="http://schemas.microsoft.com/office/drawing/2014/main" id="{547E500B-89FF-4790-A774-7467AA539E03}"/>
                </a:ext>
              </a:extLst>
            </p:cNvPr>
            <p:cNvSpPr>
              <a:spLocks noChangeArrowheads="1"/>
            </p:cNvSpPr>
            <p:nvPr/>
          </p:nvSpPr>
          <p:spPr bwMode="auto">
            <a:xfrm>
              <a:off x="9906502" y="5915379"/>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8" name="Rectangle 325">
              <a:extLst>
                <a:ext uri="{FF2B5EF4-FFF2-40B4-BE49-F238E27FC236}">
                  <a16:creationId xmlns:a16="http://schemas.microsoft.com/office/drawing/2014/main" id="{BDE832F9-2CD6-4DA9-8C6D-29D6EF4A68C3}"/>
                </a:ext>
              </a:extLst>
            </p:cNvPr>
            <p:cNvSpPr>
              <a:spLocks noChangeArrowheads="1"/>
            </p:cNvSpPr>
            <p:nvPr/>
          </p:nvSpPr>
          <p:spPr bwMode="auto">
            <a:xfrm>
              <a:off x="10360764" y="5915379"/>
              <a:ext cx="10999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9" name="Rectangle 326">
              <a:extLst>
                <a:ext uri="{FF2B5EF4-FFF2-40B4-BE49-F238E27FC236}">
                  <a16:creationId xmlns:a16="http://schemas.microsoft.com/office/drawing/2014/main" id="{8F14BE8F-17A2-48D9-99B9-13D9B36CFF51}"/>
                </a:ext>
              </a:extLst>
            </p:cNvPr>
            <p:cNvSpPr>
              <a:spLocks noChangeArrowheads="1"/>
            </p:cNvSpPr>
            <p:nvPr/>
          </p:nvSpPr>
          <p:spPr bwMode="auto">
            <a:xfrm>
              <a:off x="10816197" y="5915379"/>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0" name="Rectangle 327">
              <a:extLst>
                <a:ext uri="{FF2B5EF4-FFF2-40B4-BE49-F238E27FC236}">
                  <a16:creationId xmlns:a16="http://schemas.microsoft.com/office/drawing/2014/main" id="{2CA28AB2-A869-47B1-9798-9E8733980AC2}"/>
                </a:ext>
              </a:extLst>
            </p:cNvPr>
            <p:cNvSpPr>
              <a:spLocks noChangeArrowheads="1"/>
            </p:cNvSpPr>
            <p:nvPr/>
          </p:nvSpPr>
          <p:spPr bwMode="auto">
            <a:xfrm>
              <a:off x="11270460" y="5915379"/>
              <a:ext cx="10999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1" name="Rectangle 328">
              <a:extLst>
                <a:ext uri="{FF2B5EF4-FFF2-40B4-BE49-F238E27FC236}">
                  <a16:creationId xmlns:a16="http://schemas.microsoft.com/office/drawing/2014/main" id="{FA45DCC4-369F-4348-B31A-DDD34207D995}"/>
                </a:ext>
              </a:extLst>
            </p:cNvPr>
            <p:cNvSpPr>
              <a:spLocks noChangeArrowheads="1"/>
            </p:cNvSpPr>
            <p:nvPr/>
          </p:nvSpPr>
          <p:spPr bwMode="auto">
            <a:xfrm>
              <a:off x="11725893" y="5915379"/>
              <a:ext cx="108822" cy="108822"/>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2" name="Rectangle 303">
              <a:extLst>
                <a:ext uri="{FF2B5EF4-FFF2-40B4-BE49-F238E27FC236}">
                  <a16:creationId xmlns:a16="http://schemas.microsoft.com/office/drawing/2014/main" id="{5246F475-6CE9-44EF-B241-5C98A3993F47}"/>
                </a:ext>
              </a:extLst>
            </p:cNvPr>
            <p:cNvSpPr>
              <a:spLocks noChangeArrowheads="1"/>
            </p:cNvSpPr>
            <p:nvPr/>
          </p:nvSpPr>
          <p:spPr bwMode="auto">
            <a:xfrm>
              <a:off x="354110" y="6422607"/>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3" name="Rectangle 304">
              <a:extLst>
                <a:ext uri="{FF2B5EF4-FFF2-40B4-BE49-F238E27FC236}">
                  <a16:creationId xmlns:a16="http://schemas.microsoft.com/office/drawing/2014/main" id="{0212C143-6DDE-4AC2-94C2-CCD6202BFFBB}"/>
                </a:ext>
              </a:extLst>
            </p:cNvPr>
            <p:cNvSpPr>
              <a:spLocks noChangeArrowheads="1"/>
            </p:cNvSpPr>
            <p:nvPr/>
          </p:nvSpPr>
          <p:spPr bwMode="auto">
            <a:xfrm>
              <a:off x="809543" y="6422607"/>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4" name="Rectangle 305">
              <a:extLst>
                <a:ext uri="{FF2B5EF4-FFF2-40B4-BE49-F238E27FC236}">
                  <a16:creationId xmlns:a16="http://schemas.microsoft.com/office/drawing/2014/main" id="{DC9D434B-9E3A-4EBA-8C92-28B96B398B1A}"/>
                </a:ext>
              </a:extLst>
            </p:cNvPr>
            <p:cNvSpPr>
              <a:spLocks noChangeArrowheads="1"/>
            </p:cNvSpPr>
            <p:nvPr/>
          </p:nvSpPr>
          <p:spPr bwMode="auto">
            <a:xfrm>
              <a:off x="1263806" y="6422607"/>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5" name="Rectangle 306">
              <a:extLst>
                <a:ext uri="{FF2B5EF4-FFF2-40B4-BE49-F238E27FC236}">
                  <a16:creationId xmlns:a16="http://schemas.microsoft.com/office/drawing/2014/main" id="{C336F0B6-E934-4035-96C1-1890FAB7FC59}"/>
                </a:ext>
              </a:extLst>
            </p:cNvPr>
            <p:cNvSpPr>
              <a:spLocks noChangeArrowheads="1"/>
            </p:cNvSpPr>
            <p:nvPr/>
          </p:nvSpPr>
          <p:spPr bwMode="auto">
            <a:xfrm>
              <a:off x="1719239" y="6422607"/>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6" name="Rectangle 307">
              <a:extLst>
                <a:ext uri="{FF2B5EF4-FFF2-40B4-BE49-F238E27FC236}">
                  <a16:creationId xmlns:a16="http://schemas.microsoft.com/office/drawing/2014/main" id="{449858E0-3129-497A-A76F-A7B8CCC41D2C}"/>
                </a:ext>
              </a:extLst>
            </p:cNvPr>
            <p:cNvSpPr>
              <a:spLocks noChangeArrowheads="1"/>
            </p:cNvSpPr>
            <p:nvPr/>
          </p:nvSpPr>
          <p:spPr bwMode="auto">
            <a:xfrm>
              <a:off x="2173502" y="6422607"/>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7" name="Rectangle 308">
              <a:extLst>
                <a:ext uri="{FF2B5EF4-FFF2-40B4-BE49-F238E27FC236}">
                  <a16:creationId xmlns:a16="http://schemas.microsoft.com/office/drawing/2014/main" id="{5E5A0525-E0F7-473B-BF1D-921297C341BA}"/>
                </a:ext>
              </a:extLst>
            </p:cNvPr>
            <p:cNvSpPr>
              <a:spLocks noChangeArrowheads="1"/>
            </p:cNvSpPr>
            <p:nvPr/>
          </p:nvSpPr>
          <p:spPr bwMode="auto">
            <a:xfrm>
              <a:off x="2628935" y="6422607"/>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8" name="Rectangle 309">
              <a:extLst>
                <a:ext uri="{FF2B5EF4-FFF2-40B4-BE49-F238E27FC236}">
                  <a16:creationId xmlns:a16="http://schemas.microsoft.com/office/drawing/2014/main" id="{40BA3401-B130-4070-8812-6D1E64DFCA8B}"/>
                </a:ext>
              </a:extLst>
            </p:cNvPr>
            <p:cNvSpPr>
              <a:spLocks noChangeArrowheads="1"/>
            </p:cNvSpPr>
            <p:nvPr/>
          </p:nvSpPr>
          <p:spPr bwMode="auto">
            <a:xfrm>
              <a:off x="3083198" y="6422607"/>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9" name="Rectangle 310">
              <a:extLst>
                <a:ext uri="{FF2B5EF4-FFF2-40B4-BE49-F238E27FC236}">
                  <a16:creationId xmlns:a16="http://schemas.microsoft.com/office/drawing/2014/main" id="{43428A0F-0399-49CB-B65B-308D799020F2}"/>
                </a:ext>
              </a:extLst>
            </p:cNvPr>
            <p:cNvSpPr>
              <a:spLocks noChangeArrowheads="1"/>
            </p:cNvSpPr>
            <p:nvPr/>
          </p:nvSpPr>
          <p:spPr bwMode="auto">
            <a:xfrm>
              <a:off x="3538630" y="6422607"/>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0" name="Rectangle 311">
              <a:extLst>
                <a:ext uri="{FF2B5EF4-FFF2-40B4-BE49-F238E27FC236}">
                  <a16:creationId xmlns:a16="http://schemas.microsoft.com/office/drawing/2014/main" id="{03BCC0FA-5699-431F-8C8A-B7CFDACB8F0D}"/>
                </a:ext>
              </a:extLst>
            </p:cNvPr>
            <p:cNvSpPr>
              <a:spLocks noChangeArrowheads="1"/>
            </p:cNvSpPr>
            <p:nvPr/>
          </p:nvSpPr>
          <p:spPr bwMode="auto">
            <a:xfrm>
              <a:off x="3992893" y="6422607"/>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1" name="Rectangle 312">
              <a:extLst>
                <a:ext uri="{FF2B5EF4-FFF2-40B4-BE49-F238E27FC236}">
                  <a16:creationId xmlns:a16="http://schemas.microsoft.com/office/drawing/2014/main" id="{556516AA-1DCD-4F78-A473-1DD49BC9A983}"/>
                </a:ext>
              </a:extLst>
            </p:cNvPr>
            <p:cNvSpPr>
              <a:spLocks noChangeArrowheads="1"/>
            </p:cNvSpPr>
            <p:nvPr/>
          </p:nvSpPr>
          <p:spPr bwMode="auto">
            <a:xfrm>
              <a:off x="4448327" y="6422607"/>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2" name="Rectangle 313">
              <a:extLst>
                <a:ext uri="{FF2B5EF4-FFF2-40B4-BE49-F238E27FC236}">
                  <a16:creationId xmlns:a16="http://schemas.microsoft.com/office/drawing/2014/main" id="{CA00595A-8F2B-4D73-846B-3B7A9C584FFE}"/>
                </a:ext>
              </a:extLst>
            </p:cNvPr>
            <p:cNvSpPr>
              <a:spLocks noChangeArrowheads="1"/>
            </p:cNvSpPr>
            <p:nvPr/>
          </p:nvSpPr>
          <p:spPr bwMode="auto">
            <a:xfrm>
              <a:off x="4902590" y="6422607"/>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3" name="Rectangle 314">
              <a:extLst>
                <a:ext uri="{FF2B5EF4-FFF2-40B4-BE49-F238E27FC236}">
                  <a16:creationId xmlns:a16="http://schemas.microsoft.com/office/drawing/2014/main" id="{76207ABA-2173-41C4-88F3-C94E5346CD7D}"/>
                </a:ext>
              </a:extLst>
            </p:cNvPr>
            <p:cNvSpPr>
              <a:spLocks noChangeArrowheads="1"/>
            </p:cNvSpPr>
            <p:nvPr/>
          </p:nvSpPr>
          <p:spPr bwMode="auto">
            <a:xfrm>
              <a:off x="5358022" y="6422607"/>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4" name="Rectangle 315">
              <a:extLst>
                <a:ext uri="{FF2B5EF4-FFF2-40B4-BE49-F238E27FC236}">
                  <a16:creationId xmlns:a16="http://schemas.microsoft.com/office/drawing/2014/main" id="{22D2EBC9-8BFC-4568-9B2E-77642424867E}"/>
                </a:ext>
              </a:extLst>
            </p:cNvPr>
            <p:cNvSpPr>
              <a:spLocks noChangeArrowheads="1"/>
            </p:cNvSpPr>
            <p:nvPr/>
          </p:nvSpPr>
          <p:spPr bwMode="auto">
            <a:xfrm>
              <a:off x="5812285" y="6422607"/>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5" name="Rectangle 316">
              <a:extLst>
                <a:ext uri="{FF2B5EF4-FFF2-40B4-BE49-F238E27FC236}">
                  <a16:creationId xmlns:a16="http://schemas.microsoft.com/office/drawing/2014/main" id="{BCF3A8ED-BBBB-4991-AF9D-6BECE831C115}"/>
                </a:ext>
              </a:extLst>
            </p:cNvPr>
            <p:cNvSpPr>
              <a:spLocks noChangeArrowheads="1"/>
            </p:cNvSpPr>
            <p:nvPr/>
          </p:nvSpPr>
          <p:spPr bwMode="auto">
            <a:xfrm>
              <a:off x="6267718" y="6422607"/>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6" name="Rectangle 317">
              <a:extLst>
                <a:ext uri="{FF2B5EF4-FFF2-40B4-BE49-F238E27FC236}">
                  <a16:creationId xmlns:a16="http://schemas.microsoft.com/office/drawing/2014/main" id="{2C735C09-F863-40CC-B903-4E8394118D09}"/>
                </a:ext>
              </a:extLst>
            </p:cNvPr>
            <p:cNvSpPr>
              <a:spLocks noChangeArrowheads="1"/>
            </p:cNvSpPr>
            <p:nvPr/>
          </p:nvSpPr>
          <p:spPr bwMode="auto">
            <a:xfrm>
              <a:off x="6721981" y="6422607"/>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7" name="Rectangle 318">
              <a:extLst>
                <a:ext uri="{FF2B5EF4-FFF2-40B4-BE49-F238E27FC236}">
                  <a16:creationId xmlns:a16="http://schemas.microsoft.com/office/drawing/2014/main" id="{5B9A0F98-970C-4A0E-A6C7-B55BCE0CEDB0}"/>
                </a:ext>
              </a:extLst>
            </p:cNvPr>
            <p:cNvSpPr>
              <a:spLocks noChangeArrowheads="1"/>
            </p:cNvSpPr>
            <p:nvPr/>
          </p:nvSpPr>
          <p:spPr bwMode="auto">
            <a:xfrm>
              <a:off x="7177414" y="6422607"/>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8" name="Rectangle 319">
              <a:extLst>
                <a:ext uri="{FF2B5EF4-FFF2-40B4-BE49-F238E27FC236}">
                  <a16:creationId xmlns:a16="http://schemas.microsoft.com/office/drawing/2014/main" id="{19BA8D7A-9A73-4E82-8C3D-2920BAD2FB88}"/>
                </a:ext>
              </a:extLst>
            </p:cNvPr>
            <p:cNvSpPr>
              <a:spLocks noChangeArrowheads="1"/>
            </p:cNvSpPr>
            <p:nvPr/>
          </p:nvSpPr>
          <p:spPr bwMode="auto">
            <a:xfrm>
              <a:off x="7631676" y="6422607"/>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9" name="Rectangle 320">
              <a:extLst>
                <a:ext uri="{FF2B5EF4-FFF2-40B4-BE49-F238E27FC236}">
                  <a16:creationId xmlns:a16="http://schemas.microsoft.com/office/drawing/2014/main" id="{15718E9B-0168-4026-9DA9-25FB77F48789}"/>
                </a:ext>
              </a:extLst>
            </p:cNvPr>
            <p:cNvSpPr>
              <a:spLocks noChangeArrowheads="1"/>
            </p:cNvSpPr>
            <p:nvPr/>
          </p:nvSpPr>
          <p:spPr bwMode="auto">
            <a:xfrm>
              <a:off x="8087110" y="6422607"/>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70" name="Rectangle 321">
              <a:extLst>
                <a:ext uri="{FF2B5EF4-FFF2-40B4-BE49-F238E27FC236}">
                  <a16:creationId xmlns:a16="http://schemas.microsoft.com/office/drawing/2014/main" id="{66E782F6-03F2-4976-9939-4FFC8A6D9B6C}"/>
                </a:ext>
              </a:extLst>
            </p:cNvPr>
            <p:cNvSpPr>
              <a:spLocks noChangeArrowheads="1"/>
            </p:cNvSpPr>
            <p:nvPr/>
          </p:nvSpPr>
          <p:spPr bwMode="auto">
            <a:xfrm>
              <a:off x="8541373" y="6422607"/>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71" name="Rectangle 322">
              <a:extLst>
                <a:ext uri="{FF2B5EF4-FFF2-40B4-BE49-F238E27FC236}">
                  <a16:creationId xmlns:a16="http://schemas.microsoft.com/office/drawing/2014/main" id="{0EFF48D8-9A72-4410-B099-6490C047945F}"/>
                </a:ext>
              </a:extLst>
            </p:cNvPr>
            <p:cNvSpPr>
              <a:spLocks noChangeArrowheads="1"/>
            </p:cNvSpPr>
            <p:nvPr/>
          </p:nvSpPr>
          <p:spPr bwMode="auto">
            <a:xfrm>
              <a:off x="8996805" y="6422607"/>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72" name="Rectangle 323">
              <a:extLst>
                <a:ext uri="{FF2B5EF4-FFF2-40B4-BE49-F238E27FC236}">
                  <a16:creationId xmlns:a16="http://schemas.microsoft.com/office/drawing/2014/main" id="{8C821438-F658-42B0-81BE-28EF12CD7F62}"/>
                </a:ext>
              </a:extLst>
            </p:cNvPr>
            <p:cNvSpPr>
              <a:spLocks noChangeArrowheads="1"/>
            </p:cNvSpPr>
            <p:nvPr/>
          </p:nvSpPr>
          <p:spPr bwMode="auto">
            <a:xfrm>
              <a:off x="9451068" y="6422607"/>
              <a:ext cx="10999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73" name="Rectangle 324">
              <a:extLst>
                <a:ext uri="{FF2B5EF4-FFF2-40B4-BE49-F238E27FC236}">
                  <a16:creationId xmlns:a16="http://schemas.microsoft.com/office/drawing/2014/main" id="{280043D3-9357-4611-AA94-C9B58CB0E681}"/>
                </a:ext>
              </a:extLst>
            </p:cNvPr>
            <p:cNvSpPr>
              <a:spLocks noChangeArrowheads="1"/>
            </p:cNvSpPr>
            <p:nvPr/>
          </p:nvSpPr>
          <p:spPr bwMode="auto">
            <a:xfrm>
              <a:off x="9906502" y="6422607"/>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74" name="Rectangle 325">
              <a:extLst>
                <a:ext uri="{FF2B5EF4-FFF2-40B4-BE49-F238E27FC236}">
                  <a16:creationId xmlns:a16="http://schemas.microsoft.com/office/drawing/2014/main" id="{D7287905-0D7C-4A58-ABD6-A6554D1765E8}"/>
                </a:ext>
              </a:extLst>
            </p:cNvPr>
            <p:cNvSpPr>
              <a:spLocks noChangeArrowheads="1"/>
            </p:cNvSpPr>
            <p:nvPr/>
          </p:nvSpPr>
          <p:spPr bwMode="auto">
            <a:xfrm>
              <a:off x="10360764" y="6422607"/>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75" name="Rectangle 326">
              <a:extLst>
                <a:ext uri="{FF2B5EF4-FFF2-40B4-BE49-F238E27FC236}">
                  <a16:creationId xmlns:a16="http://schemas.microsoft.com/office/drawing/2014/main" id="{1D0E79F1-1AC9-47BF-B7F0-F709B8B444EB}"/>
                </a:ext>
              </a:extLst>
            </p:cNvPr>
            <p:cNvSpPr>
              <a:spLocks noChangeArrowheads="1"/>
            </p:cNvSpPr>
            <p:nvPr/>
          </p:nvSpPr>
          <p:spPr bwMode="auto">
            <a:xfrm>
              <a:off x="10816197" y="6422607"/>
              <a:ext cx="108822" cy="108822"/>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76" name="Rectangle 327">
              <a:extLst>
                <a:ext uri="{FF2B5EF4-FFF2-40B4-BE49-F238E27FC236}">
                  <a16:creationId xmlns:a16="http://schemas.microsoft.com/office/drawing/2014/main" id="{83AB9594-60A2-4730-A801-A458EEE55EFB}"/>
                </a:ext>
              </a:extLst>
            </p:cNvPr>
            <p:cNvSpPr>
              <a:spLocks noChangeArrowheads="1"/>
            </p:cNvSpPr>
            <p:nvPr/>
          </p:nvSpPr>
          <p:spPr bwMode="auto">
            <a:xfrm>
              <a:off x="11270460" y="6422607"/>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77" name="Rectangle 328">
              <a:extLst>
                <a:ext uri="{FF2B5EF4-FFF2-40B4-BE49-F238E27FC236}">
                  <a16:creationId xmlns:a16="http://schemas.microsoft.com/office/drawing/2014/main" id="{62B13014-86D5-44D0-A96C-D2A34A6B60DE}"/>
                </a:ext>
              </a:extLst>
            </p:cNvPr>
            <p:cNvSpPr>
              <a:spLocks noChangeArrowheads="1"/>
            </p:cNvSpPr>
            <p:nvPr/>
          </p:nvSpPr>
          <p:spPr bwMode="auto">
            <a:xfrm>
              <a:off x="11725893" y="6422607"/>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sp>
        <p:nvSpPr>
          <p:cNvPr id="2" name="Title 1"/>
          <p:cNvSpPr>
            <a:spLocks noGrp="1"/>
          </p:cNvSpPr>
          <p:nvPr>
            <p:ph type="ctrTitle"/>
          </p:nvPr>
        </p:nvSpPr>
        <p:spPr>
          <a:xfrm>
            <a:off x="3530893" y="2165593"/>
            <a:ext cx="5086633" cy="1943114"/>
          </a:xfrm>
        </p:spPr>
        <p:txBody>
          <a:bodyPr anchor="ctr">
            <a:noAutofit/>
          </a:bodyPr>
          <a:lstStyle>
            <a:lvl1pPr algn="ctr">
              <a:lnSpc>
                <a:spcPct val="90000"/>
              </a:lnSpc>
              <a:defRPr lang="en-US" sz="6000" b="1" kern="1200" smtClean="0">
                <a:solidFill>
                  <a:schemeClr val="bg1"/>
                </a:solidFill>
                <a:latin typeface="+mn-lt"/>
                <a:ea typeface="Segoe UI Black" panose="020B0A02040204020203" pitchFamily="34" charset="0"/>
                <a:cs typeface="+mj-cs"/>
              </a:defRPr>
            </a:lvl1pPr>
          </a:lstStyle>
          <a:p>
            <a:r>
              <a:rPr lang="en-US" dirty="0"/>
              <a:t>Click to edit</a:t>
            </a:r>
          </a:p>
        </p:txBody>
      </p:sp>
      <p:sp>
        <p:nvSpPr>
          <p:cNvPr id="3" name="Subtitle 2"/>
          <p:cNvSpPr>
            <a:spLocks noGrp="1"/>
          </p:cNvSpPr>
          <p:nvPr>
            <p:ph type="subTitle" idx="1"/>
          </p:nvPr>
        </p:nvSpPr>
        <p:spPr>
          <a:xfrm>
            <a:off x="3530893" y="4593057"/>
            <a:ext cx="5086633" cy="531269"/>
          </a:xfrm>
        </p:spPr>
        <p:txBody>
          <a:bodyPr>
            <a:normAutofit/>
          </a:bodyPr>
          <a:lstStyle>
            <a:lvl1pPr marL="0" indent="0" algn="ctr">
              <a:buNone/>
              <a:defRPr lang="en-US" sz="2400" kern="1200" smtClean="0">
                <a:solidFill>
                  <a:schemeClr val="accent2"/>
                </a:solidFill>
                <a:latin typeface="+mn-lt"/>
                <a:ea typeface="+mj-ea"/>
                <a:cs typeface="+mj-cs"/>
              </a:defRPr>
            </a:lvl1pPr>
            <a:lvl2pPr marL="609468" indent="0" algn="ctr">
              <a:buNone/>
              <a:defRPr>
                <a:solidFill>
                  <a:schemeClr val="tx1">
                    <a:tint val="75000"/>
                  </a:schemeClr>
                </a:solidFill>
              </a:defRPr>
            </a:lvl2pPr>
            <a:lvl3pPr marL="1218936" indent="0" algn="ctr">
              <a:buNone/>
              <a:defRPr>
                <a:solidFill>
                  <a:schemeClr val="tx1">
                    <a:tint val="75000"/>
                  </a:schemeClr>
                </a:solidFill>
              </a:defRPr>
            </a:lvl3pPr>
            <a:lvl4pPr marL="1828404" indent="0" algn="ctr">
              <a:buNone/>
              <a:defRPr>
                <a:solidFill>
                  <a:schemeClr val="tx1">
                    <a:tint val="75000"/>
                  </a:schemeClr>
                </a:solidFill>
              </a:defRPr>
            </a:lvl4pPr>
            <a:lvl5pPr marL="2437872" indent="0" algn="ctr">
              <a:buNone/>
              <a:defRPr>
                <a:solidFill>
                  <a:schemeClr val="tx1">
                    <a:tint val="75000"/>
                  </a:schemeClr>
                </a:solidFill>
              </a:defRPr>
            </a:lvl5pPr>
            <a:lvl6pPr marL="3047340" indent="0" algn="ctr">
              <a:buNone/>
              <a:defRPr>
                <a:solidFill>
                  <a:schemeClr val="tx1">
                    <a:tint val="75000"/>
                  </a:schemeClr>
                </a:solidFill>
              </a:defRPr>
            </a:lvl6pPr>
            <a:lvl7pPr marL="3656808" indent="0" algn="ctr">
              <a:buNone/>
              <a:defRPr>
                <a:solidFill>
                  <a:schemeClr val="tx1">
                    <a:tint val="75000"/>
                  </a:schemeClr>
                </a:solidFill>
              </a:defRPr>
            </a:lvl7pPr>
            <a:lvl8pPr marL="4266275" indent="0" algn="ctr">
              <a:buNone/>
              <a:defRPr>
                <a:solidFill>
                  <a:schemeClr val="tx1">
                    <a:tint val="75000"/>
                  </a:schemeClr>
                </a:solidFill>
              </a:defRPr>
            </a:lvl8pPr>
            <a:lvl9pPr marL="4875744" indent="0" algn="ctr">
              <a:buNone/>
              <a:defRPr>
                <a:solidFill>
                  <a:schemeClr val="tx1">
                    <a:tint val="75000"/>
                  </a:schemeClr>
                </a:solidFill>
              </a:defRPr>
            </a:lvl9pPr>
          </a:lstStyle>
          <a:p>
            <a:r>
              <a:rPr lang="en-US" dirty="0"/>
              <a:t>Click to edit Master subtitle style</a:t>
            </a:r>
          </a:p>
        </p:txBody>
      </p:sp>
      <p:sp>
        <p:nvSpPr>
          <p:cNvPr id="4" name="Date Placeholder 3"/>
          <p:cNvSpPr>
            <a:spLocks noGrp="1"/>
          </p:cNvSpPr>
          <p:nvPr>
            <p:ph type="dt" sz="half" idx="10"/>
          </p:nvPr>
        </p:nvSpPr>
        <p:spPr/>
        <p:txBody>
          <a:bodyPr/>
          <a:lstStyle/>
          <a:p>
            <a:fld id="{9578D6DB-6798-42D2-B9AD-FC6F1C72FC30}" type="datetimeFigureOut">
              <a:rPr lang="en-US" smtClean="0"/>
              <a:pPr/>
              <a:t>9/4/2025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r>
              <a:rPr lang="en-US" dirty="0"/>
              <a:t>www.anubhavtrainings.com</a:t>
            </a:r>
          </a:p>
        </p:txBody>
      </p:sp>
      <p:cxnSp>
        <p:nvCxnSpPr>
          <p:cNvPr id="263" name="Straight Connector 262">
            <a:extLst>
              <a:ext uri="{FF2B5EF4-FFF2-40B4-BE49-F238E27FC236}">
                <a16:creationId xmlns:a16="http://schemas.microsoft.com/office/drawing/2014/main" id="{2F3DD772-972B-4AAC-A0E6-89474032E07C}"/>
              </a:ext>
            </a:extLst>
          </p:cNvPr>
          <p:cNvCxnSpPr>
            <a:cxnSpLocks/>
          </p:cNvCxnSpPr>
          <p:nvPr userDrawn="1"/>
        </p:nvCxnSpPr>
        <p:spPr>
          <a:xfrm flipV="1">
            <a:off x="3530895" y="1938989"/>
            <a:ext cx="5086632" cy="13976"/>
          </a:xfrm>
          <a:prstGeom prst="line">
            <a:avLst/>
          </a:prstGeom>
          <a:ln w="25400" cap="rnd">
            <a:solidFill>
              <a:schemeClr val="accent2"/>
            </a:solidFill>
          </a:ln>
        </p:spPr>
        <p:style>
          <a:lnRef idx="1">
            <a:schemeClr val="accent1"/>
          </a:lnRef>
          <a:fillRef idx="0">
            <a:schemeClr val="accent1"/>
          </a:fillRef>
          <a:effectRef idx="0">
            <a:schemeClr val="accent1"/>
          </a:effectRef>
          <a:fontRef idx="minor">
            <a:schemeClr val="tx1"/>
          </a:fontRef>
        </p:style>
      </p:cxnSp>
      <p:cxnSp>
        <p:nvCxnSpPr>
          <p:cNvPr id="267" name="Straight Connector 266">
            <a:extLst>
              <a:ext uri="{FF2B5EF4-FFF2-40B4-BE49-F238E27FC236}">
                <a16:creationId xmlns:a16="http://schemas.microsoft.com/office/drawing/2014/main" id="{4DEFF758-3B08-4F1C-869F-4C6B6755CFC3}"/>
              </a:ext>
            </a:extLst>
          </p:cNvPr>
          <p:cNvCxnSpPr>
            <a:cxnSpLocks/>
          </p:cNvCxnSpPr>
          <p:nvPr userDrawn="1"/>
        </p:nvCxnSpPr>
        <p:spPr>
          <a:xfrm flipV="1">
            <a:off x="3530895" y="4382337"/>
            <a:ext cx="5086632" cy="13976"/>
          </a:xfrm>
          <a:prstGeom prst="line">
            <a:avLst/>
          </a:prstGeom>
          <a:ln w="25400" cap="rnd">
            <a:solidFill>
              <a:schemeClr val="accent2"/>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117108254"/>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Title Only">
    <p:bg>
      <p:bgPr>
        <a:solidFill>
          <a:schemeClr val="accent1"/>
        </a:solidFill>
        <a:effectLst/>
      </p:bgPr>
    </p:bg>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425404F2-BE9A-4460-8815-8F645183555F}" type="datetimeFigureOut">
              <a:rPr lang="en-US" smtClean="0"/>
              <a:pPr/>
              <a:t>9/4/2025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lvl1pPr>
              <a:defRPr/>
            </a:lvl1pPr>
          </a:lstStyle>
          <a:p>
            <a:r>
              <a:rPr lang="en-US" dirty="0"/>
              <a:t>www.anubhavtrainings.com</a:t>
            </a:r>
          </a:p>
        </p:txBody>
      </p:sp>
      <p:grpSp>
        <p:nvGrpSpPr>
          <p:cNvPr id="5" name="Group 4">
            <a:extLst>
              <a:ext uri="{FF2B5EF4-FFF2-40B4-BE49-F238E27FC236}">
                <a16:creationId xmlns:a16="http://schemas.microsoft.com/office/drawing/2014/main" id="{5F84C837-9DCF-4D09-8477-144AEA6C872E}"/>
              </a:ext>
            </a:extLst>
          </p:cNvPr>
          <p:cNvGrpSpPr/>
          <p:nvPr userDrawn="1"/>
        </p:nvGrpSpPr>
        <p:grpSpPr>
          <a:xfrm>
            <a:off x="354110" y="326571"/>
            <a:ext cx="11480604" cy="6185861"/>
            <a:chOff x="354110" y="326571"/>
            <a:chExt cx="11480604" cy="6185861"/>
          </a:xfrm>
          <a:solidFill>
            <a:schemeClr val="accent1">
              <a:lumMod val="90000"/>
              <a:lumOff val="10000"/>
              <a:alpha val="20000"/>
            </a:schemeClr>
          </a:solidFill>
        </p:grpSpPr>
        <p:grpSp>
          <p:nvGrpSpPr>
            <p:cNvPr id="6" name="Group 5">
              <a:extLst>
                <a:ext uri="{FF2B5EF4-FFF2-40B4-BE49-F238E27FC236}">
                  <a16:creationId xmlns:a16="http://schemas.microsoft.com/office/drawing/2014/main" id="{C87704B4-D820-4D37-AD30-8A5EB8A7D887}"/>
                </a:ext>
              </a:extLst>
            </p:cNvPr>
            <p:cNvGrpSpPr/>
            <p:nvPr/>
          </p:nvGrpSpPr>
          <p:grpSpPr>
            <a:xfrm>
              <a:off x="354110" y="326571"/>
              <a:ext cx="11480604" cy="109990"/>
              <a:chOff x="354110" y="326571"/>
              <a:chExt cx="11480604" cy="109990"/>
            </a:xfrm>
            <a:grpFill/>
          </p:grpSpPr>
          <p:sp>
            <p:nvSpPr>
              <p:cNvPr id="331" name="Rectangle 5">
                <a:extLst>
                  <a:ext uri="{FF2B5EF4-FFF2-40B4-BE49-F238E27FC236}">
                    <a16:creationId xmlns:a16="http://schemas.microsoft.com/office/drawing/2014/main" id="{A5DE7724-0266-4B26-B3E0-F4A53755EFD0}"/>
                  </a:ext>
                </a:extLst>
              </p:cNvPr>
              <p:cNvSpPr>
                <a:spLocks noChangeArrowheads="1"/>
              </p:cNvSpPr>
              <p:nvPr/>
            </p:nvSpPr>
            <p:spPr bwMode="auto">
              <a:xfrm>
                <a:off x="35411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2" name="Rectangle 6">
                <a:extLst>
                  <a:ext uri="{FF2B5EF4-FFF2-40B4-BE49-F238E27FC236}">
                    <a16:creationId xmlns:a16="http://schemas.microsoft.com/office/drawing/2014/main" id="{92B81F68-69F1-412A-BA88-7CA31ABBD49C}"/>
                  </a:ext>
                </a:extLst>
              </p:cNvPr>
              <p:cNvSpPr>
                <a:spLocks noChangeArrowheads="1"/>
              </p:cNvSpPr>
              <p:nvPr/>
            </p:nvSpPr>
            <p:spPr bwMode="auto">
              <a:xfrm>
                <a:off x="80954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3" name="Rectangle 7">
                <a:extLst>
                  <a:ext uri="{FF2B5EF4-FFF2-40B4-BE49-F238E27FC236}">
                    <a16:creationId xmlns:a16="http://schemas.microsoft.com/office/drawing/2014/main" id="{0DDE4945-C355-486A-AC39-DC1CBDD53A24}"/>
                  </a:ext>
                </a:extLst>
              </p:cNvPr>
              <p:cNvSpPr>
                <a:spLocks noChangeArrowheads="1"/>
              </p:cNvSpPr>
              <p:nvPr/>
            </p:nvSpPr>
            <p:spPr bwMode="auto">
              <a:xfrm>
                <a:off x="1263805"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4" name="Rectangle 8">
                <a:extLst>
                  <a:ext uri="{FF2B5EF4-FFF2-40B4-BE49-F238E27FC236}">
                    <a16:creationId xmlns:a16="http://schemas.microsoft.com/office/drawing/2014/main" id="{17174557-3DA8-460E-9EA2-59F750420CB5}"/>
                  </a:ext>
                </a:extLst>
              </p:cNvPr>
              <p:cNvSpPr>
                <a:spLocks noChangeArrowheads="1"/>
              </p:cNvSpPr>
              <p:nvPr/>
            </p:nvSpPr>
            <p:spPr bwMode="auto">
              <a:xfrm>
                <a:off x="1719239"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5" name="Rectangle 9">
                <a:extLst>
                  <a:ext uri="{FF2B5EF4-FFF2-40B4-BE49-F238E27FC236}">
                    <a16:creationId xmlns:a16="http://schemas.microsoft.com/office/drawing/2014/main" id="{911127AB-1DEB-4137-A7FC-F7DE993952FC}"/>
                  </a:ext>
                </a:extLst>
              </p:cNvPr>
              <p:cNvSpPr>
                <a:spLocks noChangeArrowheads="1"/>
              </p:cNvSpPr>
              <p:nvPr/>
            </p:nvSpPr>
            <p:spPr bwMode="auto">
              <a:xfrm>
                <a:off x="2173502"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6" name="Rectangle 10">
                <a:extLst>
                  <a:ext uri="{FF2B5EF4-FFF2-40B4-BE49-F238E27FC236}">
                    <a16:creationId xmlns:a16="http://schemas.microsoft.com/office/drawing/2014/main" id="{4E17A780-BA9E-4864-B26E-9C35A8E0639E}"/>
                  </a:ext>
                </a:extLst>
              </p:cNvPr>
              <p:cNvSpPr>
                <a:spLocks noChangeArrowheads="1"/>
              </p:cNvSpPr>
              <p:nvPr/>
            </p:nvSpPr>
            <p:spPr bwMode="auto">
              <a:xfrm>
                <a:off x="2628934"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7" name="Rectangle 11">
                <a:extLst>
                  <a:ext uri="{FF2B5EF4-FFF2-40B4-BE49-F238E27FC236}">
                    <a16:creationId xmlns:a16="http://schemas.microsoft.com/office/drawing/2014/main" id="{314C61F4-16FA-4712-81C9-E6993CF2E328}"/>
                  </a:ext>
                </a:extLst>
              </p:cNvPr>
              <p:cNvSpPr>
                <a:spLocks noChangeArrowheads="1"/>
              </p:cNvSpPr>
              <p:nvPr/>
            </p:nvSpPr>
            <p:spPr bwMode="auto">
              <a:xfrm>
                <a:off x="3083197"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8" name="Rectangle 12">
                <a:extLst>
                  <a:ext uri="{FF2B5EF4-FFF2-40B4-BE49-F238E27FC236}">
                    <a16:creationId xmlns:a16="http://schemas.microsoft.com/office/drawing/2014/main" id="{9B524249-3869-485B-86A9-F6134949E331}"/>
                  </a:ext>
                </a:extLst>
              </p:cNvPr>
              <p:cNvSpPr>
                <a:spLocks noChangeArrowheads="1"/>
              </p:cNvSpPr>
              <p:nvPr/>
            </p:nvSpPr>
            <p:spPr bwMode="auto">
              <a:xfrm>
                <a:off x="3538630"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9" name="Rectangle 13">
                <a:extLst>
                  <a:ext uri="{FF2B5EF4-FFF2-40B4-BE49-F238E27FC236}">
                    <a16:creationId xmlns:a16="http://schemas.microsoft.com/office/drawing/2014/main" id="{DAAD3B7E-EB92-41AE-846B-19E6FD8D82DC}"/>
                  </a:ext>
                </a:extLst>
              </p:cNvPr>
              <p:cNvSpPr>
                <a:spLocks noChangeArrowheads="1"/>
              </p:cNvSpPr>
              <p:nvPr/>
            </p:nvSpPr>
            <p:spPr bwMode="auto">
              <a:xfrm>
                <a:off x="3992893"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0" name="Rectangle 14">
                <a:extLst>
                  <a:ext uri="{FF2B5EF4-FFF2-40B4-BE49-F238E27FC236}">
                    <a16:creationId xmlns:a16="http://schemas.microsoft.com/office/drawing/2014/main" id="{7F852861-98F4-44DF-AF49-726C8F948D96}"/>
                  </a:ext>
                </a:extLst>
              </p:cNvPr>
              <p:cNvSpPr>
                <a:spLocks noChangeArrowheads="1"/>
              </p:cNvSpPr>
              <p:nvPr/>
            </p:nvSpPr>
            <p:spPr bwMode="auto">
              <a:xfrm>
                <a:off x="4448326"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1" name="Rectangle 15">
                <a:extLst>
                  <a:ext uri="{FF2B5EF4-FFF2-40B4-BE49-F238E27FC236}">
                    <a16:creationId xmlns:a16="http://schemas.microsoft.com/office/drawing/2014/main" id="{0569D434-561F-415D-ADEF-1C97BBF45E15}"/>
                  </a:ext>
                </a:extLst>
              </p:cNvPr>
              <p:cNvSpPr>
                <a:spLocks noChangeArrowheads="1"/>
              </p:cNvSpPr>
              <p:nvPr/>
            </p:nvSpPr>
            <p:spPr bwMode="auto">
              <a:xfrm>
                <a:off x="4902589"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2" name="Rectangle 16">
                <a:extLst>
                  <a:ext uri="{FF2B5EF4-FFF2-40B4-BE49-F238E27FC236}">
                    <a16:creationId xmlns:a16="http://schemas.microsoft.com/office/drawing/2014/main" id="{E51E1051-20E9-499B-9F47-D453C9C4AD7B}"/>
                  </a:ext>
                </a:extLst>
              </p:cNvPr>
              <p:cNvSpPr>
                <a:spLocks noChangeArrowheads="1"/>
              </p:cNvSpPr>
              <p:nvPr/>
            </p:nvSpPr>
            <p:spPr bwMode="auto">
              <a:xfrm>
                <a:off x="535802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3" name="Rectangle 17">
                <a:extLst>
                  <a:ext uri="{FF2B5EF4-FFF2-40B4-BE49-F238E27FC236}">
                    <a16:creationId xmlns:a16="http://schemas.microsoft.com/office/drawing/2014/main" id="{0A15F00D-D432-491D-BD07-4D98418B4734}"/>
                  </a:ext>
                </a:extLst>
              </p:cNvPr>
              <p:cNvSpPr>
                <a:spLocks noChangeArrowheads="1"/>
              </p:cNvSpPr>
              <p:nvPr/>
            </p:nvSpPr>
            <p:spPr bwMode="auto">
              <a:xfrm>
                <a:off x="5812285"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4" name="Rectangle 18">
                <a:extLst>
                  <a:ext uri="{FF2B5EF4-FFF2-40B4-BE49-F238E27FC236}">
                    <a16:creationId xmlns:a16="http://schemas.microsoft.com/office/drawing/2014/main" id="{E5C71B9E-2FEA-4B4A-9DAF-57371D0345E4}"/>
                  </a:ext>
                </a:extLst>
              </p:cNvPr>
              <p:cNvSpPr>
                <a:spLocks noChangeArrowheads="1"/>
              </p:cNvSpPr>
              <p:nvPr/>
            </p:nvSpPr>
            <p:spPr bwMode="auto">
              <a:xfrm>
                <a:off x="6267717"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5" name="Rectangle 19">
                <a:extLst>
                  <a:ext uri="{FF2B5EF4-FFF2-40B4-BE49-F238E27FC236}">
                    <a16:creationId xmlns:a16="http://schemas.microsoft.com/office/drawing/2014/main" id="{0837AE5A-71E5-461E-86F8-382E419F4CEE}"/>
                  </a:ext>
                </a:extLst>
              </p:cNvPr>
              <p:cNvSpPr>
                <a:spLocks noChangeArrowheads="1"/>
              </p:cNvSpPr>
              <p:nvPr/>
            </p:nvSpPr>
            <p:spPr bwMode="auto">
              <a:xfrm>
                <a:off x="672198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6" name="Rectangle 20">
                <a:extLst>
                  <a:ext uri="{FF2B5EF4-FFF2-40B4-BE49-F238E27FC236}">
                    <a16:creationId xmlns:a16="http://schemas.microsoft.com/office/drawing/2014/main" id="{226E3A9F-A5DF-4BD9-8BF9-BD63B178B3AA}"/>
                  </a:ext>
                </a:extLst>
              </p:cNvPr>
              <p:cNvSpPr>
                <a:spLocks noChangeArrowheads="1"/>
              </p:cNvSpPr>
              <p:nvPr/>
            </p:nvSpPr>
            <p:spPr bwMode="auto">
              <a:xfrm>
                <a:off x="7177414"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7" name="Rectangle 21">
                <a:extLst>
                  <a:ext uri="{FF2B5EF4-FFF2-40B4-BE49-F238E27FC236}">
                    <a16:creationId xmlns:a16="http://schemas.microsoft.com/office/drawing/2014/main" id="{0E15EBF9-0C38-49EB-BCE1-F087FE7B15EF}"/>
                  </a:ext>
                </a:extLst>
              </p:cNvPr>
              <p:cNvSpPr>
                <a:spLocks noChangeArrowheads="1"/>
              </p:cNvSpPr>
              <p:nvPr/>
            </p:nvSpPr>
            <p:spPr bwMode="auto">
              <a:xfrm>
                <a:off x="7631676"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8" name="Rectangle 22">
                <a:extLst>
                  <a:ext uri="{FF2B5EF4-FFF2-40B4-BE49-F238E27FC236}">
                    <a16:creationId xmlns:a16="http://schemas.microsoft.com/office/drawing/2014/main" id="{CC706D37-6C28-4D62-837A-3DCE52AF5FFE}"/>
                  </a:ext>
                </a:extLst>
              </p:cNvPr>
              <p:cNvSpPr>
                <a:spLocks noChangeArrowheads="1"/>
              </p:cNvSpPr>
              <p:nvPr/>
            </p:nvSpPr>
            <p:spPr bwMode="auto">
              <a:xfrm>
                <a:off x="8087109"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9" name="Rectangle 23">
                <a:extLst>
                  <a:ext uri="{FF2B5EF4-FFF2-40B4-BE49-F238E27FC236}">
                    <a16:creationId xmlns:a16="http://schemas.microsoft.com/office/drawing/2014/main" id="{322A967E-C401-4E57-A3E0-032F5B3EE884}"/>
                  </a:ext>
                </a:extLst>
              </p:cNvPr>
              <p:cNvSpPr>
                <a:spLocks noChangeArrowheads="1"/>
              </p:cNvSpPr>
              <p:nvPr/>
            </p:nvSpPr>
            <p:spPr bwMode="auto">
              <a:xfrm>
                <a:off x="8541372"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0" name="Rectangle 24">
                <a:extLst>
                  <a:ext uri="{FF2B5EF4-FFF2-40B4-BE49-F238E27FC236}">
                    <a16:creationId xmlns:a16="http://schemas.microsoft.com/office/drawing/2014/main" id="{4E47C428-6492-4775-B7F6-D97F4C21EE0A}"/>
                  </a:ext>
                </a:extLst>
              </p:cNvPr>
              <p:cNvSpPr>
                <a:spLocks noChangeArrowheads="1"/>
              </p:cNvSpPr>
              <p:nvPr/>
            </p:nvSpPr>
            <p:spPr bwMode="auto">
              <a:xfrm>
                <a:off x="8996805"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1" name="Rectangle 25">
                <a:extLst>
                  <a:ext uri="{FF2B5EF4-FFF2-40B4-BE49-F238E27FC236}">
                    <a16:creationId xmlns:a16="http://schemas.microsoft.com/office/drawing/2014/main" id="{4FFE08B7-F49D-4351-AE15-CBCE56729225}"/>
                  </a:ext>
                </a:extLst>
              </p:cNvPr>
              <p:cNvSpPr>
                <a:spLocks noChangeArrowheads="1"/>
              </p:cNvSpPr>
              <p:nvPr/>
            </p:nvSpPr>
            <p:spPr bwMode="auto">
              <a:xfrm>
                <a:off x="9451068"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2" name="Rectangle 26">
                <a:extLst>
                  <a:ext uri="{FF2B5EF4-FFF2-40B4-BE49-F238E27FC236}">
                    <a16:creationId xmlns:a16="http://schemas.microsoft.com/office/drawing/2014/main" id="{6ACFDA49-281E-4897-9BD4-34DD13A79222}"/>
                  </a:ext>
                </a:extLst>
              </p:cNvPr>
              <p:cNvSpPr>
                <a:spLocks noChangeArrowheads="1"/>
              </p:cNvSpPr>
              <p:nvPr/>
            </p:nvSpPr>
            <p:spPr bwMode="auto">
              <a:xfrm>
                <a:off x="9906501"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3" name="Rectangle 27">
                <a:extLst>
                  <a:ext uri="{FF2B5EF4-FFF2-40B4-BE49-F238E27FC236}">
                    <a16:creationId xmlns:a16="http://schemas.microsoft.com/office/drawing/2014/main" id="{575841DC-16E8-4CB3-B2BC-119E646F211A}"/>
                  </a:ext>
                </a:extLst>
              </p:cNvPr>
              <p:cNvSpPr>
                <a:spLocks noChangeArrowheads="1"/>
              </p:cNvSpPr>
              <p:nvPr/>
            </p:nvSpPr>
            <p:spPr bwMode="auto">
              <a:xfrm>
                <a:off x="10360763"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4" name="Rectangle 28">
                <a:extLst>
                  <a:ext uri="{FF2B5EF4-FFF2-40B4-BE49-F238E27FC236}">
                    <a16:creationId xmlns:a16="http://schemas.microsoft.com/office/drawing/2014/main" id="{E1ED8453-673F-4AFA-BA06-840415974D38}"/>
                  </a:ext>
                </a:extLst>
              </p:cNvPr>
              <p:cNvSpPr>
                <a:spLocks noChangeArrowheads="1"/>
              </p:cNvSpPr>
              <p:nvPr/>
            </p:nvSpPr>
            <p:spPr bwMode="auto">
              <a:xfrm>
                <a:off x="10816197"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5" name="Rectangle 29">
                <a:extLst>
                  <a:ext uri="{FF2B5EF4-FFF2-40B4-BE49-F238E27FC236}">
                    <a16:creationId xmlns:a16="http://schemas.microsoft.com/office/drawing/2014/main" id="{DC901148-F99B-414C-A333-EA3FE0A59038}"/>
                  </a:ext>
                </a:extLst>
              </p:cNvPr>
              <p:cNvSpPr>
                <a:spLocks noChangeArrowheads="1"/>
              </p:cNvSpPr>
              <p:nvPr/>
            </p:nvSpPr>
            <p:spPr bwMode="auto">
              <a:xfrm>
                <a:off x="1127046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6" name="Rectangle 30">
                <a:extLst>
                  <a:ext uri="{FF2B5EF4-FFF2-40B4-BE49-F238E27FC236}">
                    <a16:creationId xmlns:a16="http://schemas.microsoft.com/office/drawing/2014/main" id="{D5A0830B-E1AB-410A-8A04-76CEB6D7EF5C}"/>
                  </a:ext>
                </a:extLst>
              </p:cNvPr>
              <p:cNvSpPr>
                <a:spLocks noChangeArrowheads="1"/>
              </p:cNvSpPr>
              <p:nvPr/>
            </p:nvSpPr>
            <p:spPr bwMode="auto">
              <a:xfrm>
                <a:off x="1172589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7" name="Group 6">
              <a:extLst>
                <a:ext uri="{FF2B5EF4-FFF2-40B4-BE49-F238E27FC236}">
                  <a16:creationId xmlns:a16="http://schemas.microsoft.com/office/drawing/2014/main" id="{0440C2EB-8720-4F5C-8F92-8632FE72EE8A}"/>
                </a:ext>
              </a:extLst>
            </p:cNvPr>
            <p:cNvGrpSpPr/>
            <p:nvPr/>
          </p:nvGrpSpPr>
          <p:grpSpPr>
            <a:xfrm>
              <a:off x="354110" y="833283"/>
              <a:ext cx="11480604" cy="108822"/>
              <a:chOff x="354110" y="834963"/>
              <a:chExt cx="11480604" cy="108822"/>
            </a:xfrm>
            <a:grpFill/>
          </p:grpSpPr>
          <p:sp>
            <p:nvSpPr>
              <p:cNvPr id="305" name="Rectangle 32">
                <a:extLst>
                  <a:ext uri="{FF2B5EF4-FFF2-40B4-BE49-F238E27FC236}">
                    <a16:creationId xmlns:a16="http://schemas.microsoft.com/office/drawing/2014/main" id="{EF02C6FC-5D3B-435D-860D-5BB6346A1349}"/>
                  </a:ext>
                </a:extLst>
              </p:cNvPr>
              <p:cNvSpPr>
                <a:spLocks noChangeArrowheads="1"/>
              </p:cNvSpPr>
              <p:nvPr/>
            </p:nvSpPr>
            <p:spPr bwMode="auto">
              <a:xfrm>
                <a:off x="35411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6" name="Rectangle 33">
                <a:extLst>
                  <a:ext uri="{FF2B5EF4-FFF2-40B4-BE49-F238E27FC236}">
                    <a16:creationId xmlns:a16="http://schemas.microsoft.com/office/drawing/2014/main" id="{BC57A1E8-0766-4B17-941D-E18BE4B6C2F8}"/>
                  </a:ext>
                </a:extLst>
              </p:cNvPr>
              <p:cNvSpPr>
                <a:spLocks noChangeArrowheads="1"/>
              </p:cNvSpPr>
              <p:nvPr/>
            </p:nvSpPr>
            <p:spPr bwMode="auto">
              <a:xfrm>
                <a:off x="80954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7" name="Rectangle 34">
                <a:extLst>
                  <a:ext uri="{FF2B5EF4-FFF2-40B4-BE49-F238E27FC236}">
                    <a16:creationId xmlns:a16="http://schemas.microsoft.com/office/drawing/2014/main" id="{21113A2C-E54A-447E-8F53-B5082437AEA4}"/>
                  </a:ext>
                </a:extLst>
              </p:cNvPr>
              <p:cNvSpPr>
                <a:spLocks noChangeArrowheads="1"/>
              </p:cNvSpPr>
              <p:nvPr/>
            </p:nvSpPr>
            <p:spPr bwMode="auto">
              <a:xfrm>
                <a:off x="1263805"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8" name="Rectangle 35">
                <a:extLst>
                  <a:ext uri="{FF2B5EF4-FFF2-40B4-BE49-F238E27FC236}">
                    <a16:creationId xmlns:a16="http://schemas.microsoft.com/office/drawing/2014/main" id="{6F7DC80F-E11F-4661-A499-8EDA910AA769}"/>
                  </a:ext>
                </a:extLst>
              </p:cNvPr>
              <p:cNvSpPr>
                <a:spLocks noChangeArrowheads="1"/>
              </p:cNvSpPr>
              <p:nvPr/>
            </p:nvSpPr>
            <p:spPr bwMode="auto">
              <a:xfrm>
                <a:off x="1719239"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9" name="Rectangle 36">
                <a:extLst>
                  <a:ext uri="{FF2B5EF4-FFF2-40B4-BE49-F238E27FC236}">
                    <a16:creationId xmlns:a16="http://schemas.microsoft.com/office/drawing/2014/main" id="{8CD34363-9B07-446F-99AC-0743548944C5}"/>
                  </a:ext>
                </a:extLst>
              </p:cNvPr>
              <p:cNvSpPr>
                <a:spLocks noChangeArrowheads="1"/>
              </p:cNvSpPr>
              <p:nvPr/>
            </p:nvSpPr>
            <p:spPr bwMode="auto">
              <a:xfrm>
                <a:off x="2173502"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0" name="Rectangle 37">
                <a:extLst>
                  <a:ext uri="{FF2B5EF4-FFF2-40B4-BE49-F238E27FC236}">
                    <a16:creationId xmlns:a16="http://schemas.microsoft.com/office/drawing/2014/main" id="{77985A41-F2CB-46B1-8553-15C2148C4039}"/>
                  </a:ext>
                </a:extLst>
              </p:cNvPr>
              <p:cNvSpPr>
                <a:spLocks noChangeArrowheads="1"/>
              </p:cNvSpPr>
              <p:nvPr/>
            </p:nvSpPr>
            <p:spPr bwMode="auto">
              <a:xfrm>
                <a:off x="2628934"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1" name="Rectangle 38">
                <a:extLst>
                  <a:ext uri="{FF2B5EF4-FFF2-40B4-BE49-F238E27FC236}">
                    <a16:creationId xmlns:a16="http://schemas.microsoft.com/office/drawing/2014/main" id="{90E6D67E-F055-4BC9-BE22-0DBDC394D956}"/>
                  </a:ext>
                </a:extLst>
              </p:cNvPr>
              <p:cNvSpPr>
                <a:spLocks noChangeArrowheads="1"/>
              </p:cNvSpPr>
              <p:nvPr/>
            </p:nvSpPr>
            <p:spPr bwMode="auto">
              <a:xfrm>
                <a:off x="3083197"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2" name="Rectangle 39">
                <a:extLst>
                  <a:ext uri="{FF2B5EF4-FFF2-40B4-BE49-F238E27FC236}">
                    <a16:creationId xmlns:a16="http://schemas.microsoft.com/office/drawing/2014/main" id="{0228932B-BBDB-40C1-A9A1-395D14495983}"/>
                  </a:ext>
                </a:extLst>
              </p:cNvPr>
              <p:cNvSpPr>
                <a:spLocks noChangeArrowheads="1"/>
              </p:cNvSpPr>
              <p:nvPr/>
            </p:nvSpPr>
            <p:spPr bwMode="auto">
              <a:xfrm>
                <a:off x="3538630"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3" name="Rectangle 40">
                <a:extLst>
                  <a:ext uri="{FF2B5EF4-FFF2-40B4-BE49-F238E27FC236}">
                    <a16:creationId xmlns:a16="http://schemas.microsoft.com/office/drawing/2014/main" id="{B5CE198A-88BB-4A73-AC8E-4EBF9A34A8FF}"/>
                  </a:ext>
                </a:extLst>
              </p:cNvPr>
              <p:cNvSpPr>
                <a:spLocks noChangeArrowheads="1"/>
              </p:cNvSpPr>
              <p:nvPr/>
            </p:nvSpPr>
            <p:spPr bwMode="auto">
              <a:xfrm>
                <a:off x="3992893"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4" name="Rectangle 41">
                <a:extLst>
                  <a:ext uri="{FF2B5EF4-FFF2-40B4-BE49-F238E27FC236}">
                    <a16:creationId xmlns:a16="http://schemas.microsoft.com/office/drawing/2014/main" id="{8B97A0DC-41F9-44D7-B0F6-04A2CDE90136}"/>
                  </a:ext>
                </a:extLst>
              </p:cNvPr>
              <p:cNvSpPr>
                <a:spLocks noChangeArrowheads="1"/>
              </p:cNvSpPr>
              <p:nvPr/>
            </p:nvSpPr>
            <p:spPr bwMode="auto">
              <a:xfrm>
                <a:off x="4448326"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5" name="Rectangle 42">
                <a:extLst>
                  <a:ext uri="{FF2B5EF4-FFF2-40B4-BE49-F238E27FC236}">
                    <a16:creationId xmlns:a16="http://schemas.microsoft.com/office/drawing/2014/main" id="{BD4550CC-C766-4008-A027-D4AD0A7C2261}"/>
                  </a:ext>
                </a:extLst>
              </p:cNvPr>
              <p:cNvSpPr>
                <a:spLocks noChangeArrowheads="1"/>
              </p:cNvSpPr>
              <p:nvPr/>
            </p:nvSpPr>
            <p:spPr bwMode="auto">
              <a:xfrm>
                <a:off x="4902589"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6" name="Rectangle 43">
                <a:extLst>
                  <a:ext uri="{FF2B5EF4-FFF2-40B4-BE49-F238E27FC236}">
                    <a16:creationId xmlns:a16="http://schemas.microsoft.com/office/drawing/2014/main" id="{5AEFD14B-8AC0-49F9-8636-E56150138984}"/>
                  </a:ext>
                </a:extLst>
              </p:cNvPr>
              <p:cNvSpPr>
                <a:spLocks noChangeArrowheads="1"/>
              </p:cNvSpPr>
              <p:nvPr/>
            </p:nvSpPr>
            <p:spPr bwMode="auto">
              <a:xfrm>
                <a:off x="535802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7" name="Rectangle 44">
                <a:extLst>
                  <a:ext uri="{FF2B5EF4-FFF2-40B4-BE49-F238E27FC236}">
                    <a16:creationId xmlns:a16="http://schemas.microsoft.com/office/drawing/2014/main" id="{F5728382-2E4A-44CB-B18D-09E3832100CE}"/>
                  </a:ext>
                </a:extLst>
              </p:cNvPr>
              <p:cNvSpPr>
                <a:spLocks noChangeArrowheads="1"/>
              </p:cNvSpPr>
              <p:nvPr/>
            </p:nvSpPr>
            <p:spPr bwMode="auto">
              <a:xfrm>
                <a:off x="5812285"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8" name="Rectangle 45">
                <a:extLst>
                  <a:ext uri="{FF2B5EF4-FFF2-40B4-BE49-F238E27FC236}">
                    <a16:creationId xmlns:a16="http://schemas.microsoft.com/office/drawing/2014/main" id="{A37A49D1-6574-424E-A93E-54D01DF37EB3}"/>
                  </a:ext>
                </a:extLst>
              </p:cNvPr>
              <p:cNvSpPr>
                <a:spLocks noChangeArrowheads="1"/>
              </p:cNvSpPr>
              <p:nvPr/>
            </p:nvSpPr>
            <p:spPr bwMode="auto">
              <a:xfrm>
                <a:off x="6267717"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9" name="Rectangle 46">
                <a:extLst>
                  <a:ext uri="{FF2B5EF4-FFF2-40B4-BE49-F238E27FC236}">
                    <a16:creationId xmlns:a16="http://schemas.microsoft.com/office/drawing/2014/main" id="{20D0DBF2-AF64-41DB-8881-E697C0FB2F69}"/>
                  </a:ext>
                </a:extLst>
              </p:cNvPr>
              <p:cNvSpPr>
                <a:spLocks noChangeArrowheads="1"/>
              </p:cNvSpPr>
              <p:nvPr/>
            </p:nvSpPr>
            <p:spPr bwMode="auto">
              <a:xfrm>
                <a:off x="672198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0" name="Rectangle 47">
                <a:extLst>
                  <a:ext uri="{FF2B5EF4-FFF2-40B4-BE49-F238E27FC236}">
                    <a16:creationId xmlns:a16="http://schemas.microsoft.com/office/drawing/2014/main" id="{16993E22-9E00-4371-97E9-BC2FEC2901F4}"/>
                  </a:ext>
                </a:extLst>
              </p:cNvPr>
              <p:cNvSpPr>
                <a:spLocks noChangeArrowheads="1"/>
              </p:cNvSpPr>
              <p:nvPr/>
            </p:nvSpPr>
            <p:spPr bwMode="auto">
              <a:xfrm>
                <a:off x="7177414"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1" name="Rectangle 48">
                <a:extLst>
                  <a:ext uri="{FF2B5EF4-FFF2-40B4-BE49-F238E27FC236}">
                    <a16:creationId xmlns:a16="http://schemas.microsoft.com/office/drawing/2014/main" id="{3179D9A5-A656-445A-AEB3-41E85991FED6}"/>
                  </a:ext>
                </a:extLst>
              </p:cNvPr>
              <p:cNvSpPr>
                <a:spLocks noChangeArrowheads="1"/>
              </p:cNvSpPr>
              <p:nvPr/>
            </p:nvSpPr>
            <p:spPr bwMode="auto">
              <a:xfrm>
                <a:off x="7631676"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2" name="Rectangle 49">
                <a:extLst>
                  <a:ext uri="{FF2B5EF4-FFF2-40B4-BE49-F238E27FC236}">
                    <a16:creationId xmlns:a16="http://schemas.microsoft.com/office/drawing/2014/main" id="{FC5854E8-7F75-4352-B984-69A650316BAF}"/>
                  </a:ext>
                </a:extLst>
              </p:cNvPr>
              <p:cNvSpPr>
                <a:spLocks noChangeArrowheads="1"/>
              </p:cNvSpPr>
              <p:nvPr/>
            </p:nvSpPr>
            <p:spPr bwMode="auto">
              <a:xfrm>
                <a:off x="8087109"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3" name="Rectangle 50">
                <a:extLst>
                  <a:ext uri="{FF2B5EF4-FFF2-40B4-BE49-F238E27FC236}">
                    <a16:creationId xmlns:a16="http://schemas.microsoft.com/office/drawing/2014/main" id="{AF0E170F-2C99-4781-9DAD-76DB2ECCBF63}"/>
                  </a:ext>
                </a:extLst>
              </p:cNvPr>
              <p:cNvSpPr>
                <a:spLocks noChangeArrowheads="1"/>
              </p:cNvSpPr>
              <p:nvPr/>
            </p:nvSpPr>
            <p:spPr bwMode="auto">
              <a:xfrm>
                <a:off x="8541372"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4" name="Rectangle 51">
                <a:extLst>
                  <a:ext uri="{FF2B5EF4-FFF2-40B4-BE49-F238E27FC236}">
                    <a16:creationId xmlns:a16="http://schemas.microsoft.com/office/drawing/2014/main" id="{28A11474-FB86-497C-99B9-4844B293C67D}"/>
                  </a:ext>
                </a:extLst>
              </p:cNvPr>
              <p:cNvSpPr>
                <a:spLocks noChangeArrowheads="1"/>
              </p:cNvSpPr>
              <p:nvPr/>
            </p:nvSpPr>
            <p:spPr bwMode="auto">
              <a:xfrm>
                <a:off x="8996805"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5" name="Rectangle 52">
                <a:extLst>
                  <a:ext uri="{FF2B5EF4-FFF2-40B4-BE49-F238E27FC236}">
                    <a16:creationId xmlns:a16="http://schemas.microsoft.com/office/drawing/2014/main" id="{05C3E46C-5F7E-4619-BF04-C2ADA9C98EBE}"/>
                  </a:ext>
                </a:extLst>
              </p:cNvPr>
              <p:cNvSpPr>
                <a:spLocks noChangeArrowheads="1"/>
              </p:cNvSpPr>
              <p:nvPr/>
            </p:nvSpPr>
            <p:spPr bwMode="auto">
              <a:xfrm>
                <a:off x="9451068"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6" name="Rectangle 53">
                <a:extLst>
                  <a:ext uri="{FF2B5EF4-FFF2-40B4-BE49-F238E27FC236}">
                    <a16:creationId xmlns:a16="http://schemas.microsoft.com/office/drawing/2014/main" id="{9C1B1068-38BC-4829-B1BD-84365C3B1FFE}"/>
                  </a:ext>
                </a:extLst>
              </p:cNvPr>
              <p:cNvSpPr>
                <a:spLocks noChangeArrowheads="1"/>
              </p:cNvSpPr>
              <p:nvPr/>
            </p:nvSpPr>
            <p:spPr bwMode="auto">
              <a:xfrm>
                <a:off x="9906501"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7" name="Rectangle 54">
                <a:extLst>
                  <a:ext uri="{FF2B5EF4-FFF2-40B4-BE49-F238E27FC236}">
                    <a16:creationId xmlns:a16="http://schemas.microsoft.com/office/drawing/2014/main" id="{86E8EEE5-A3C1-475B-B8D0-270016066D72}"/>
                  </a:ext>
                </a:extLst>
              </p:cNvPr>
              <p:cNvSpPr>
                <a:spLocks noChangeArrowheads="1"/>
              </p:cNvSpPr>
              <p:nvPr/>
            </p:nvSpPr>
            <p:spPr bwMode="auto">
              <a:xfrm>
                <a:off x="10360763"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8" name="Rectangle 55">
                <a:extLst>
                  <a:ext uri="{FF2B5EF4-FFF2-40B4-BE49-F238E27FC236}">
                    <a16:creationId xmlns:a16="http://schemas.microsoft.com/office/drawing/2014/main" id="{746D302C-49CD-4082-A33B-0C8A909D3E0D}"/>
                  </a:ext>
                </a:extLst>
              </p:cNvPr>
              <p:cNvSpPr>
                <a:spLocks noChangeArrowheads="1"/>
              </p:cNvSpPr>
              <p:nvPr/>
            </p:nvSpPr>
            <p:spPr bwMode="auto">
              <a:xfrm>
                <a:off x="10816197"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9" name="Rectangle 56">
                <a:extLst>
                  <a:ext uri="{FF2B5EF4-FFF2-40B4-BE49-F238E27FC236}">
                    <a16:creationId xmlns:a16="http://schemas.microsoft.com/office/drawing/2014/main" id="{4BBCB6AB-A251-4BF9-9D8C-3C637CBB1810}"/>
                  </a:ext>
                </a:extLst>
              </p:cNvPr>
              <p:cNvSpPr>
                <a:spLocks noChangeArrowheads="1"/>
              </p:cNvSpPr>
              <p:nvPr/>
            </p:nvSpPr>
            <p:spPr bwMode="auto">
              <a:xfrm>
                <a:off x="1127046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0" name="Rectangle 57">
                <a:extLst>
                  <a:ext uri="{FF2B5EF4-FFF2-40B4-BE49-F238E27FC236}">
                    <a16:creationId xmlns:a16="http://schemas.microsoft.com/office/drawing/2014/main" id="{62940D8C-E4DD-44D0-B41A-E71282E21DC5}"/>
                  </a:ext>
                </a:extLst>
              </p:cNvPr>
              <p:cNvSpPr>
                <a:spLocks noChangeArrowheads="1"/>
              </p:cNvSpPr>
              <p:nvPr/>
            </p:nvSpPr>
            <p:spPr bwMode="auto">
              <a:xfrm>
                <a:off x="1172589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8" name="Group 7">
              <a:extLst>
                <a:ext uri="{FF2B5EF4-FFF2-40B4-BE49-F238E27FC236}">
                  <a16:creationId xmlns:a16="http://schemas.microsoft.com/office/drawing/2014/main" id="{FDB7BC43-BB8B-4C07-9AD5-56CA6D4AF9C1}"/>
                </a:ext>
              </a:extLst>
            </p:cNvPr>
            <p:cNvGrpSpPr/>
            <p:nvPr/>
          </p:nvGrpSpPr>
          <p:grpSpPr>
            <a:xfrm>
              <a:off x="354110" y="1338827"/>
              <a:ext cx="11480604" cy="109990"/>
              <a:chOff x="354110" y="1342187"/>
              <a:chExt cx="11480604" cy="109990"/>
            </a:xfrm>
            <a:grpFill/>
          </p:grpSpPr>
          <p:sp>
            <p:nvSpPr>
              <p:cNvPr id="279" name="Rectangle 59">
                <a:extLst>
                  <a:ext uri="{FF2B5EF4-FFF2-40B4-BE49-F238E27FC236}">
                    <a16:creationId xmlns:a16="http://schemas.microsoft.com/office/drawing/2014/main" id="{13ADCA1F-7FF7-48B7-ADB4-DFA0248FF606}"/>
                  </a:ext>
                </a:extLst>
              </p:cNvPr>
              <p:cNvSpPr>
                <a:spLocks noChangeArrowheads="1"/>
              </p:cNvSpPr>
              <p:nvPr/>
            </p:nvSpPr>
            <p:spPr bwMode="auto">
              <a:xfrm>
                <a:off x="35411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0" name="Rectangle 60">
                <a:extLst>
                  <a:ext uri="{FF2B5EF4-FFF2-40B4-BE49-F238E27FC236}">
                    <a16:creationId xmlns:a16="http://schemas.microsoft.com/office/drawing/2014/main" id="{5AD937D1-C68B-4F0D-ADEA-F3D1DE5947C0}"/>
                  </a:ext>
                </a:extLst>
              </p:cNvPr>
              <p:cNvSpPr>
                <a:spLocks noChangeArrowheads="1"/>
              </p:cNvSpPr>
              <p:nvPr/>
            </p:nvSpPr>
            <p:spPr bwMode="auto">
              <a:xfrm>
                <a:off x="80954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1" name="Rectangle 61">
                <a:extLst>
                  <a:ext uri="{FF2B5EF4-FFF2-40B4-BE49-F238E27FC236}">
                    <a16:creationId xmlns:a16="http://schemas.microsoft.com/office/drawing/2014/main" id="{23E5266C-E488-4F40-B9BF-394BA98F35B0}"/>
                  </a:ext>
                </a:extLst>
              </p:cNvPr>
              <p:cNvSpPr>
                <a:spLocks noChangeArrowheads="1"/>
              </p:cNvSpPr>
              <p:nvPr/>
            </p:nvSpPr>
            <p:spPr bwMode="auto">
              <a:xfrm>
                <a:off x="1263805"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2" name="Rectangle 62">
                <a:extLst>
                  <a:ext uri="{FF2B5EF4-FFF2-40B4-BE49-F238E27FC236}">
                    <a16:creationId xmlns:a16="http://schemas.microsoft.com/office/drawing/2014/main" id="{4F7FCCF1-F609-49F4-B325-65797AA4CB32}"/>
                  </a:ext>
                </a:extLst>
              </p:cNvPr>
              <p:cNvSpPr>
                <a:spLocks noChangeArrowheads="1"/>
              </p:cNvSpPr>
              <p:nvPr/>
            </p:nvSpPr>
            <p:spPr bwMode="auto">
              <a:xfrm>
                <a:off x="1719239"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3" name="Rectangle 63">
                <a:extLst>
                  <a:ext uri="{FF2B5EF4-FFF2-40B4-BE49-F238E27FC236}">
                    <a16:creationId xmlns:a16="http://schemas.microsoft.com/office/drawing/2014/main" id="{2E25BA80-BA5B-4875-AC25-EC30179E5F22}"/>
                  </a:ext>
                </a:extLst>
              </p:cNvPr>
              <p:cNvSpPr>
                <a:spLocks noChangeArrowheads="1"/>
              </p:cNvSpPr>
              <p:nvPr/>
            </p:nvSpPr>
            <p:spPr bwMode="auto">
              <a:xfrm>
                <a:off x="2173502"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4" name="Rectangle 64">
                <a:extLst>
                  <a:ext uri="{FF2B5EF4-FFF2-40B4-BE49-F238E27FC236}">
                    <a16:creationId xmlns:a16="http://schemas.microsoft.com/office/drawing/2014/main" id="{09628177-D54C-4C14-BD67-B47A10B54822}"/>
                  </a:ext>
                </a:extLst>
              </p:cNvPr>
              <p:cNvSpPr>
                <a:spLocks noChangeArrowheads="1"/>
              </p:cNvSpPr>
              <p:nvPr/>
            </p:nvSpPr>
            <p:spPr bwMode="auto">
              <a:xfrm>
                <a:off x="2628934"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5" name="Rectangle 65">
                <a:extLst>
                  <a:ext uri="{FF2B5EF4-FFF2-40B4-BE49-F238E27FC236}">
                    <a16:creationId xmlns:a16="http://schemas.microsoft.com/office/drawing/2014/main" id="{BD99C527-73CA-4724-A08D-E49D7BA2655E}"/>
                  </a:ext>
                </a:extLst>
              </p:cNvPr>
              <p:cNvSpPr>
                <a:spLocks noChangeArrowheads="1"/>
              </p:cNvSpPr>
              <p:nvPr/>
            </p:nvSpPr>
            <p:spPr bwMode="auto">
              <a:xfrm>
                <a:off x="3083197"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6" name="Rectangle 66">
                <a:extLst>
                  <a:ext uri="{FF2B5EF4-FFF2-40B4-BE49-F238E27FC236}">
                    <a16:creationId xmlns:a16="http://schemas.microsoft.com/office/drawing/2014/main" id="{9A4D76E3-5CA7-46C2-930A-CF883079E8BB}"/>
                  </a:ext>
                </a:extLst>
              </p:cNvPr>
              <p:cNvSpPr>
                <a:spLocks noChangeArrowheads="1"/>
              </p:cNvSpPr>
              <p:nvPr/>
            </p:nvSpPr>
            <p:spPr bwMode="auto">
              <a:xfrm>
                <a:off x="3538630"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7" name="Rectangle 67">
                <a:extLst>
                  <a:ext uri="{FF2B5EF4-FFF2-40B4-BE49-F238E27FC236}">
                    <a16:creationId xmlns:a16="http://schemas.microsoft.com/office/drawing/2014/main" id="{1B09DF21-850D-4386-91AE-BE671CF242C2}"/>
                  </a:ext>
                </a:extLst>
              </p:cNvPr>
              <p:cNvSpPr>
                <a:spLocks noChangeArrowheads="1"/>
              </p:cNvSpPr>
              <p:nvPr/>
            </p:nvSpPr>
            <p:spPr bwMode="auto">
              <a:xfrm>
                <a:off x="3992893"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8" name="Rectangle 68">
                <a:extLst>
                  <a:ext uri="{FF2B5EF4-FFF2-40B4-BE49-F238E27FC236}">
                    <a16:creationId xmlns:a16="http://schemas.microsoft.com/office/drawing/2014/main" id="{6A750E47-CA9C-435F-AEEE-64AF6CF50FF2}"/>
                  </a:ext>
                </a:extLst>
              </p:cNvPr>
              <p:cNvSpPr>
                <a:spLocks noChangeArrowheads="1"/>
              </p:cNvSpPr>
              <p:nvPr/>
            </p:nvSpPr>
            <p:spPr bwMode="auto">
              <a:xfrm>
                <a:off x="4448326"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9" name="Rectangle 69">
                <a:extLst>
                  <a:ext uri="{FF2B5EF4-FFF2-40B4-BE49-F238E27FC236}">
                    <a16:creationId xmlns:a16="http://schemas.microsoft.com/office/drawing/2014/main" id="{7F2F089C-B349-4F50-9EB2-5363F2E4F4C6}"/>
                  </a:ext>
                </a:extLst>
              </p:cNvPr>
              <p:cNvSpPr>
                <a:spLocks noChangeArrowheads="1"/>
              </p:cNvSpPr>
              <p:nvPr/>
            </p:nvSpPr>
            <p:spPr bwMode="auto">
              <a:xfrm>
                <a:off x="4902589"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0" name="Rectangle 70">
                <a:extLst>
                  <a:ext uri="{FF2B5EF4-FFF2-40B4-BE49-F238E27FC236}">
                    <a16:creationId xmlns:a16="http://schemas.microsoft.com/office/drawing/2014/main" id="{B28AEF5D-9175-4653-BB17-DF5DBF173E5E}"/>
                  </a:ext>
                </a:extLst>
              </p:cNvPr>
              <p:cNvSpPr>
                <a:spLocks noChangeArrowheads="1"/>
              </p:cNvSpPr>
              <p:nvPr/>
            </p:nvSpPr>
            <p:spPr bwMode="auto">
              <a:xfrm>
                <a:off x="535802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1" name="Rectangle 71">
                <a:extLst>
                  <a:ext uri="{FF2B5EF4-FFF2-40B4-BE49-F238E27FC236}">
                    <a16:creationId xmlns:a16="http://schemas.microsoft.com/office/drawing/2014/main" id="{09A5F7BF-091E-4363-BE84-44E8866B5D47}"/>
                  </a:ext>
                </a:extLst>
              </p:cNvPr>
              <p:cNvSpPr>
                <a:spLocks noChangeArrowheads="1"/>
              </p:cNvSpPr>
              <p:nvPr/>
            </p:nvSpPr>
            <p:spPr bwMode="auto">
              <a:xfrm>
                <a:off x="5812285"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2" name="Rectangle 72">
                <a:extLst>
                  <a:ext uri="{FF2B5EF4-FFF2-40B4-BE49-F238E27FC236}">
                    <a16:creationId xmlns:a16="http://schemas.microsoft.com/office/drawing/2014/main" id="{A2CCAB8E-B14D-4F5A-9CC9-0C5F45258CF8}"/>
                  </a:ext>
                </a:extLst>
              </p:cNvPr>
              <p:cNvSpPr>
                <a:spLocks noChangeArrowheads="1"/>
              </p:cNvSpPr>
              <p:nvPr/>
            </p:nvSpPr>
            <p:spPr bwMode="auto">
              <a:xfrm>
                <a:off x="6267717"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3" name="Rectangle 73">
                <a:extLst>
                  <a:ext uri="{FF2B5EF4-FFF2-40B4-BE49-F238E27FC236}">
                    <a16:creationId xmlns:a16="http://schemas.microsoft.com/office/drawing/2014/main" id="{922E39AA-A68F-4377-A1FB-723E4B73E911}"/>
                  </a:ext>
                </a:extLst>
              </p:cNvPr>
              <p:cNvSpPr>
                <a:spLocks noChangeArrowheads="1"/>
              </p:cNvSpPr>
              <p:nvPr/>
            </p:nvSpPr>
            <p:spPr bwMode="auto">
              <a:xfrm>
                <a:off x="672198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4" name="Rectangle 74">
                <a:extLst>
                  <a:ext uri="{FF2B5EF4-FFF2-40B4-BE49-F238E27FC236}">
                    <a16:creationId xmlns:a16="http://schemas.microsoft.com/office/drawing/2014/main" id="{FD7E9F67-D814-430E-86B6-A7F91CDECE9A}"/>
                  </a:ext>
                </a:extLst>
              </p:cNvPr>
              <p:cNvSpPr>
                <a:spLocks noChangeArrowheads="1"/>
              </p:cNvSpPr>
              <p:nvPr/>
            </p:nvSpPr>
            <p:spPr bwMode="auto">
              <a:xfrm>
                <a:off x="7177414"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5" name="Rectangle 75">
                <a:extLst>
                  <a:ext uri="{FF2B5EF4-FFF2-40B4-BE49-F238E27FC236}">
                    <a16:creationId xmlns:a16="http://schemas.microsoft.com/office/drawing/2014/main" id="{FBF10FF0-2477-44F4-AD26-A9B7175BBF0A}"/>
                  </a:ext>
                </a:extLst>
              </p:cNvPr>
              <p:cNvSpPr>
                <a:spLocks noChangeArrowheads="1"/>
              </p:cNvSpPr>
              <p:nvPr/>
            </p:nvSpPr>
            <p:spPr bwMode="auto">
              <a:xfrm>
                <a:off x="7631676"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6" name="Rectangle 76">
                <a:extLst>
                  <a:ext uri="{FF2B5EF4-FFF2-40B4-BE49-F238E27FC236}">
                    <a16:creationId xmlns:a16="http://schemas.microsoft.com/office/drawing/2014/main" id="{A84D6BBF-5B9E-41F6-B5A3-2066E037BAFC}"/>
                  </a:ext>
                </a:extLst>
              </p:cNvPr>
              <p:cNvSpPr>
                <a:spLocks noChangeArrowheads="1"/>
              </p:cNvSpPr>
              <p:nvPr/>
            </p:nvSpPr>
            <p:spPr bwMode="auto">
              <a:xfrm>
                <a:off x="8087109"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7" name="Rectangle 77">
                <a:extLst>
                  <a:ext uri="{FF2B5EF4-FFF2-40B4-BE49-F238E27FC236}">
                    <a16:creationId xmlns:a16="http://schemas.microsoft.com/office/drawing/2014/main" id="{BD98A702-4AE2-405F-BB4F-7E119FFDC17C}"/>
                  </a:ext>
                </a:extLst>
              </p:cNvPr>
              <p:cNvSpPr>
                <a:spLocks noChangeArrowheads="1"/>
              </p:cNvSpPr>
              <p:nvPr/>
            </p:nvSpPr>
            <p:spPr bwMode="auto">
              <a:xfrm>
                <a:off x="8541372"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8" name="Rectangle 78">
                <a:extLst>
                  <a:ext uri="{FF2B5EF4-FFF2-40B4-BE49-F238E27FC236}">
                    <a16:creationId xmlns:a16="http://schemas.microsoft.com/office/drawing/2014/main" id="{66B0FD6C-084A-4D89-95E7-D5CAC5EA2738}"/>
                  </a:ext>
                </a:extLst>
              </p:cNvPr>
              <p:cNvSpPr>
                <a:spLocks noChangeArrowheads="1"/>
              </p:cNvSpPr>
              <p:nvPr/>
            </p:nvSpPr>
            <p:spPr bwMode="auto">
              <a:xfrm>
                <a:off x="8996805"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9" name="Rectangle 79">
                <a:extLst>
                  <a:ext uri="{FF2B5EF4-FFF2-40B4-BE49-F238E27FC236}">
                    <a16:creationId xmlns:a16="http://schemas.microsoft.com/office/drawing/2014/main" id="{C70441D6-82B8-4CC6-8746-DD03CBEE897E}"/>
                  </a:ext>
                </a:extLst>
              </p:cNvPr>
              <p:cNvSpPr>
                <a:spLocks noChangeArrowheads="1"/>
              </p:cNvSpPr>
              <p:nvPr/>
            </p:nvSpPr>
            <p:spPr bwMode="auto">
              <a:xfrm>
                <a:off x="9451068"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0" name="Rectangle 80">
                <a:extLst>
                  <a:ext uri="{FF2B5EF4-FFF2-40B4-BE49-F238E27FC236}">
                    <a16:creationId xmlns:a16="http://schemas.microsoft.com/office/drawing/2014/main" id="{9FC2715B-1BF3-4105-B102-F53753596B55}"/>
                  </a:ext>
                </a:extLst>
              </p:cNvPr>
              <p:cNvSpPr>
                <a:spLocks noChangeArrowheads="1"/>
              </p:cNvSpPr>
              <p:nvPr/>
            </p:nvSpPr>
            <p:spPr bwMode="auto">
              <a:xfrm>
                <a:off x="9906501"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1" name="Rectangle 81">
                <a:extLst>
                  <a:ext uri="{FF2B5EF4-FFF2-40B4-BE49-F238E27FC236}">
                    <a16:creationId xmlns:a16="http://schemas.microsoft.com/office/drawing/2014/main" id="{A884CBD3-DC33-4DDA-B61D-48269A49E5D4}"/>
                  </a:ext>
                </a:extLst>
              </p:cNvPr>
              <p:cNvSpPr>
                <a:spLocks noChangeArrowheads="1"/>
              </p:cNvSpPr>
              <p:nvPr/>
            </p:nvSpPr>
            <p:spPr bwMode="auto">
              <a:xfrm>
                <a:off x="10360763"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2" name="Rectangle 82">
                <a:extLst>
                  <a:ext uri="{FF2B5EF4-FFF2-40B4-BE49-F238E27FC236}">
                    <a16:creationId xmlns:a16="http://schemas.microsoft.com/office/drawing/2014/main" id="{0211EF6E-ADB1-494B-9458-F01F26D9EC7E}"/>
                  </a:ext>
                </a:extLst>
              </p:cNvPr>
              <p:cNvSpPr>
                <a:spLocks noChangeArrowheads="1"/>
              </p:cNvSpPr>
              <p:nvPr/>
            </p:nvSpPr>
            <p:spPr bwMode="auto">
              <a:xfrm>
                <a:off x="10816197"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3" name="Rectangle 83">
                <a:extLst>
                  <a:ext uri="{FF2B5EF4-FFF2-40B4-BE49-F238E27FC236}">
                    <a16:creationId xmlns:a16="http://schemas.microsoft.com/office/drawing/2014/main" id="{A0953B59-9108-4E9A-8D43-2D1964873DDF}"/>
                  </a:ext>
                </a:extLst>
              </p:cNvPr>
              <p:cNvSpPr>
                <a:spLocks noChangeArrowheads="1"/>
              </p:cNvSpPr>
              <p:nvPr/>
            </p:nvSpPr>
            <p:spPr bwMode="auto">
              <a:xfrm>
                <a:off x="1127046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4" name="Rectangle 84">
                <a:extLst>
                  <a:ext uri="{FF2B5EF4-FFF2-40B4-BE49-F238E27FC236}">
                    <a16:creationId xmlns:a16="http://schemas.microsoft.com/office/drawing/2014/main" id="{09D35A91-41F9-4DF2-9E43-8A679A8AE384}"/>
                  </a:ext>
                </a:extLst>
              </p:cNvPr>
              <p:cNvSpPr>
                <a:spLocks noChangeArrowheads="1"/>
              </p:cNvSpPr>
              <p:nvPr/>
            </p:nvSpPr>
            <p:spPr bwMode="auto">
              <a:xfrm>
                <a:off x="1172589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9" name="Group 8">
              <a:extLst>
                <a:ext uri="{FF2B5EF4-FFF2-40B4-BE49-F238E27FC236}">
                  <a16:creationId xmlns:a16="http://schemas.microsoft.com/office/drawing/2014/main" id="{1EB3C98D-2192-438D-A8F2-467C07BB00E4}"/>
                </a:ext>
              </a:extLst>
            </p:cNvPr>
            <p:cNvGrpSpPr/>
            <p:nvPr/>
          </p:nvGrpSpPr>
          <p:grpSpPr>
            <a:xfrm>
              <a:off x="354110" y="1845539"/>
              <a:ext cx="11480604" cy="109990"/>
              <a:chOff x="354110" y="1850572"/>
              <a:chExt cx="11480604" cy="109990"/>
            </a:xfrm>
            <a:grpFill/>
          </p:grpSpPr>
          <p:sp>
            <p:nvSpPr>
              <p:cNvPr id="253" name="Rectangle 5">
                <a:extLst>
                  <a:ext uri="{FF2B5EF4-FFF2-40B4-BE49-F238E27FC236}">
                    <a16:creationId xmlns:a16="http://schemas.microsoft.com/office/drawing/2014/main" id="{F4F5A9CA-F0B3-4B27-88DB-29279CA138D7}"/>
                  </a:ext>
                </a:extLst>
              </p:cNvPr>
              <p:cNvSpPr>
                <a:spLocks noChangeArrowheads="1"/>
              </p:cNvSpPr>
              <p:nvPr/>
            </p:nvSpPr>
            <p:spPr bwMode="auto">
              <a:xfrm>
                <a:off x="35411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4" name="Rectangle 6">
                <a:extLst>
                  <a:ext uri="{FF2B5EF4-FFF2-40B4-BE49-F238E27FC236}">
                    <a16:creationId xmlns:a16="http://schemas.microsoft.com/office/drawing/2014/main" id="{6B00101B-EA50-41D8-AD9E-90E5E301108B}"/>
                  </a:ext>
                </a:extLst>
              </p:cNvPr>
              <p:cNvSpPr>
                <a:spLocks noChangeArrowheads="1"/>
              </p:cNvSpPr>
              <p:nvPr/>
            </p:nvSpPr>
            <p:spPr bwMode="auto">
              <a:xfrm>
                <a:off x="80954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5" name="Rectangle 7">
                <a:extLst>
                  <a:ext uri="{FF2B5EF4-FFF2-40B4-BE49-F238E27FC236}">
                    <a16:creationId xmlns:a16="http://schemas.microsoft.com/office/drawing/2014/main" id="{5B915499-1768-4511-8756-ED4DBF54EA58}"/>
                  </a:ext>
                </a:extLst>
              </p:cNvPr>
              <p:cNvSpPr>
                <a:spLocks noChangeArrowheads="1"/>
              </p:cNvSpPr>
              <p:nvPr/>
            </p:nvSpPr>
            <p:spPr bwMode="auto">
              <a:xfrm>
                <a:off x="1263805"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6" name="Rectangle 8">
                <a:extLst>
                  <a:ext uri="{FF2B5EF4-FFF2-40B4-BE49-F238E27FC236}">
                    <a16:creationId xmlns:a16="http://schemas.microsoft.com/office/drawing/2014/main" id="{A51912B5-2E84-4F86-9590-C8D76F5F6893}"/>
                  </a:ext>
                </a:extLst>
              </p:cNvPr>
              <p:cNvSpPr>
                <a:spLocks noChangeArrowheads="1"/>
              </p:cNvSpPr>
              <p:nvPr/>
            </p:nvSpPr>
            <p:spPr bwMode="auto">
              <a:xfrm>
                <a:off x="1719239"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7" name="Rectangle 9">
                <a:extLst>
                  <a:ext uri="{FF2B5EF4-FFF2-40B4-BE49-F238E27FC236}">
                    <a16:creationId xmlns:a16="http://schemas.microsoft.com/office/drawing/2014/main" id="{8F0AB2A0-4FC0-47E9-B72D-78C5C79D4201}"/>
                  </a:ext>
                </a:extLst>
              </p:cNvPr>
              <p:cNvSpPr>
                <a:spLocks noChangeArrowheads="1"/>
              </p:cNvSpPr>
              <p:nvPr/>
            </p:nvSpPr>
            <p:spPr bwMode="auto">
              <a:xfrm>
                <a:off x="2173502"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8" name="Rectangle 10">
                <a:extLst>
                  <a:ext uri="{FF2B5EF4-FFF2-40B4-BE49-F238E27FC236}">
                    <a16:creationId xmlns:a16="http://schemas.microsoft.com/office/drawing/2014/main" id="{0288265D-6218-4AC1-8DA4-7C99A21FE3AE}"/>
                  </a:ext>
                </a:extLst>
              </p:cNvPr>
              <p:cNvSpPr>
                <a:spLocks noChangeArrowheads="1"/>
              </p:cNvSpPr>
              <p:nvPr/>
            </p:nvSpPr>
            <p:spPr bwMode="auto">
              <a:xfrm>
                <a:off x="2628934"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9" name="Rectangle 11">
                <a:extLst>
                  <a:ext uri="{FF2B5EF4-FFF2-40B4-BE49-F238E27FC236}">
                    <a16:creationId xmlns:a16="http://schemas.microsoft.com/office/drawing/2014/main" id="{F6012ABB-E61A-44C5-B13C-723E2B94D0D3}"/>
                  </a:ext>
                </a:extLst>
              </p:cNvPr>
              <p:cNvSpPr>
                <a:spLocks noChangeArrowheads="1"/>
              </p:cNvSpPr>
              <p:nvPr/>
            </p:nvSpPr>
            <p:spPr bwMode="auto">
              <a:xfrm>
                <a:off x="3083197"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0" name="Rectangle 12">
                <a:extLst>
                  <a:ext uri="{FF2B5EF4-FFF2-40B4-BE49-F238E27FC236}">
                    <a16:creationId xmlns:a16="http://schemas.microsoft.com/office/drawing/2014/main" id="{BE5ABB41-A5A7-4870-8D57-99A1B03518EB}"/>
                  </a:ext>
                </a:extLst>
              </p:cNvPr>
              <p:cNvSpPr>
                <a:spLocks noChangeArrowheads="1"/>
              </p:cNvSpPr>
              <p:nvPr/>
            </p:nvSpPr>
            <p:spPr bwMode="auto">
              <a:xfrm>
                <a:off x="3538630"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1" name="Rectangle 13">
                <a:extLst>
                  <a:ext uri="{FF2B5EF4-FFF2-40B4-BE49-F238E27FC236}">
                    <a16:creationId xmlns:a16="http://schemas.microsoft.com/office/drawing/2014/main" id="{71CE02BC-F6C4-4AAA-85EE-CA1DC4C91302}"/>
                  </a:ext>
                </a:extLst>
              </p:cNvPr>
              <p:cNvSpPr>
                <a:spLocks noChangeArrowheads="1"/>
              </p:cNvSpPr>
              <p:nvPr/>
            </p:nvSpPr>
            <p:spPr bwMode="auto">
              <a:xfrm>
                <a:off x="3992893"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2" name="Rectangle 14">
                <a:extLst>
                  <a:ext uri="{FF2B5EF4-FFF2-40B4-BE49-F238E27FC236}">
                    <a16:creationId xmlns:a16="http://schemas.microsoft.com/office/drawing/2014/main" id="{B7FCF17E-80E5-4C42-982A-B0F7CB286086}"/>
                  </a:ext>
                </a:extLst>
              </p:cNvPr>
              <p:cNvSpPr>
                <a:spLocks noChangeArrowheads="1"/>
              </p:cNvSpPr>
              <p:nvPr/>
            </p:nvSpPr>
            <p:spPr bwMode="auto">
              <a:xfrm>
                <a:off x="4448326"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3" name="Rectangle 15">
                <a:extLst>
                  <a:ext uri="{FF2B5EF4-FFF2-40B4-BE49-F238E27FC236}">
                    <a16:creationId xmlns:a16="http://schemas.microsoft.com/office/drawing/2014/main" id="{65887776-E441-4EC4-AD20-CF8E477AB66C}"/>
                  </a:ext>
                </a:extLst>
              </p:cNvPr>
              <p:cNvSpPr>
                <a:spLocks noChangeArrowheads="1"/>
              </p:cNvSpPr>
              <p:nvPr/>
            </p:nvSpPr>
            <p:spPr bwMode="auto">
              <a:xfrm>
                <a:off x="4902589"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4" name="Rectangle 16">
                <a:extLst>
                  <a:ext uri="{FF2B5EF4-FFF2-40B4-BE49-F238E27FC236}">
                    <a16:creationId xmlns:a16="http://schemas.microsoft.com/office/drawing/2014/main" id="{11D5F8BF-1FDC-441B-91C4-E2448245E083}"/>
                  </a:ext>
                </a:extLst>
              </p:cNvPr>
              <p:cNvSpPr>
                <a:spLocks noChangeArrowheads="1"/>
              </p:cNvSpPr>
              <p:nvPr/>
            </p:nvSpPr>
            <p:spPr bwMode="auto">
              <a:xfrm>
                <a:off x="535802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5" name="Rectangle 17">
                <a:extLst>
                  <a:ext uri="{FF2B5EF4-FFF2-40B4-BE49-F238E27FC236}">
                    <a16:creationId xmlns:a16="http://schemas.microsoft.com/office/drawing/2014/main" id="{542342B8-4278-4527-BC1D-7340DBBAD757}"/>
                  </a:ext>
                </a:extLst>
              </p:cNvPr>
              <p:cNvSpPr>
                <a:spLocks noChangeArrowheads="1"/>
              </p:cNvSpPr>
              <p:nvPr/>
            </p:nvSpPr>
            <p:spPr bwMode="auto">
              <a:xfrm>
                <a:off x="5812285"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6" name="Rectangle 18">
                <a:extLst>
                  <a:ext uri="{FF2B5EF4-FFF2-40B4-BE49-F238E27FC236}">
                    <a16:creationId xmlns:a16="http://schemas.microsoft.com/office/drawing/2014/main" id="{BA68B377-C604-4E24-AB51-317F3403A1CC}"/>
                  </a:ext>
                </a:extLst>
              </p:cNvPr>
              <p:cNvSpPr>
                <a:spLocks noChangeArrowheads="1"/>
              </p:cNvSpPr>
              <p:nvPr/>
            </p:nvSpPr>
            <p:spPr bwMode="auto">
              <a:xfrm>
                <a:off x="6267717"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7" name="Rectangle 19">
                <a:extLst>
                  <a:ext uri="{FF2B5EF4-FFF2-40B4-BE49-F238E27FC236}">
                    <a16:creationId xmlns:a16="http://schemas.microsoft.com/office/drawing/2014/main" id="{826C09D4-4426-4EF1-9ECE-95EF5A1F456B}"/>
                  </a:ext>
                </a:extLst>
              </p:cNvPr>
              <p:cNvSpPr>
                <a:spLocks noChangeArrowheads="1"/>
              </p:cNvSpPr>
              <p:nvPr/>
            </p:nvSpPr>
            <p:spPr bwMode="auto">
              <a:xfrm>
                <a:off x="672198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8" name="Rectangle 20">
                <a:extLst>
                  <a:ext uri="{FF2B5EF4-FFF2-40B4-BE49-F238E27FC236}">
                    <a16:creationId xmlns:a16="http://schemas.microsoft.com/office/drawing/2014/main" id="{0450D0CD-0889-47F9-B308-AE91FF0E696D}"/>
                  </a:ext>
                </a:extLst>
              </p:cNvPr>
              <p:cNvSpPr>
                <a:spLocks noChangeArrowheads="1"/>
              </p:cNvSpPr>
              <p:nvPr/>
            </p:nvSpPr>
            <p:spPr bwMode="auto">
              <a:xfrm>
                <a:off x="7177414"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9" name="Rectangle 21">
                <a:extLst>
                  <a:ext uri="{FF2B5EF4-FFF2-40B4-BE49-F238E27FC236}">
                    <a16:creationId xmlns:a16="http://schemas.microsoft.com/office/drawing/2014/main" id="{D678AB17-E6DC-4FED-B940-2BA86FB46FA7}"/>
                  </a:ext>
                </a:extLst>
              </p:cNvPr>
              <p:cNvSpPr>
                <a:spLocks noChangeArrowheads="1"/>
              </p:cNvSpPr>
              <p:nvPr/>
            </p:nvSpPr>
            <p:spPr bwMode="auto">
              <a:xfrm>
                <a:off x="7631676"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0" name="Rectangle 22">
                <a:extLst>
                  <a:ext uri="{FF2B5EF4-FFF2-40B4-BE49-F238E27FC236}">
                    <a16:creationId xmlns:a16="http://schemas.microsoft.com/office/drawing/2014/main" id="{8B5BEF55-677A-4EB2-A06C-CC0C269C2F7B}"/>
                  </a:ext>
                </a:extLst>
              </p:cNvPr>
              <p:cNvSpPr>
                <a:spLocks noChangeArrowheads="1"/>
              </p:cNvSpPr>
              <p:nvPr/>
            </p:nvSpPr>
            <p:spPr bwMode="auto">
              <a:xfrm>
                <a:off x="8087109"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1" name="Rectangle 23">
                <a:extLst>
                  <a:ext uri="{FF2B5EF4-FFF2-40B4-BE49-F238E27FC236}">
                    <a16:creationId xmlns:a16="http://schemas.microsoft.com/office/drawing/2014/main" id="{7A560A20-EDE2-4276-B3A9-A1DB921EB12B}"/>
                  </a:ext>
                </a:extLst>
              </p:cNvPr>
              <p:cNvSpPr>
                <a:spLocks noChangeArrowheads="1"/>
              </p:cNvSpPr>
              <p:nvPr/>
            </p:nvSpPr>
            <p:spPr bwMode="auto">
              <a:xfrm>
                <a:off x="8541372"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2" name="Rectangle 24">
                <a:extLst>
                  <a:ext uri="{FF2B5EF4-FFF2-40B4-BE49-F238E27FC236}">
                    <a16:creationId xmlns:a16="http://schemas.microsoft.com/office/drawing/2014/main" id="{8BEEAB2A-47D8-4D4E-B157-9D1337AC7B80}"/>
                  </a:ext>
                </a:extLst>
              </p:cNvPr>
              <p:cNvSpPr>
                <a:spLocks noChangeArrowheads="1"/>
              </p:cNvSpPr>
              <p:nvPr/>
            </p:nvSpPr>
            <p:spPr bwMode="auto">
              <a:xfrm>
                <a:off x="8996805"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3" name="Rectangle 25">
                <a:extLst>
                  <a:ext uri="{FF2B5EF4-FFF2-40B4-BE49-F238E27FC236}">
                    <a16:creationId xmlns:a16="http://schemas.microsoft.com/office/drawing/2014/main" id="{F9737555-61BD-4619-9BAB-2BC15EDBA3CA}"/>
                  </a:ext>
                </a:extLst>
              </p:cNvPr>
              <p:cNvSpPr>
                <a:spLocks noChangeArrowheads="1"/>
              </p:cNvSpPr>
              <p:nvPr/>
            </p:nvSpPr>
            <p:spPr bwMode="auto">
              <a:xfrm>
                <a:off x="9451068"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4" name="Rectangle 26">
                <a:extLst>
                  <a:ext uri="{FF2B5EF4-FFF2-40B4-BE49-F238E27FC236}">
                    <a16:creationId xmlns:a16="http://schemas.microsoft.com/office/drawing/2014/main" id="{D8D44D5F-E679-4796-ACA6-4ADB68B94E1B}"/>
                  </a:ext>
                </a:extLst>
              </p:cNvPr>
              <p:cNvSpPr>
                <a:spLocks noChangeArrowheads="1"/>
              </p:cNvSpPr>
              <p:nvPr/>
            </p:nvSpPr>
            <p:spPr bwMode="auto">
              <a:xfrm>
                <a:off x="9906501"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5" name="Rectangle 27">
                <a:extLst>
                  <a:ext uri="{FF2B5EF4-FFF2-40B4-BE49-F238E27FC236}">
                    <a16:creationId xmlns:a16="http://schemas.microsoft.com/office/drawing/2014/main" id="{140EB7C4-6BBE-4D3F-AF7D-B22AA3DD2A53}"/>
                  </a:ext>
                </a:extLst>
              </p:cNvPr>
              <p:cNvSpPr>
                <a:spLocks noChangeArrowheads="1"/>
              </p:cNvSpPr>
              <p:nvPr/>
            </p:nvSpPr>
            <p:spPr bwMode="auto">
              <a:xfrm>
                <a:off x="10360763"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6" name="Rectangle 28">
                <a:extLst>
                  <a:ext uri="{FF2B5EF4-FFF2-40B4-BE49-F238E27FC236}">
                    <a16:creationId xmlns:a16="http://schemas.microsoft.com/office/drawing/2014/main" id="{C56E1FAA-3AE1-45F3-8397-D07C426434EC}"/>
                  </a:ext>
                </a:extLst>
              </p:cNvPr>
              <p:cNvSpPr>
                <a:spLocks noChangeArrowheads="1"/>
              </p:cNvSpPr>
              <p:nvPr/>
            </p:nvSpPr>
            <p:spPr bwMode="auto">
              <a:xfrm>
                <a:off x="10816197"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7" name="Rectangle 29">
                <a:extLst>
                  <a:ext uri="{FF2B5EF4-FFF2-40B4-BE49-F238E27FC236}">
                    <a16:creationId xmlns:a16="http://schemas.microsoft.com/office/drawing/2014/main" id="{2F9A90DC-89AE-4C3E-8A65-C52AB581B4DD}"/>
                  </a:ext>
                </a:extLst>
              </p:cNvPr>
              <p:cNvSpPr>
                <a:spLocks noChangeArrowheads="1"/>
              </p:cNvSpPr>
              <p:nvPr/>
            </p:nvSpPr>
            <p:spPr bwMode="auto">
              <a:xfrm>
                <a:off x="1127046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8" name="Rectangle 30">
                <a:extLst>
                  <a:ext uri="{FF2B5EF4-FFF2-40B4-BE49-F238E27FC236}">
                    <a16:creationId xmlns:a16="http://schemas.microsoft.com/office/drawing/2014/main" id="{600ADA2C-2F1D-47C5-8870-1B9E6C8A3F23}"/>
                  </a:ext>
                </a:extLst>
              </p:cNvPr>
              <p:cNvSpPr>
                <a:spLocks noChangeArrowheads="1"/>
              </p:cNvSpPr>
              <p:nvPr/>
            </p:nvSpPr>
            <p:spPr bwMode="auto">
              <a:xfrm>
                <a:off x="1172589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0" name="Group 9">
              <a:extLst>
                <a:ext uri="{FF2B5EF4-FFF2-40B4-BE49-F238E27FC236}">
                  <a16:creationId xmlns:a16="http://schemas.microsoft.com/office/drawing/2014/main" id="{6B1DA9E6-94F5-437E-8B7B-A56561BB4A1A}"/>
                </a:ext>
              </a:extLst>
            </p:cNvPr>
            <p:cNvGrpSpPr/>
            <p:nvPr/>
          </p:nvGrpSpPr>
          <p:grpSpPr>
            <a:xfrm>
              <a:off x="354110" y="2352251"/>
              <a:ext cx="11480604" cy="108822"/>
              <a:chOff x="354110" y="2358964"/>
              <a:chExt cx="11480604" cy="108822"/>
            </a:xfrm>
            <a:grpFill/>
          </p:grpSpPr>
          <p:sp>
            <p:nvSpPr>
              <p:cNvPr id="227" name="Rectangle 32">
                <a:extLst>
                  <a:ext uri="{FF2B5EF4-FFF2-40B4-BE49-F238E27FC236}">
                    <a16:creationId xmlns:a16="http://schemas.microsoft.com/office/drawing/2014/main" id="{8CDFED4E-F4A6-4874-8B65-398D610F1DC0}"/>
                  </a:ext>
                </a:extLst>
              </p:cNvPr>
              <p:cNvSpPr>
                <a:spLocks noChangeArrowheads="1"/>
              </p:cNvSpPr>
              <p:nvPr/>
            </p:nvSpPr>
            <p:spPr bwMode="auto">
              <a:xfrm>
                <a:off x="35411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8" name="Rectangle 33">
                <a:extLst>
                  <a:ext uri="{FF2B5EF4-FFF2-40B4-BE49-F238E27FC236}">
                    <a16:creationId xmlns:a16="http://schemas.microsoft.com/office/drawing/2014/main" id="{8FCE50F7-C3D1-4B83-A0D8-CE83B0777FF6}"/>
                  </a:ext>
                </a:extLst>
              </p:cNvPr>
              <p:cNvSpPr>
                <a:spLocks noChangeArrowheads="1"/>
              </p:cNvSpPr>
              <p:nvPr/>
            </p:nvSpPr>
            <p:spPr bwMode="auto">
              <a:xfrm>
                <a:off x="80954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9" name="Rectangle 34">
                <a:extLst>
                  <a:ext uri="{FF2B5EF4-FFF2-40B4-BE49-F238E27FC236}">
                    <a16:creationId xmlns:a16="http://schemas.microsoft.com/office/drawing/2014/main" id="{422101F3-5770-4041-BA3E-C5275D0FC73E}"/>
                  </a:ext>
                </a:extLst>
              </p:cNvPr>
              <p:cNvSpPr>
                <a:spLocks noChangeArrowheads="1"/>
              </p:cNvSpPr>
              <p:nvPr/>
            </p:nvSpPr>
            <p:spPr bwMode="auto">
              <a:xfrm>
                <a:off x="1263805"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0" name="Rectangle 35">
                <a:extLst>
                  <a:ext uri="{FF2B5EF4-FFF2-40B4-BE49-F238E27FC236}">
                    <a16:creationId xmlns:a16="http://schemas.microsoft.com/office/drawing/2014/main" id="{4D8FEC62-30CA-4E87-A592-AA45C61EAA77}"/>
                  </a:ext>
                </a:extLst>
              </p:cNvPr>
              <p:cNvSpPr>
                <a:spLocks noChangeArrowheads="1"/>
              </p:cNvSpPr>
              <p:nvPr/>
            </p:nvSpPr>
            <p:spPr bwMode="auto">
              <a:xfrm>
                <a:off x="1719239"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1" name="Rectangle 36">
                <a:extLst>
                  <a:ext uri="{FF2B5EF4-FFF2-40B4-BE49-F238E27FC236}">
                    <a16:creationId xmlns:a16="http://schemas.microsoft.com/office/drawing/2014/main" id="{52E99015-D9DC-40AE-91AD-5D24574CEC0F}"/>
                  </a:ext>
                </a:extLst>
              </p:cNvPr>
              <p:cNvSpPr>
                <a:spLocks noChangeArrowheads="1"/>
              </p:cNvSpPr>
              <p:nvPr/>
            </p:nvSpPr>
            <p:spPr bwMode="auto">
              <a:xfrm>
                <a:off x="2173502"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2" name="Rectangle 37">
                <a:extLst>
                  <a:ext uri="{FF2B5EF4-FFF2-40B4-BE49-F238E27FC236}">
                    <a16:creationId xmlns:a16="http://schemas.microsoft.com/office/drawing/2014/main" id="{24DFE9E4-5C75-4EF9-AB54-F00FA9D91152}"/>
                  </a:ext>
                </a:extLst>
              </p:cNvPr>
              <p:cNvSpPr>
                <a:spLocks noChangeArrowheads="1"/>
              </p:cNvSpPr>
              <p:nvPr/>
            </p:nvSpPr>
            <p:spPr bwMode="auto">
              <a:xfrm>
                <a:off x="2628934"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3" name="Rectangle 38">
                <a:extLst>
                  <a:ext uri="{FF2B5EF4-FFF2-40B4-BE49-F238E27FC236}">
                    <a16:creationId xmlns:a16="http://schemas.microsoft.com/office/drawing/2014/main" id="{2BBEC44B-F424-4C00-AF4A-8EEEDA8AA05D}"/>
                  </a:ext>
                </a:extLst>
              </p:cNvPr>
              <p:cNvSpPr>
                <a:spLocks noChangeArrowheads="1"/>
              </p:cNvSpPr>
              <p:nvPr/>
            </p:nvSpPr>
            <p:spPr bwMode="auto">
              <a:xfrm>
                <a:off x="3083197"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4" name="Rectangle 39">
                <a:extLst>
                  <a:ext uri="{FF2B5EF4-FFF2-40B4-BE49-F238E27FC236}">
                    <a16:creationId xmlns:a16="http://schemas.microsoft.com/office/drawing/2014/main" id="{68F30D9A-CF13-4E29-967E-63B3AF05CF31}"/>
                  </a:ext>
                </a:extLst>
              </p:cNvPr>
              <p:cNvSpPr>
                <a:spLocks noChangeArrowheads="1"/>
              </p:cNvSpPr>
              <p:nvPr/>
            </p:nvSpPr>
            <p:spPr bwMode="auto">
              <a:xfrm>
                <a:off x="3538630"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5" name="Rectangle 40">
                <a:extLst>
                  <a:ext uri="{FF2B5EF4-FFF2-40B4-BE49-F238E27FC236}">
                    <a16:creationId xmlns:a16="http://schemas.microsoft.com/office/drawing/2014/main" id="{F7A8E062-ADFC-457E-ADD6-02843928F62E}"/>
                  </a:ext>
                </a:extLst>
              </p:cNvPr>
              <p:cNvSpPr>
                <a:spLocks noChangeArrowheads="1"/>
              </p:cNvSpPr>
              <p:nvPr/>
            </p:nvSpPr>
            <p:spPr bwMode="auto">
              <a:xfrm>
                <a:off x="3992893"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6" name="Rectangle 41">
                <a:extLst>
                  <a:ext uri="{FF2B5EF4-FFF2-40B4-BE49-F238E27FC236}">
                    <a16:creationId xmlns:a16="http://schemas.microsoft.com/office/drawing/2014/main" id="{E046A9D0-D179-44F9-86D3-9BF139B68BF6}"/>
                  </a:ext>
                </a:extLst>
              </p:cNvPr>
              <p:cNvSpPr>
                <a:spLocks noChangeArrowheads="1"/>
              </p:cNvSpPr>
              <p:nvPr/>
            </p:nvSpPr>
            <p:spPr bwMode="auto">
              <a:xfrm>
                <a:off x="4448326"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7" name="Rectangle 42">
                <a:extLst>
                  <a:ext uri="{FF2B5EF4-FFF2-40B4-BE49-F238E27FC236}">
                    <a16:creationId xmlns:a16="http://schemas.microsoft.com/office/drawing/2014/main" id="{CC517B0B-1BF2-473B-ABB9-1553D01B1C2D}"/>
                  </a:ext>
                </a:extLst>
              </p:cNvPr>
              <p:cNvSpPr>
                <a:spLocks noChangeArrowheads="1"/>
              </p:cNvSpPr>
              <p:nvPr/>
            </p:nvSpPr>
            <p:spPr bwMode="auto">
              <a:xfrm>
                <a:off x="4902589"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8" name="Rectangle 43">
                <a:extLst>
                  <a:ext uri="{FF2B5EF4-FFF2-40B4-BE49-F238E27FC236}">
                    <a16:creationId xmlns:a16="http://schemas.microsoft.com/office/drawing/2014/main" id="{5EE71ED6-EA45-4940-B212-163ED3D1C0A9}"/>
                  </a:ext>
                </a:extLst>
              </p:cNvPr>
              <p:cNvSpPr>
                <a:spLocks noChangeArrowheads="1"/>
              </p:cNvSpPr>
              <p:nvPr/>
            </p:nvSpPr>
            <p:spPr bwMode="auto">
              <a:xfrm>
                <a:off x="535802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9" name="Rectangle 44">
                <a:extLst>
                  <a:ext uri="{FF2B5EF4-FFF2-40B4-BE49-F238E27FC236}">
                    <a16:creationId xmlns:a16="http://schemas.microsoft.com/office/drawing/2014/main" id="{664318EC-EADE-4667-92A4-B3E5DB2A11C1}"/>
                  </a:ext>
                </a:extLst>
              </p:cNvPr>
              <p:cNvSpPr>
                <a:spLocks noChangeArrowheads="1"/>
              </p:cNvSpPr>
              <p:nvPr/>
            </p:nvSpPr>
            <p:spPr bwMode="auto">
              <a:xfrm>
                <a:off x="5812285"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0" name="Rectangle 45">
                <a:extLst>
                  <a:ext uri="{FF2B5EF4-FFF2-40B4-BE49-F238E27FC236}">
                    <a16:creationId xmlns:a16="http://schemas.microsoft.com/office/drawing/2014/main" id="{17B37ABD-81DA-4624-808B-EF4BC0B425B6}"/>
                  </a:ext>
                </a:extLst>
              </p:cNvPr>
              <p:cNvSpPr>
                <a:spLocks noChangeArrowheads="1"/>
              </p:cNvSpPr>
              <p:nvPr/>
            </p:nvSpPr>
            <p:spPr bwMode="auto">
              <a:xfrm>
                <a:off x="6267717"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1" name="Rectangle 46">
                <a:extLst>
                  <a:ext uri="{FF2B5EF4-FFF2-40B4-BE49-F238E27FC236}">
                    <a16:creationId xmlns:a16="http://schemas.microsoft.com/office/drawing/2014/main" id="{B1F30DC8-DD07-48C5-9D6C-FB855527922B}"/>
                  </a:ext>
                </a:extLst>
              </p:cNvPr>
              <p:cNvSpPr>
                <a:spLocks noChangeArrowheads="1"/>
              </p:cNvSpPr>
              <p:nvPr/>
            </p:nvSpPr>
            <p:spPr bwMode="auto">
              <a:xfrm>
                <a:off x="672198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2" name="Rectangle 47">
                <a:extLst>
                  <a:ext uri="{FF2B5EF4-FFF2-40B4-BE49-F238E27FC236}">
                    <a16:creationId xmlns:a16="http://schemas.microsoft.com/office/drawing/2014/main" id="{DFCE3AE1-313F-441F-8384-63A6EC165E2B}"/>
                  </a:ext>
                </a:extLst>
              </p:cNvPr>
              <p:cNvSpPr>
                <a:spLocks noChangeArrowheads="1"/>
              </p:cNvSpPr>
              <p:nvPr/>
            </p:nvSpPr>
            <p:spPr bwMode="auto">
              <a:xfrm>
                <a:off x="7177414"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3" name="Rectangle 48">
                <a:extLst>
                  <a:ext uri="{FF2B5EF4-FFF2-40B4-BE49-F238E27FC236}">
                    <a16:creationId xmlns:a16="http://schemas.microsoft.com/office/drawing/2014/main" id="{2E331B42-AC28-4642-91F9-2F5BBFEC6AF8}"/>
                  </a:ext>
                </a:extLst>
              </p:cNvPr>
              <p:cNvSpPr>
                <a:spLocks noChangeArrowheads="1"/>
              </p:cNvSpPr>
              <p:nvPr/>
            </p:nvSpPr>
            <p:spPr bwMode="auto">
              <a:xfrm>
                <a:off x="7631676"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4" name="Rectangle 49">
                <a:extLst>
                  <a:ext uri="{FF2B5EF4-FFF2-40B4-BE49-F238E27FC236}">
                    <a16:creationId xmlns:a16="http://schemas.microsoft.com/office/drawing/2014/main" id="{9F4D84A8-36FE-4CE0-8B9F-BAC2BA8A813E}"/>
                  </a:ext>
                </a:extLst>
              </p:cNvPr>
              <p:cNvSpPr>
                <a:spLocks noChangeArrowheads="1"/>
              </p:cNvSpPr>
              <p:nvPr/>
            </p:nvSpPr>
            <p:spPr bwMode="auto">
              <a:xfrm>
                <a:off x="8087109"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5" name="Rectangle 50">
                <a:extLst>
                  <a:ext uri="{FF2B5EF4-FFF2-40B4-BE49-F238E27FC236}">
                    <a16:creationId xmlns:a16="http://schemas.microsoft.com/office/drawing/2014/main" id="{41E2C310-8272-48CF-BD5B-A99A2C7B3CC4}"/>
                  </a:ext>
                </a:extLst>
              </p:cNvPr>
              <p:cNvSpPr>
                <a:spLocks noChangeArrowheads="1"/>
              </p:cNvSpPr>
              <p:nvPr/>
            </p:nvSpPr>
            <p:spPr bwMode="auto">
              <a:xfrm>
                <a:off x="8541372"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6" name="Rectangle 51">
                <a:extLst>
                  <a:ext uri="{FF2B5EF4-FFF2-40B4-BE49-F238E27FC236}">
                    <a16:creationId xmlns:a16="http://schemas.microsoft.com/office/drawing/2014/main" id="{EFD4A3C6-7551-4DD0-AA1A-F932D7061DAA}"/>
                  </a:ext>
                </a:extLst>
              </p:cNvPr>
              <p:cNvSpPr>
                <a:spLocks noChangeArrowheads="1"/>
              </p:cNvSpPr>
              <p:nvPr/>
            </p:nvSpPr>
            <p:spPr bwMode="auto">
              <a:xfrm>
                <a:off x="8996805"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7" name="Rectangle 52">
                <a:extLst>
                  <a:ext uri="{FF2B5EF4-FFF2-40B4-BE49-F238E27FC236}">
                    <a16:creationId xmlns:a16="http://schemas.microsoft.com/office/drawing/2014/main" id="{01F299DF-D3FF-4439-8EC7-B5A34146517E}"/>
                  </a:ext>
                </a:extLst>
              </p:cNvPr>
              <p:cNvSpPr>
                <a:spLocks noChangeArrowheads="1"/>
              </p:cNvSpPr>
              <p:nvPr/>
            </p:nvSpPr>
            <p:spPr bwMode="auto">
              <a:xfrm>
                <a:off x="9451068"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8" name="Rectangle 53">
                <a:extLst>
                  <a:ext uri="{FF2B5EF4-FFF2-40B4-BE49-F238E27FC236}">
                    <a16:creationId xmlns:a16="http://schemas.microsoft.com/office/drawing/2014/main" id="{086FB16A-99D0-4DB0-9B38-CF351B5DF4DD}"/>
                  </a:ext>
                </a:extLst>
              </p:cNvPr>
              <p:cNvSpPr>
                <a:spLocks noChangeArrowheads="1"/>
              </p:cNvSpPr>
              <p:nvPr/>
            </p:nvSpPr>
            <p:spPr bwMode="auto">
              <a:xfrm>
                <a:off x="9906501"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9" name="Rectangle 54">
                <a:extLst>
                  <a:ext uri="{FF2B5EF4-FFF2-40B4-BE49-F238E27FC236}">
                    <a16:creationId xmlns:a16="http://schemas.microsoft.com/office/drawing/2014/main" id="{126BCD40-1D3C-4937-A15E-AD2E9671B5AB}"/>
                  </a:ext>
                </a:extLst>
              </p:cNvPr>
              <p:cNvSpPr>
                <a:spLocks noChangeArrowheads="1"/>
              </p:cNvSpPr>
              <p:nvPr/>
            </p:nvSpPr>
            <p:spPr bwMode="auto">
              <a:xfrm>
                <a:off x="10360763"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0" name="Rectangle 55">
                <a:extLst>
                  <a:ext uri="{FF2B5EF4-FFF2-40B4-BE49-F238E27FC236}">
                    <a16:creationId xmlns:a16="http://schemas.microsoft.com/office/drawing/2014/main" id="{03E4C7B0-DDFC-433A-A8E5-2315FA6EFE10}"/>
                  </a:ext>
                </a:extLst>
              </p:cNvPr>
              <p:cNvSpPr>
                <a:spLocks noChangeArrowheads="1"/>
              </p:cNvSpPr>
              <p:nvPr/>
            </p:nvSpPr>
            <p:spPr bwMode="auto">
              <a:xfrm>
                <a:off x="10816197"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1" name="Rectangle 56">
                <a:extLst>
                  <a:ext uri="{FF2B5EF4-FFF2-40B4-BE49-F238E27FC236}">
                    <a16:creationId xmlns:a16="http://schemas.microsoft.com/office/drawing/2014/main" id="{7237BB88-10E9-454D-9D13-48878C421EB1}"/>
                  </a:ext>
                </a:extLst>
              </p:cNvPr>
              <p:cNvSpPr>
                <a:spLocks noChangeArrowheads="1"/>
              </p:cNvSpPr>
              <p:nvPr/>
            </p:nvSpPr>
            <p:spPr bwMode="auto">
              <a:xfrm>
                <a:off x="1127046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2" name="Rectangle 57">
                <a:extLst>
                  <a:ext uri="{FF2B5EF4-FFF2-40B4-BE49-F238E27FC236}">
                    <a16:creationId xmlns:a16="http://schemas.microsoft.com/office/drawing/2014/main" id="{515F18F4-5E57-4249-AB0A-249437781E42}"/>
                  </a:ext>
                </a:extLst>
              </p:cNvPr>
              <p:cNvSpPr>
                <a:spLocks noChangeArrowheads="1"/>
              </p:cNvSpPr>
              <p:nvPr/>
            </p:nvSpPr>
            <p:spPr bwMode="auto">
              <a:xfrm>
                <a:off x="1172589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1" name="Group 10">
              <a:extLst>
                <a:ext uri="{FF2B5EF4-FFF2-40B4-BE49-F238E27FC236}">
                  <a16:creationId xmlns:a16="http://schemas.microsoft.com/office/drawing/2014/main" id="{25AB7310-F80F-4091-8BFE-CE8C71666A9B}"/>
                </a:ext>
              </a:extLst>
            </p:cNvPr>
            <p:cNvGrpSpPr/>
            <p:nvPr/>
          </p:nvGrpSpPr>
          <p:grpSpPr>
            <a:xfrm>
              <a:off x="354110" y="2857795"/>
              <a:ext cx="11480604" cy="109990"/>
              <a:chOff x="354110" y="2866188"/>
              <a:chExt cx="11480604" cy="109990"/>
            </a:xfrm>
            <a:grpFill/>
          </p:grpSpPr>
          <p:sp>
            <p:nvSpPr>
              <p:cNvPr id="201" name="Rectangle 59">
                <a:extLst>
                  <a:ext uri="{FF2B5EF4-FFF2-40B4-BE49-F238E27FC236}">
                    <a16:creationId xmlns:a16="http://schemas.microsoft.com/office/drawing/2014/main" id="{9E50B916-ECC1-4F73-8059-F029E6581381}"/>
                  </a:ext>
                </a:extLst>
              </p:cNvPr>
              <p:cNvSpPr>
                <a:spLocks noChangeArrowheads="1"/>
              </p:cNvSpPr>
              <p:nvPr/>
            </p:nvSpPr>
            <p:spPr bwMode="auto">
              <a:xfrm>
                <a:off x="35411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2" name="Rectangle 60">
                <a:extLst>
                  <a:ext uri="{FF2B5EF4-FFF2-40B4-BE49-F238E27FC236}">
                    <a16:creationId xmlns:a16="http://schemas.microsoft.com/office/drawing/2014/main" id="{A8DD1ADE-2032-47AE-B88E-78E0F1B01814}"/>
                  </a:ext>
                </a:extLst>
              </p:cNvPr>
              <p:cNvSpPr>
                <a:spLocks noChangeArrowheads="1"/>
              </p:cNvSpPr>
              <p:nvPr/>
            </p:nvSpPr>
            <p:spPr bwMode="auto">
              <a:xfrm>
                <a:off x="80954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3" name="Rectangle 61">
                <a:extLst>
                  <a:ext uri="{FF2B5EF4-FFF2-40B4-BE49-F238E27FC236}">
                    <a16:creationId xmlns:a16="http://schemas.microsoft.com/office/drawing/2014/main" id="{9A6D6E1F-6E00-44C8-ADD2-06A738E758F6}"/>
                  </a:ext>
                </a:extLst>
              </p:cNvPr>
              <p:cNvSpPr>
                <a:spLocks noChangeArrowheads="1"/>
              </p:cNvSpPr>
              <p:nvPr/>
            </p:nvSpPr>
            <p:spPr bwMode="auto">
              <a:xfrm>
                <a:off x="1263805"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4" name="Rectangle 62">
                <a:extLst>
                  <a:ext uri="{FF2B5EF4-FFF2-40B4-BE49-F238E27FC236}">
                    <a16:creationId xmlns:a16="http://schemas.microsoft.com/office/drawing/2014/main" id="{84FC7274-3463-4889-8E62-B693D50AE95D}"/>
                  </a:ext>
                </a:extLst>
              </p:cNvPr>
              <p:cNvSpPr>
                <a:spLocks noChangeArrowheads="1"/>
              </p:cNvSpPr>
              <p:nvPr/>
            </p:nvSpPr>
            <p:spPr bwMode="auto">
              <a:xfrm>
                <a:off x="1719239"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5" name="Rectangle 63">
                <a:extLst>
                  <a:ext uri="{FF2B5EF4-FFF2-40B4-BE49-F238E27FC236}">
                    <a16:creationId xmlns:a16="http://schemas.microsoft.com/office/drawing/2014/main" id="{E4E1A84A-DCAC-483B-BC08-579BF10B10BB}"/>
                  </a:ext>
                </a:extLst>
              </p:cNvPr>
              <p:cNvSpPr>
                <a:spLocks noChangeArrowheads="1"/>
              </p:cNvSpPr>
              <p:nvPr/>
            </p:nvSpPr>
            <p:spPr bwMode="auto">
              <a:xfrm>
                <a:off x="2173502"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6" name="Rectangle 64">
                <a:extLst>
                  <a:ext uri="{FF2B5EF4-FFF2-40B4-BE49-F238E27FC236}">
                    <a16:creationId xmlns:a16="http://schemas.microsoft.com/office/drawing/2014/main" id="{F14EE80D-C3D2-4E22-93C5-CDD09042131F}"/>
                  </a:ext>
                </a:extLst>
              </p:cNvPr>
              <p:cNvSpPr>
                <a:spLocks noChangeArrowheads="1"/>
              </p:cNvSpPr>
              <p:nvPr/>
            </p:nvSpPr>
            <p:spPr bwMode="auto">
              <a:xfrm>
                <a:off x="2628934"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7" name="Rectangle 65">
                <a:extLst>
                  <a:ext uri="{FF2B5EF4-FFF2-40B4-BE49-F238E27FC236}">
                    <a16:creationId xmlns:a16="http://schemas.microsoft.com/office/drawing/2014/main" id="{FB8FBFAE-E2E1-41A6-987B-CEFBAC180122}"/>
                  </a:ext>
                </a:extLst>
              </p:cNvPr>
              <p:cNvSpPr>
                <a:spLocks noChangeArrowheads="1"/>
              </p:cNvSpPr>
              <p:nvPr/>
            </p:nvSpPr>
            <p:spPr bwMode="auto">
              <a:xfrm>
                <a:off x="3083197"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8" name="Rectangle 66">
                <a:extLst>
                  <a:ext uri="{FF2B5EF4-FFF2-40B4-BE49-F238E27FC236}">
                    <a16:creationId xmlns:a16="http://schemas.microsoft.com/office/drawing/2014/main" id="{138AF1CB-7808-4C24-B76D-AB9F6A45036D}"/>
                  </a:ext>
                </a:extLst>
              </p:cNvPr>
              <p:cNvSpPr>
                <a:spLocks noChangeArrowheads="1"/>
              </p:cNvSpPr>
              <p:nvPr/>
            </p:nvSpPr>
            <p:spPr bwMode="auto">
              <a:xfrm>
                <a:off x="3538630"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9" name="Rectangle 67">
                <a:extLst>
                  <a:ext uri="{FF2B5EF4-FFF2-40B4-BE49-F238E27FC236}">
                    <a16:creationId xmlns:a16="http://schemas.microsoft.com/office/drawing/2014/main" id="{F5E88013-D7CE-4120-B4BB-C894EC19C9A1}"/>
                  </a:ext>
                </a:extLst>
              </p:cNvPr>
              <p:cNvSpPr>
                <a:spLocks noChangeArrowheads="1"/>
              </p:cNvSpPr>
              <p:nvPr/>
            </p:nvSpPr>
            <p:spPr bwMode="auto">
              <a:xfrm>
                <a:off x="3992893"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0" name="Rectangle 68">
                <a:extLst>
                  <a:ext uri="{FF2B5EF4-FFF2-40B4-BE49-F238E27FC236}">
                    <a16:creationId xmlns:a16="http://schemas.microsoft.com/office/drawing/2014/main" id="{B6FC4D89-F7B1-46F5-9502-62F41E89DEC6}"/>
                  </a:ext>
                </a:extLst>
              </p:cNvPr>
              <p:cNvSpPr>
                <a:spLocks noChangeArrowheads="1"/>
              </p:cNvSpPr>
              <p:nvPr/>
            </p:nvSpPr>
            <p:spPr bwMode="auto">
              <a:xfrm>
                <a:off x="4448326"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1" name="Rectangle 69">
                <a:extLst>
                  <a:ext uri="{FF2B5EF4-FFF2-40B4-BE49-F238E27FC236}">
                    <a16:creationId xmlns:a16="http://schemas.microsoft.com/office/drawing/2014/main" id="{64C81BD0-C449-4A1B-8492-20430196064F}"/>
                  </a:ext>
                </a:extLst>
              </p:cNvPr>
              <p:cNvSpPr>
                <a:spLocks noChangeArrowheads="1"/>
              </p:cNvSpPr>
              <p:nvPr/>
            </p:nvSpPr>
            <p:spPr bwMode="auto">
              <a:xfrm>
                <a:off x="4902589"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2" name="Rectangle 70">
                <a:extLst>
                  <a:ext uri="{FF2B5EF4-FFF2-40B4-BE49-F238E27FC236}">
                    <a16:creationId xmlns:a16="http://schemas.microsoft.com/office/drawing/2014/main" id="{5F91B7CB-59D7-4965-B754-71C102E43FDB}"/>
                  </a:ext>
                </a:extLst>
              </p:cNvPr>
              <p:cNvSpPr>
                <a:spLocks noChangeArrowheads="1"/>
              </p:cNvSpPr>
              <p:nvPr/>
            </p:nvSpPr>
            <p:spPr bwMode="auto">
              <a:xfrm>
                <a:off x="535802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3" name="Rectangle 71">
                <a:extLst>
                  <a:ext uri="{FF2B5EF4-FFF2-40B4-BE49-F238E27FC236}">
                    <a16:creationId xmlns:a16="http://schemas.microsoft.com/office/drawing/2014/main" id="{677F7EA6-E57D-4E12-A4A5-AAFDCA8AA106}"/>
                  </a:ext>
                </a:extLst>
              </p:cNvPr>
              <p:cNvSpPr>
                <a:spLocks noChangeArrowheads="1"/>
              </p:cNvSpPr>
              <p:nvPr/>
            </p:nvSpPr>
            <p:spPr bwMode="auto">
              <a:xfrm>
                <a:off x="5812285"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4" name="Rectangle 72">
                <a:extLst>
                  <a:ext uri="{FF2B5EF4-FFF2-40B4-BE49-F238E27FC236}">
                    <a16:creationId xmlns:a16="http://schemas.microsoft.com/office/drawing/2014/main" id="{56B270F4-040D-43EF-974A-3598BC687669}"/>
                  </a:ext>
                </a:extLst>
              </p:cNvPr>
              <p:cNvSpPr>
                <a:spLocks noChangeArrowheads="1"/>
              </p:cNvSpPr>
              <p:nvPr/>
            </p:nvSpPr>
            <p:spPr bwMode="auto">
              <a:xfrm>
                <a:off x="6267717"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5" name="Rectangle 73">
                <a:extLst>
                  <a:ext uri="{FF2B5EF4-FFF2-40B4-BE49-F238E27FC236}">
                    <a16:creationId xmlns:a16="http://schemas.microsoft.com/office/drawing/2014/main" id="{EA8C5736-4550-4B46-8B52-247CF04D7EB0}"/>
                  </a:ext>
                </a:extLst>
              </p:cNvPr>
              <p:cNvSpPr>
                <a:spLocks noChangeArrowheads="1"/>
              </p:cNvSpPr>
              <p:nvPr/>
            </p:nvSpPr>
            <p:spPr bwMode="auto">
              <a:xfrm>
                <a:off x="672198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6" name="Rectangle 74">
                <a:extLst>
                  <a:ext uri="{FF2B5EF4-FFF2-40B4-BE49-F238E27FC236}">
                    <a16:creationId xmlns:a16="http://schemas.microsoft.com/office/drawing/2014/main" id="{F42B7DAA-E3F5-4B02-B786-473C7605B5A2}"/>
                  </a:ext>
                </a:extLst>
              </p:cNvPr>
              <p:cNvSpPr>
                <a:spLocks noChangeArrowheads="1"/>
              </p:cNvSpPr>
              <p:nvPr/>
            </p:nvSpPr>
            <p:spPr bwMode="auto">
              <a:xfrm>
                <a:off x="7177414"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7" name="Rectangle 75">
                <a:extLst>
                  <a:ext uri="{FF2B5EF4-FFF2-40B4-BE49-F238E27FC236}">
                    <a16:creationId xmlns:a16="http://schemas.microsoft.com/office/drawing/2014/main" id="{D850716E-F966-418B-A415-5B6E0F8A1830}"/>
                  </a:ext>
                </a:extLst>
              </p:cNvPr>
              <p:cNvSpPr>
                <a:spLocks noChangeArrowheads="1"/>
              </p:cNvSpPr>
              <p:nvPr/>
            </p:nvSpPr>
            <p:spPr bwMode="auto">
              <a:xfrm>
                <a:off x="7631676"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8" name="Rectangle 76">
                <a:extLst>
                  <a:ext uri="{FF2B5EF4-FFF2-40B4-BE49-F238E27FC236}">
                    <a16:creationId xmlns:a16="http://schemas.microsoft.com/office/drawing/2014/main" id="{B6DAAC97-C425-42B4-9405-AC447E2E0B89}"/>
                  </a:ext>
                </a:extLst>
              </p:cNvPr>
              <p:cNvSpPr>
                <a:spLocks noChangeArrowheads="1"/>
              </p:cNvSpPr>
              <p:nvPr/>
            </p:nvSpPr>
            <p:spPr bwMode="auto">
              <a:xfrm>
                <a:off x="8087109"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9" name="Rectangle 77">
                <a:extLst>
                  <a:ext uri="{FF2B5EF4-FFF2-40B4-BE49-F238E27FC236}">
                    <a16:creationId xmlns:a16="http://schemas.microsoft.com/office/drawing/2014/main" id="{42D8FACA-2CB3-400B-9610-94CBA7A3EE32}"/>
                  </a:ext>
                </a:extLst>
              </p:cNvPr>
              <p:cNvSpPr>
                <a:spLocks noChangeArrowheads="1"/>
              </p:cNvSpPr>
              <p:nvPr/>
            </p:nvSpPr>
            <p:spPr bwMode="auto">
              <a:xfrm>
                <a:off x="8541372"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0" name="Rectangle 78">
                <a:extLst>
                  <a:ext uri="{FF2B5EF4-FFF2-40B4-BE49-F238E27FC236}">
                    <a16:creationId xmlns:a16="http://schemas.microsoft.com/office/drawing/2014/main" id="{22200CE3-AD18-4A71-BA64-E2F227C44B48}"/>
                  </a:ext>
                </a:extLst>
              </p:cNvPr>
              <p:cNvSpPr>
                <a:spLocks noChangeArrowheads="1"/>
              </p:cNvSpPr>
              <p:nvPr/>
            </p:nvSpPr>
            <p:spPr bwMode="auto">
              <a:xfrm>
                <a:off x="8996805"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1" name="Rectangle 79">
                <a:extLst>
                  <a:ext uri="{FF2B5EF4-FFF2-40B4-BE49-F238E27FC236}">
                    <a16:creationId xmlns:a16="http://schemas.microsoft.com/office/drawing/2014/main" id="{475F60A0-5B50-42FC-8C11-E137E7C5611C}"/>
                  </a:ext>
                </a:extLst>
              </p:cNvPr>
              <p:cNvSpPr>
                <a:spLocks noChangeArrowheads="1"/>
              </p:cNvSpPr>
              <p:nvPr/>
            </p:nvSpPr>
            <p:spPr bwMode="auto">
              <a:xfrm>
                <a:off x="9451068"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2" name="Rectangle 80">
                <a:extLst>
                  <a:ext uri="{FF2B5EF4-FFF2-40B4-BE49-F238E27FC236}">
                    <a16:creationId xmlns:a16="http://schemas.microsoft.com/office/drawing/2014/main" id="{CAA2354D-703C-4594-B119-475938CFD402}"/>
                  </a:ext>
                </a:extLst>
              </p:cNvPr>
              <p:cNvSpPr>
                <a:spLocks noChangeArrowheads="1"/>
              </p:cNvSpPr>
              <p:nvPr/>
            </p:nvSpPr>
            <p:spPr bwMode="auto">
              <a:xfrm>
                <a:off x="9906501"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3" name="Rectangle 81">
                <a:extLst>
                  <a:ext uri="{FF2B5EF4-FFF2-40B4-BE49-F238E27FC236}">
                    <a16:creationId xmlns:a16="http://schemas.microsoft.com/office/drawing/2014/main" id="{F8619CF6-1E39-4CF1-AEF0-BE5A67EB6F65}"/>
                  </a:ext>
                </a:extLst>
              </p:cNvPr>
              <p:cNvSpPr>
                <a:spLocks noChangeArrowheads="1"/>
              </p:cNvSpPr>
              <p:nvPr/>
            </p:nvSpPr>
            <p:spPr bwMode="auto">
              <a:xfrm>
                <a:off x="10360763"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4" name="Rectangle 82">
                <a:extLst>
                  <a:ext uri="{FF2B5EF4-FFF2-40B4-BE49-F238E27FC236}">
                    <a16:creationId xmlns:a16="http://schemas.microsoft.com/office/drawing/2014/main" id="{354E893E-B006-4B22-BBCB-52A79A5461D1}"/>
                  </a:ext>
                </a:extLst>
              </p:cNvPr>
              <p:cNvSpPr>
                <a:spLocks noChangeArrowheads="1"/>
              </p:cNvSpPr>
              <p:nvPr/>
            </p:nvSpPr>
            <p:spPr bwMode="auto">
              <a:xfrm>
                <a:off x="10816197"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5" name="Rectangle 83">
                <a:extLst>
                  <a:ext uri="{FF2B5EF4-FFF2-40B4-BE49-F238E27FC236}">
                    <a16:creationId xmlns:a16="http://schemas.microsoft.com/office/drawing/2014/main" id="{0D56028C-9156-43E8-B855-AF135DD7E695}"/>
                  </a:ext>
                </a:extLst>
              </p:cNvPr>
              <p:cNvSpPr>
                <a:spLocks noChangeArrowheads="1"/>
              </p:cNvSpPr>
              <p:nvPr/>
            </p:nvSpPr>
            <p:spPr bwMode="auto">
              <a:xfrm>
                <a:off x="1127046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6" name="Rectangle 84">
                <a:extLst>
                  <a:ext uri="{FF2B5EF4-FFF2-40B4-BE49-F238E27FC236}">
                    <a16:creationId xmlns:a16="http://schemas.microsoft.com/office/drawing/2014/main" id="{950FA1E9-CD04-4DB1-B523-ABF2C1B6ED9A}"/>
                  </a:ext>
                </a:extLst>
              </p:cNvPr>
              <p:cNvSpPr>
                <a:spLocks noChangeArrowheads="1"/>
              </p:cNvSpPr>
              <p:nvPr/>
            </p:nvSpPr>
            <p:spPr bwMode="auto">
              <a:xfrm>
                <a:off x="1172589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2" name="Group 11">
              <a:extLst>
                <a:ext uri="{FF2B5EF4-FFF2-40B4-BE49-F238E27FC236}">
                  <a16:creationId xmlns:a16="http://schemas.microsoft.com/office/drawing/2014/main" id="{E6AA6044-FF9C-4224-BBD4-786BCC486D91}"/>
                </a:ext>
              </a:extLst>
            </p:cNvPr>
            <p:cNvGrpSpPr/>
            <p:nvPr/>
          </p:nvGrpSpPr>
          <p:grpSpPr>
            <a:xfrm>
              <a:off x="354110" y="3364507"/>
              <a:ext cx="11480604" cy="109990"/>
              <a:chOff x="354110" y="3364062"/>
              <a:chExt cx="11480604" cy="109990"/>
            </a:xfrm>
            <a:grpFill/>
          </p:grpSpPr>
          <p:sp>
            <p:nvSpPr>
              <p:cNvPr id="175" name="Rectangle 5">
                <a:extLst>
                  <a:ext uri="{FF2B5EF4-FFF2-40B4-BE49-F238E27FC236}">
                    <a16:creationId xmlns:a16="http://schemas.microsoft.com/office/drawing/2014/main" id="{CEC88F9D-6CCB-4C48-AB60-4743F3C98AE2}"/>
                  </a:ext>
                </a:extLst>
              </p:cNvPr>
              <p:cNvSpPr>
                <a:spLocks noChangeArrowheads="1"/>
              </p:cNvSpPr>
              <p:nvPr/>
            </p:nvSpPr>
            <p:spPr bwMode="auto">
              <a:xfrm>
                <a:off x="35411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6" name="Rectangle 6">
                <a:extLst>
                  <a:ext uri="{FF2B5EF4-FFF2-40B4-BE49-F238E27FC236}">
                    <a16:creationId xmlns:a16="http://schemas.microsoft.com/office/drawing/2014/main" id="{BC4930EB-874F-4D2B-94B1-FF1459F4A72F}"/>
                  </a:ext>
                </a:extLst>
              </p:cNvPr>
              <p:cNvSpPr>
                <a:spLocks noChangeArrowheads="1"/>
              </p:cNvSpPr>
              <p:nvPr/>
            </p:nvSpPr>
            <p:spPr bwMode="auto">
              <a:xfrm>
                <a:off x="80954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7" name="Rectangle 7">
                <a:extLst>
                  <a:ext uri="{FF2B5EF4-FFF2-40B4-BE49-F238E27FC236}">
                    <a16:creationId xmlns:a16="http://schemas.microsoft.com/office/drawing/2014/main" id="{66BB2441-7C95-4A21-B558-2971312D511C}"/>
                  </a:ext>
                </a:extLst>
              </p:cNvPr>
              <p:cNvSpPr>
                <a:spLocks noChangeArrowheads="1"/>
              </p:cNvSpPr>
              <p:nvPr/>
            </p:nvSpPr>
            <p:spPr bwMode="auto">
              <a:xfrm>
                <a:off x="1263805"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8" name="Rectangle 8">
                <a:extLst>
                  <a:ext uri="{FF2B5EF4-FFF2-40B4-BE49-F238E27FC236}">
                    <a16:creationId xmlns:a16="http://schemas.microsoft.com/office/drawing/2014/main" id="{B2A1B236-8D43-4B78-90F2-27A974E1FE93}"/>
                  </a:ext>
                </a:extLst>
              </p:cNvPr>
              <p:cNvSpPr>
                <a:spLocks noChangeArrowheads="1"/>
              </p:cNvSpPr>
              <p:nvPr/>
            </p:nvSpPr>
            <p:spPr bwMode="auto">
              <a:xfrm>
                <a:off x="1719239"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9" name="Rectangle 9">
                <a:extLst>
                  <a:ext uri="{FF2B5EF4-FFF2-40B4-BE49-F238E27FC236}">
                    <a16:creationId xmlns:a16="http://schemas.microsoft.com/office/drawing/2014/main" id="{E0526BF0-467E-421F-870A-02C866AC0CCA}"/>
                  </a:ext>
                </a:extLst>
              </p:cNvPr>
              <p:cNvSpPr>
                <a:spLocks noChangeArrowheads="1"/>
              </p:cNvSpPr>
              <p:nvPr/>
            </p:nvSpPr>
            <p:spPr bwMode="auto">
              <a:xfrm>
                <a:off x="2173502"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0" name="Rectangle 10">
                <a:extLst>
                  <a:ext uri="{FF2B5EF4-FFF2-40B4-BE49-F238E27FC236}">
                    <a16:creationId xmlns:a16="http://schemas.microsoft.com/office/drawing/2014/main" id="{79ACA6FA-E263-441B-B650-DEE2A495E193}"/>
                  </a:ext>
                </a:extLst>
              </p:cNvPr>
              <p:cNvSpPr>
                <a:spLocks noChangeArrowheads="1"/>
              </p:cNvSpPr>
              <p:nvPr/>
            </p:nvSpPr>
            <p:spPr bwMode="auto">
              <a:xfrm>
                <a:off x="2628934"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1" name="Rectangle 11">
                <a:extLst>
                  <a:ext uri="{FF2B5EF4-FFF2-40B4-BE49-F238E27FC236}">
                    <a16:creationId xmlns:a16="http://schemas.microsoft.com/office/drawing/2014/main" id="{DA7F6558-782C-4107-91F4-AF8E5136C77F}"/>
                  </a:ext>
                </a:extLst>
              </p:cNvPr>
              <p:cNvSpPr>
                <a:spLocks noChangeArrowheads="1"/>
              </p:cNvSpPr>
              <p:nvPr/>
            </p:nvSpPr>
            <p:spPr bwMode="auto">
              <a:xfrm>
                <a:off x="3083197"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2" name="Rectangle 12">
                <a:extLst>
                  <a:ext uri="{FF2B5EF4-FFF2-40B4-BE49-F238E27FC236}">
                    <a16:creationId xmlns:a16="http://schemas.microsoft.com/office/drawing/2014/main" id="{E575740C-61C5-4D08-9803-25E05FA3F518}"/>
                  </a:ext>
                </a:extLst>
              </p:cNvPr>
              <p:cNvSpPr>
                <a:spLocks noChangeArrowheads="1"/>
              </p:cNvSpPr>
              <p:nvPr/>
            </p:nvSpPr>
            <p:spPr bwMode="auto">
              <a:xfrm>
                <a:off x="3538630"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3" name="Rectangle 13">
                <a:extLst>
                  <a:ext uri="{FF2B5EF4-FFF2-40B4-BE49-F238E27FC236}">
                    <a16:creationId xmlns:a16="http://schemas.microsoft.com/office/drawing/2014/main" id="{D4CCCBBA-5E32-47C6-B40B-3E2155E3F12B}"/>
                  </a:ext>
                </a:extLst>
              </p:cNvPr>
              <p:cNvSpPr>
                <a:spLocks noChangeArrowheads="1"/>
              </p:cNvSpPr>
              <p:nvPr/>
            </p:nvSpPr>
            <p:spPr bwMode="auto">
              <a:xfrm>
                <a:off x="3992893"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4" name="Rectangle 14">
                <a:extLst>
                  <a:ext uri="{FF2B5EF4-FFF2-40B4-BE49-F238E27FC236}">
                    <a16:creationId xmlns:a16="http://schemas.microsoft.com/office/drawing/2014/main" id="{FC65131F-93B3-419C-B068-14D36AAC3FC9}"/>
                  </a:ext>
                </a:extLst>
              </p:cNvPr>
              <p:cNvSpPr>
                <a:spLocks noChangeArrowheads="1"/>
              </p:cNvSpPr>
              <p:nvPr/>
            </p:nvSpPr>
            <p:spPr bwMode="auto">
              <a:xfrm>
                <a:off x="4448326"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5" name="Rectangle 15">
                <a:extLst>
                  <a:ext uri="{FF2B5EF4-FFF2-40B4-BE49-F238E27FC236}">
                    <a16:creationId xmlns:a16="http://schemas.microsoft.com/office/drawing/2014/main" id="{469B75D4-B4A8-4C2E-8EBB-E95FAB7C56E6}"/>
                  </a:ext>
                </a:extLst>
              </p:cNvPr>
              <p:cNvSpPr>
                <a:spLocks noChangeArrowheads="1"/>
              </p:cNvSpPr>
              <p:nvPr/>
            </p:nvSpPr>
            <p:spPr bwMode="auto">
              <a:xfrm>
                <a:off x="4902589"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6" name="Rectangle 16">
                <a:extLst>
                  <a:ext uri="{FF2B5EF4-FFF2-40B4-BE49-F238E27FC236}">
                    <a16:creationId xmlns:a16="http://schemas.microsoft.com/office/drawing/2014/main" id="{6C8F3B5D-1D93-4D85-8639-75B5E46EC612}"/>
                  </a:ext>
                </a:extLst>
              </p:cNvPr>
              <p:cNvSpPr>
                <a:spLocks noChangeArrowheads="1"/>
              </p:cNvSpPr>
              <p:nvPr/>
            </p:nvSpPr>
            <p:spPr bwMode="auto">
              <a:xfrm>
                <a:off x="535802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7" name="Rectangle 17">
                <a:extLst>
                  <a:ext uri="{FF2B5EF4-FFF2-40B4-BE49-F238E27FC236}">
                    <a16:creationId xmlns:a16="http://schemas.microsoft.com/office/drawing/2014/main" id="{DCCEB301-1F26-43A3-8B34-DBAFC32B3228}"/>
                  </a:ext>
                </a:extLst>
              </p:cNvPr>
              <p:cNvSpPr>
                <a:spLocks noChangeArrowheads="1"/>
              </p:cNvSpPr>
              <p:nvPr/>
            </p:nvSpPr>
            <p:spPr bwMode="auto">
              <a:xfrm>
                <a:off x="5812285"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8" name="Rectangle 18">
                <a:extLst>
                  <a:ext uri="{FF2B5EF4-FFF2-40B4-BE49-F238E27FC236}">
                    <a16:creationId xmlns:a16="http://schemas.microsoft.com/office/drawing/2014/main" id="{DD08B69C-E406-41F3-856E-A8C150CB642D}"/>
                  </a:ext>
                </a:extLst>
              </p:cNvPr>
              <p:cNvSpPr>
                <a:spLocks noChangeArrowheads="1"/>
              </p:cNvSpPr>
              <p:nvPr/>
            </p:nvSpPr>
            <p:spPr bwMode="auto">
              <a:xfrm>
                <a:off x="6267717"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9" name="Rectangle 19">
                <a:extLst>
                  <a:ext uri="{FF2B5EF4-FFF2-40B4-BE49-F238E27FC236}">
                    <a16:creationId xmlns:a16="http://schemas.microsoft.com/office/drawing/2014/main" id="{A1A90F4B-6060-4BA1-8AF2-FAFFAA04A881}"/>
                  </a:ext>
                </a:extLst>
              </p:cNvPr>
              <p:cNvSpPr>
                <a:spLocks noChangeArrowheads="1"/>
              </p:cNvSpPr>
              <p:nvPr/>
            </p:nvSpPr>
            <p:spPr bwMode="auto">
              <a:xfrm>
                <a:off x="672198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0" name="Rectangle 20">
                <a:extLst>
                  <a:ext uri="{FF2B5EF4-FFF2-40B4-BE49-F238E27FC236}">
                    <a16:creationId xmlns:a16="http://schemas.microsoft.com/office/drawing/2014/main" id="{B1F471FD-A187-4EE2-9D21-E0A637683F09}"/>
                  </a:ext>
                </a:extLst>
              </p:cNvPr>
              <p:cNvSpPr>
                <a:spLocks noChangeArrowheads="1"/>
              </p:cNvSpPr>
              <p:nvPr/>
            </p:nvSpPr>
            <p:spPr bwMode="auto">
              <a:xfrm>
                <a:off x="7177414"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1" name="Rectangle 21">
                <a:extLst>
                  <a:ext uri="{FF2B5EF4-FFF2-40B4-BE49-F238E27FC236}">
                    <a16:creationId xmlns:a16="http://schemas.microsoft.com/office/drawing/2014/main" id="{68DAAA74-257B-4E75-A315-6B710A314868}"/>
                  </a:ext>
                </a:extLst>
              </p:cNvPr>
              <p:cNvSpPr>
                <a:spLocks noChangeArrowheads="1"/>
              </p:cNvSpPr>
              <p:nvPr/>
            </p:nvSpPr>
            <p:spPr bwMode="auto">
              <a:xfrm>
                <a:off x="7631676"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2" name="Rectangle 22">
                <a:extLst>
                  <a:ext uri="{FF2B5EF4-FFF2-40B4-BE49-F238E27FC236}">
                    <a16:creationId xmlns:a16="http://schemas.microsoft.com/office/drawing/2014/main" id="{63000D52-BDE3-430B-8243-08564FFE96A1}"/>
                  </a:ext>
                </a:extLst>
              </p:cNvPr>
              <p:cNvSpPr>
                <a:spLocks noChangeArrowheads="1"/>
              </p:cNvSpPr>
              <p:nvPr/>
            </p:nvSpPr>
            <p:spPr bwMode="auto">
              <a:xfrm>
                <a:off x="8087109"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3" name="Rectangle 23">
                <a:extLst>
                  <a:ext uri="{FF2B5EF4-FFF2-40B4-BE49-F238E27FC236}">
                    <a16:creationId xmlns:a16="http://schemas.microsoft.com/office/drawing/2014/main" id="{F6BDC60F-B33E-4AD8-9807-B2C1A4C2C6ED}"/>
                  </a:ext>
                </a:extLst>
              </p:cNvPr>
              <p:cNvSpPr>
                <a:spLocks noChangeArrowheads="1"/>
              </p:cNvSpPr>
              <p:nvPr/>
            </p:nvSpPr>
            <p:spPr bwMode="auto">
              <a:xfrm>
                <a:off x="8541372"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4" name="Rectangle 24">
                <a:extLst>
                  <a:ext uri="{FF2B5EF4-FFF2-40B4-BE49-F238E27FC236}">
                    <a16:creationId xmlns:a16="http://schemas.microsoft.com/office/drawing/2014/main" id="{F1DB5734-0088-4CC2-9415-998F19416559}"/>
                  </a:ext>
                </a:extLst>
              </p:cNvPr>
              <p:cNvSpPr>
                <a:spLocks noChangeArrowheads="1"/>
              </p:cNvSpPr>
              <p:nvPr/>
            </p:nvSpPr>
            <p:spPr bwMode="auto">
              <a:xfrm>
                <a:off x="8996805"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5" name="Rectangle 25">
                <a:extLst>
                  <a:ext uri="{FF2B5EF4-FFF2-40B4-BE49-F238E27FC236}">
                    <a16:creationId xmlns:a16="http://schemas.microsoft.com/office/drawing/2014/main" id="{1C679BCE-F04D-48E0-8E2B-0174E8E975E1}"/>
                  </a:ext>
                </a:extLst>
              </p:cNvPr>
              <p:cNvSpPr>
                <a:spLocks noChangeArrowheads="1"/>
              </p:cNvSpPr>
              <p:nvPr/>
            </p:nvSpPr>
            <p:spPr bwMode="auto">
              <a:xfrm>
                <a:off x="9451068"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6" name="Rectangle 26">
                <a:extLst>
                  <a:ext uri="{FF2B5EF4-FFF2-40B4-BE49-F238E27FC236}">
                    <a16:creationId xmlns:a16="http://schemas.microsoft.com/office/drawing/2014/main" id="{EA8ABD89-DF79-45A9-9CDB-0E871222D540}"/>
                  </a:ext>
                </a:extLst>
              </p:cNvPr>
              <p:cNvSpPr>
                <a:spLocks noChangeArrowheads="1"/>
              </p:cNvSpPr>
              <p:nvPr/>
            </p:nvSpPr>
            <p:spPr bwMode="auto">
              <a:xfrm>
                <a:off x="9906501"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7" name="Rectangle 27">
                <a:extLst>
                  <a:ext uri="{FF2B5EF4-FFF2-40B4-BE49-F238E27FC236}">
                    <a16:creationId xmlns:a16="http://schemas.microsoft.com/office/drawing/2014/main" id="{C1A57486-D9A6-4CD5-878E-093E44A7606C}"/>
                  </a:ext>
                </a:extLst>
              </p:cNvPr>
              <p:cNvSpPr>
                <a:spLocks noChangeArrowheads="1"/>
              </p:cNvSpPr>
              <p:nvPr/>
            </p:nvSpPr>
            <p:spPr bwMode="auto">
              <a:xfrm>
                <a:off x="10360763"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8" name="Rectangle 28">
                <a:extLst>
                  <a:ext uri="{FF2B5EF4-FFF2-40B4-BE49-F238E27FC236}">
                    <a16:creationId xmlns:a16="http://schemas.microsoft.com/office/drawing/2014/main" id="{B6582662-B56F-42F6-A821-B5F52FB8400B}"/>
                  </a:ext>
                </a:extLst>
              </p:cNvPr>
              <p:cNvSpPr>
                <a:spLocks noChangeArrowheads="1"/>
              </p:cNvSpPr>
              <p:nvPr/>
            </p:nvSpPr>
            <p:spPr bwMode="auto">
              <a:xfrm>
                <a:off x="10816197"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9" name="Rectangle 29">
                <a:extLst>
                  <a:ext uri="{FF2B5EF4-FFF2-40B4-BE49-F238E27FC236}">
                    <a16:creationId xmlns:a16="http://schemas.microsoft.com/office/drawing/2014/main" id="{1105049D-68B2-4636-9C28-7B8C21771618}"/>
                  </a:ext>
                </a:extLst>
              </p:cNvPr>
              <p:cNvSpPr>
                <a:spLocks noChangeArrowheads="1"/>
              </p:cNvSpPr>
              <p:nvPr/>
            </p:nvSpPr>
            <p:spPr bwMode="auto">
              <a:xfrm>
                <a:off x="1127046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0" name="Rectangle 30">
                <a:extLst>
                  <a:ext uri="{FF2B5EF4-FFF2-40B4-BE49-F238E27FC236}">
                    <a16:creationId xmlns:a16="http://schemas.microsoft.com/office/drawing/2014/main" id="{E0F75D5D-3B9C-40B7-AF8E-4C4322B6C942}"/>
                  </a:ext>
                </a:extLst>
              </p:cNvPr>
              <p:cNvSpPr>
                <a:spLocks noChangeArrowheads="1"/>
              </p:cNvSpPr>
              <p:nvPr/>
            </p:nvSpPr>
            <p:spPr bwMode="auto">
              <a:xfrm>
                <a:off x="1172589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3" name="Group 12">
              <a:extLst>
                <a:ext uri="{FF2B5EF4-FFF2-40B4-BE49-F238E27FC236}">
                  <a16:creationId xmlns:a16="http://schemas.microsoft.com/office/drawing/2014/main" id="{00F6A935-DCBA-461C-832C-A343F475413E}"/>
                </a:ext>
              </a:extLst>
            </p:cNvPr>
            <p:cNvGrpSpPr/>
            <p:nvPr/>
          </p:nvGrpSpPr>
          <p:grpSpPr>
            <a:xfrm>
              <a:off x="354110" y="3871219"/>
              <a:ext cx="11480604" cy="108822"/>
              <a:chOff x="354110" y="3872454"/>
              <a:chExt cx="11480604" cy="108822"/>
            </a:xfrm>
            <a:grpFill/>
          </p:grpSpPr>
          <p:sp>
            <p:nvSpPr>
              <p:cNvPr id="149" name="Rectangle 32">
                <a:extLst>
                  <a:ext uri="{FF2B5EF4-FFF2-40B4-BE49-F238E27FC236}">
                    <a16:creationId xmlns:a16="http://schemas.microsoft.com/office/drawing/2014/main" id="{67654A26-DC7F-47CD-8FF8-BC012501CCEA}"/>
                  </a:ext>
                </a:extLst>
              </p:cNvPr>
              <p:cNvSpPr>
                <a:spLocks noChangeArrowheads="1"/>
              </p:cNvSpPr>
              <p:nvPr/>
            </p:nvSpPr>
            <p:spPr bwMode="auto">
              <a:xfrm>
                <a:off x="35411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0" name="Rectangle 33">
                <a:extLst>
                  <a:ext uri="{FF2B5EF4-FFF2-40B4-BE49-F238E27FC236}">
                    <a16:creationId xmlns:a16="http://schemas.microsoft.com/office/drawing/2014/main" id="{9949B927-96E9-4F44-9050-A81CD79D7386}"/>
                  </a:ext>
                </a:extLst>
              </p:cNvPr>
              <p:cNvSpPr>
                <a:spLocks noChangeArrowheads="1"/>
              </p:cNvSpPr>
              <p:nvPr/>
            </p:nvSpPr>
            <p:spPr bwMode="auto">
              <a:xfrm>
                <a:off x="80954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1" name="Rectangle 34">
                <a:extLst>
                  <a:ext uri="{FF2B5EF4-FFF2-40B4-BE49-F238E27FC236}">
                    <a16:creationId xmlns:a16="http://schemas.microsoft.com/office/drawing/2014/main" id="{3B5D9536-992F-4F39-93BC-BB2533D78505}"/>
                  </a:ext>
                </a:extLst>
              </p:cNvPr>
              <p:cNvSpPr>
                <a:spLocks noChangeArrowheads="1"/>
              </p:cNvSpPr>
              <p:nvPr/>
            </p:nvSpPr>
            <p:spPr bwMode="auto">
              <a:xfrm>
                <a:off x="1263805"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2" name="Rectangle 35">
                <a:extLst>
                  <a:ext uri="{FF2B5EF4-FFF2-40B4-BE49-F238E27FC236}">
                    <a16:creationId xmlns:a16="http://schemas.microsoft.com/office/drawing/2014/main" id="{F1FA2A7F-208B-4450-9E7E-F29BB3925166}"/>
                  </a:ext>
                </a:extLst>
              </p:cNvPr>
              <p:cNvSpPr>
                <a:spLocks noChangeArrowheads="1"/>
              </p:cNvSpPr>
              <p:nvPr/>
            </p:nvSpPr>
            <p:spPr bwMode="auto">
              <a:xfrm>
                <a:off x="1719239"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3" name="Rectangle 36">
                <a:extLst>
                  <a:ext uri="{FF2B5EF4-FFF2-40B4-BE49-F238E27FC236}">
                    <a16:creationId xmlns:a16="http://schemas.microsoft.com/office/drawing/2014/main" id="{EF607D70-7F21-4A9F-A183-730E45EF312E}"/>
                  </a:ext>
                </a:extLst>
              </p:cNvPr>
              <p:cNvSpPr>
                <a:spLocks noChangeArrowheads="1"/>
              </p:cNvSpPr>
              <p:nvPr/>
            </p:nvSpPr>
            <p:spPr bwMode="auto">
              <a:xfrm>
                <a:off x="2173502"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4" name="Rectangle 37">
                <a:extLst>
                  <a:ext uri="{FF2B5EF4-FFF2-40B4-BE49-F238E27FC236}">
                    <a16:creationId xmlns:a16="http://schemas.microsoft.com/office/drawing/2014/main" id="{4ECF017A-32D9-44C4-837F-2C37B7B9FC42}"/>
                  </a:ext>
                </a:extLst>
              </p:cNvPr>
              <p:cNvSpPr>
                <a:spLocks noChangeArrowheads="1"/>
              </p:cNvSpPr>
              <p:nvPr/>
            </p:nvSpPr>
            <p:spPr bwMode="auto">
              <a:xfrm>
                <a:off x="2628934"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5" name="Rectangle 38">
                <a:extLst>
                  <a:ext uri="{FF2B5EF4-FFF2-40B4-BE49-F238E27FC236}">
                    <a16:creationId xmlns:a16="http://schemas.microsoft.com/office/drawing/2014/main" id="{34B3B9C3-9513-414E-B30D-F7CFC02E05D6}"/>
                  </a:ext>
                </a:extLst>
              </p:cNvPr>
              <p:cNvSpPr>
                <a:spLocks noChangeArrowheads="1"/>
              </p:cNvSpPr>
              <p:nvPr/>
            </p:nvSpPr>
            <p:spPr bwMode="auto">
              <a:xfrm>
                <a:off x="3083197"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6" name="Rectangle 39">
                <a:extLst>
                  <a:ext uri="{FF2B5EF4-FFF2-40B4-BE49-F238E27FC236}">
                    <a16:creationId xmlns:a16="http://schemas.microsoft.com/office/drawing/2014/main" id="{E6A1B5D1-A0C1-47E7-A068-C05A44F3D700}"/>
                  </a:ext>
                </a:extLst>
              </p:cNvPr>
              <p:cNvSpPr>
                <a:spLocks noChangeArrowheads="1"/>
              </p:cNvSpPr>
              <p:nvPr/>
            </p:nvSpPr>
            <p:spPr bwMode="auto">
              <a:xfrm>
                <a:off x="3538630"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7" name="Rectangle 40">
                <a:extLst>
                  <a:ext uri="{FF2B5EF4-FFF2-40B4-BE49-F238E27FC236}">
                    <a16:creationId xmlns:a16="http://schemas.microsoft.com/office/drawing/2014/main" id="{96D2BA52-50C4-45BF-B115-62AE7F01B07A}"/>
                  </a:ext>
                </a:extLst>
              </p:cNvPr>
              <p:cNvSpPr>
                <a:spLocks noChangeArrowheads="1"/>
              </p:cNvSpPr>
              <p:nvPr/>
            </p:nvSpPr>
            <p:spPr bwMode="auto">
              <a:xfrm>
                <a:off x="3992893"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8" name="Rectangle 41">
                <a:extLst>
                  <a:ext uri="{FF2B5EF4-FFF2-40B4-BE49-F238E27FC236}">
                    <a16:creationId xmlns:a16="http://schemas.microsoft.com/office/drawing/2014/main" id="{9DCC33D9-FAF4-4D54-A2F1-85D656FB93DA}"/>
                  </a:ext>
                </a:extLst>
              </p:cNvPr>
              <p:cNvSpPr>
                <a:spLocks noChangeArrowheads="1"/>
              </p:cNvSpPr>
              <p:nvPr/>
            </p:nvSpPr>
            <p:spPr bwMode="auto">
              <a:xfrm>
                <a:off x="4448326"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9" name="Rectangle 42">
                <a:extLst>
                  <a:ext uri="{FF2B5EF4-FFF2-40B4-BE49-F238E27FC236}">
                    <a16:creationId xmlns:a16="http://schemas.microsoft.com/office/drawing/2014/main" id="{8DD0B56F-45FF-4041-A939-24B54541A309}"/>
                  </a:ext>
                </a:extLst>
              </p:cNvPr>
              <p:cNvSpPr>
                <a:spLocks noChangeArrowheads="1"/>
              </p:cNvSpPr>
              <p:nvPr/>
            </p:nvSpPr>
            <p:spPr bwMode="auto">
              <a:xfrm>
                <a:off x="4902589"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0" name="Rectangle 43">
                <a:extLst>
                  <a:ext uri="{FF2B5EF4-FFF2-40B4-BE49-F238E27FC236}">
                    <a16:creationId xmlns:a16="http://schemas.microsoft.com/office/drawing/2014/main" id="{96AB8477-5546-4080-8BC1-02BF0BB8F3FE}"/>
                  </a:ext>
                </a:extLst>
              </p:cNvPr>
              <p:cNvSpPr>
                <a:spLocks noChangeArrowheads="1"/>
              </p:cNvSpPr>
              <p:nvPr/>
            </p:nvSpPr>
            <p:spPr bwMode="auto">
              <a:xfrm>
                <a:off x="535802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1" name="Rectangle 44">
                <a:extLst>
                  <a:ext uri="{FF2B5EF4-FFF2-40B4-BE49-F238E27FC236}">
                    <a16:creationId xmlns:a16="http://schemas.microsoft.com/office/drawing/2014/main" id="{4E453DC0-BE05-4525-866A-335CE37B007E}"/>
                  </a:ext>
                </a:extLst>
              </p:cNvPr>
              <p:cNvSpPr>
                <a:spLocks noChangeArrowheads="1"/>
              </p:cNvSpPr>
              <p:nvPr/>
            </p:nvSpPr>
            <p:spPr bwMode="auto">
              <a:xfrm>
                <a:off x="5812285"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2" name="Rectangle 45">
                <a:extLst>
                  <a:ext uri="{FF2B5EF4-FFF2-40B4-BE49-F238E27FC236}">
                    <a16:creationId xmlns:a16="http://schemas.microsoft.com/office/drawing/2014/main" id="{DE66478E-4EC6-4BE6-B27E-C0C0531CC1E1}"/>
                  </a:ext>
                </a:extLst>
              </p:cNvPr>
              <p:cNvSpPr>
                <a:spLocks noChangeArrowheads="1"/>
              </p:cNvSpPr>
              <p:nvPr/>
            </p:nvSpPr>
            <p:spPr bwMode="auto">
              <a:xfrm>
                <a:off x="6267717"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3" name="Rectangle 46">
                <a:extLst>
                  <a:ext uri="{FF2B5EF4-FFF2-40B4-BE49-F238E27FC236}">
                    <a16:creationId xmlns:a16="http://schemas.microsoft.com/office/drawing/2014/main" id="{698E3192-E8A7-4BE3-A213-C67294E393A9}"/>
                  </a:ext>
                </a:extLst>
              </p:cNvPr>
              <p:cNvSpPr>
                <a:spLocks noChangeArrowheads="1"/>
              </p:cNvSpPr>
              <p:nvPr/>
            </p:nvSpPr>
            <p:spPr bwMode="auto">
              <a:xfrm>
                <a:off x="672198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4" name="Rectangle 47">
                <a:extLst>
                  <a:ext uri="{FF2B5EF4-FFF2-40B4-BE49-F238E27FC236}">
                    <a16:creationId xmlns:a16="http://schemas.microsoft.com/office/drawing/2014/main" id="{73311133-150A-4295-BA6B-AE591A758BD1}"/>
                  </a:ext>
                </a:extLst>
              </p:cNvPr>
              <p:cNvSpPr>
                <a:spLocks noChangeArrowheads="1"/>
              </p:cNvSpPr>
              <p:nvPr/>
            </p:nvSpPr>
            <p:spPr bwMode="auto">
              <a:xfrm>
                <a:off x="7177414"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5" name="Rectangle 48">
                <a:extLst>
                  <a:ext uri="{FF2B5EF4-FFF2-40B4-BE49-F238E27FC236}">
                    <a16:creationId xmlns:a16="http://schemas.microsoft.com/office/drawing/2014/main" id="{01A2298C-D71C-4EE8-97EC-882AE8FE270B}"/>
                  </a:ext>
                </a:extLst>
              </p:cNvPr>
              <p:cNvSpPr>
                <a:spLocks noChangeArrowheads="1"/>
              </p:cNvSpPr>
              <p:nvPr/>
            </p:nvSpPr>
            <p:spPr bwMode="auto">
              <a:xfrm>
                <a:off x="7631676"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6" name="Rectangle 49">
                <a:extLst>
                  <a:ext uri="{FF2B5EF4-FFF2-40B4-BE49-F238E27FC236}">
                    <a16:creationId xmlns:a16="http://schemas.microsoft.com/office/drawing/2014/main" id="{4A510FF8-75EB-4CBF-8672-72CB0674B95B}"/>
                  </a:ext>
                </a:extLst>
              </p:cNvPr>
              <p:cNvSpPr>
                <a:spLocks noChangeArrowheads="1"/>
              </p:cNvSpPr>
              <p:nvPr/>
            </p:nvSpPr>
            <p:spPr bwMode="auto">
              <a:xfrm>
                <a:off x="8087109"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7" name="Rectangle 50">
                <a:extLst>
                  <a:ext uri="{FF2B5EF4-FFF2-40B4-BE49-F238E27FC236}">
                    <a16:creationId xmlns:a16="http://schemas.microsoft.com/office/drawing/2014/main" id="{1A2C9E47-1571-4FD2-8B6B-C7B564E8977A}"/>
                  </a:ext>
                </a:extLst>
              </p:cNvPr>
              <p:cNvSpPr>
                <a:spLocks noChangeArrowheads="1"/>
              </p:cNvSpPr>
              <p:nvPr/>
            </p:nvSpPr>
            <p:spPr bwMode="auto">
              <a:xfrm>
                <a:off x="8541372"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8" name="Rectangle 51">
                <a:extLst>
                  <a:ext uri="{FF2B5EF4-FFF2-40B4-BE49-F238E27FC236}">
                    <a16:creationId xmlns:a16="http://schemas.microsoft.com/office/drawing/2014/main" id="{86EF56B1-DD4A-4A19-A43F-347855BF8424}"/>
                  </a:ext>
                </a:extLst>
              </p:cNvPr>
              <p:cNvSpPr>
                <a:spLocks noChangeArrowheads="1"/>
              </p:cNvSpPr>
              <p:nvPr/>
            </p:nvSpPr>
            <p:spPr bwMode="auto">
              <a:xfrm>
                <a:off x="8996805"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9" name="Rectangle 52">
                <a:extLst>
                  <a:ext uri="{FF2B5EF4-FFF2-40B4-BE49-F238E27FC236}">
                    <a16:creationId xmlns:a16="http://schemas.microsoft.com/office/drawing/2014/main" id="{593C0948-4102-4E67-9CCD-6F94446F70BE}"/>
                  </a:ext>
                </a:extLst>
              </p:cNvPr>
              <p:cNvSpPr>
                <a:spLocks noChangeArrowheads="1"/>
              </p:cNvSpPr>
              <p:nvPr/>
            </p:nvSpPr>
            <p:spPr bwMode="auto">
              <a:xfrm>
                <a:off x="9451068"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0" name="Rectangle 53">
                <a:extLst>
                  <a:ext uri="{FF2B5EF4-FFF2-40B4-BE49-F238E27FC236}">
                    <a16:creationId xmlns:a16="http://schemas.microsoft.com/office/drawing/2014/main" id="{ACB6589F-762B-4CA7-8D92-92E5FB76FD1A}"/>
                  </a:ext>
                </a:extLst>
              </p:cNvPr>
              <p:cNvSpPr>
                <a:spLocks noChangeArrowheads="1"/>
              </p:cNvSpPr>
              <p:nvPr/>
            </p:nvSpPr>
            <p:spPr bwMode="auto">
              <a:xfrm>
                <a:off x="9906501"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1" name="Rectangle 54">
                <a:extLst>
                  <a:ext uri="{FF2B5EF4-FFF2-40B4-BE49-F238E27FC236}">
                    <a16:creationId xmlns:a16="http://schemas.microsoft.com/office/drawing/2014/main" id="{9992ACB2-51DA-4341-842A-58050D15CC78}"/>
                  </a:ext>
                </a:extLst>
              </p:cNvPr>
              <p:cNvSpPr>
                <a:spLocks noChangeArrowheads="1"/>
              </p:cNvSpPr>
              <p:nvPr/>
            </p:nvSpPr>
            <p:spPr bwMode="auto">
              <a:xfrm>
                <a:off x="10360763"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2" name="Rectangle 55">
                <a:extLst>
                  <a:ext uri="{FF2B5EF4-FFF2-40B4-BE49-F238E27FC236}">
                    <a16:creationId xmlns:a16="http://schemas.microsoft.com/office/drawing/2014/main" id="{D9C60E55-0956-424D-8C75-2976AC3B653E}"/>
                  </a:ext>
                </a:extLst>
              </p:cNvPr>
              <p:cNvSpPr>
                <a:spLocks noChangeArrowheads="1"/>
              </p:cNvSpPr>
              <p:nvPr/>
            </p:nvSpPr>
            <p:spPr bwMode="auto">
              <a:xfrm>
                <a:off x="10816197"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3" name="Rectangle 56">
                <a:extLst>
                  <a:ext uri="{FF2B5EF4-FFF2-40B4-BE49-F238E27FC236}">
                    <a16:creationId xmlns:a16="http://schemas.microsoft.com/office/drawing/2014/main" id="{BE0FF237-544C-4EAB-ABB0-731D5FA88D46}"/>
                  </a:ext>
                </a:extLst>
              </p:cNvPr>
              <p:cNvSpPr>
                <a:spLocks noChangeArrowheads="1"/>
              </p:cNvSpPr>
              <p:nvPr/>
            </p:nvSpPr>
            <p:spPr bwMode="auto">
              <a:xfrm>
                <a:off x="1127046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4" name="Rectangle 57">
                <a:extLst>
                  <a:ext uri="{FF2B5EF4-FFF2-40B4-BE49-F238E27FC236}">
                    <a16:creationId xmlns:a16="http://schemas.microsoft.com/office/drawing/2014/main" id="{D1E0212C-F045-489C-9689-7C49F762CC35}"/>
                  </a:ext>
                </a:extLst>
              </p:cNvPr>
              <p:cNvSpPr>
                <a:spLocks noChangeArrowheads="1"/>
              </p:cNvSpPr>
              <p:nvPr/>
            </p:nvSpPr>
            <p:spPr bwMode="auto">
              <a:xfrm>
                <a:off x="1172589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4" name="Group 13">
              <a:extLst>
                <a:ext uri="{FF2B5EF4-FFF2-40B4-BE49-F238E27FC236}">
                  <a16:creationId xmlns:a16="http://schemas.microsoft.com/office/drawing/2014/main" id="{AC90BB14-74DB-4A2D-847B-7D160CCB7907}"/>
                </a:ext>
              </a:extLst>
            </p:cNvPr>
            <p:cNvGrpSpPr/>
            <p:nvPr/>
          </p:nvGrpSpPr>
          <p:grpSpPr>
            <a:xfrm>
              <a:off x="354110" y="4376763"/>
              <a:ext cx="11480604" cy="109990"/>
              <a:chOff x="354110" y="4379678"/>
              <a:chExt cx="11480604" cy="109990"/>
            </a:xfrm>
            <a:grpFill/>
          </p:grpSpPr>
          <p:sp>
            <p:nvSpPr>
              <p:cNvPr id="123" name="Rectangle 59">
                <a:extLst>
                  <a:ext uri="{FF2B5EF4-FFF2-40B4-BE49-F238E27FC236}">
                    <a16:creationId xmlns:a16="http://schemas.microsoft.com/office/drawing/2014/main" id="{99D447A1-2220-4498-AEF5-6E3E1E6E7569}"/>
                  </a:ext>
                </a:extLst>
              </p:cNvPr>
              <p:cNvSpPr>
                <a:spLocks noChangeArrowheads="1"/>
              </p:cNvSpPr>
              <p:nvPr/>
            </p:nvSpPr>
            <p:spPr bwMode="auto">
              <a:xfrm>
                <a:off x="35411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4" name="Rectangle 60">
                <a:extLst>
                  <a:ext uri="{FF2B5EF4-FFF2-40B4-BE49-F238E27FC236}">
                    <a16:creationId xmlns:a16="http://schemas.microsoft.com/office/drawing/2014/main" id="{7C3A93F4-91DD-433B-968A-852BE617B270}"/>
                  </a:ext>
                </a:extLst>
              </p:cNvPr>
              <p:cNvSpPr>
                <a:spLocks noChangeArrowheads="1"/>
              </p:cNvSpPr>
              <p:nvPr/>
            </p:nvSpPr>
            <p:spPr bwMode="auto">
              <a:xfrm>
                <a:off x="80954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5" name="Rectangle 61">
                <a:extLst>
                  <a:ext uri="{FF2B5EF4-FFF2-40B4-BE49-F238E27FC236}">
                    <a16:creationId xmlns:a16="http://schemas.microsoft.com/office/drawing/2014/main" id="{1C73CE31-214B-4439-A783-35C6A8ED7587}"/>
                  </a:ext>
                </a:extLst>
              </p:cNvPr>
              <p:cNvSpPr>
                <a:spLocks noChangeArrowheads="1"/>
              </p:cNvSpPr>
              <p:nvPr/>
            </p:nvSpPr>
            <p:spPr bwMode="auto">
              <a:xfrm>
                <a:off x="1263805"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6" name="Rectangle 62">
                <a:extLst>
                  <a:ext uri="{FF2B5EF4-FFF2-40B4-BE49-F238E27FC236}">
                    <a16:creationId xmlns:a16="http://schemas.microsoft.com/office/drawing/2014/main" id="{36D68C3F-8E09-4424-AE30-DC0EA8A4B605}"/>
                  </a:ext>
                </a:extLst>
              </p:cNvPr>
              <p:cNvSpPr>
                <a:spLocks noChangeArrowheads="1"/>
              </p:cNvSpPr>
              <p:nvPr/>
            </p:nvSpPr>
            <p:spPr bwMode="auto">
              <a:xfrm>
                <a:off x="1719239"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7" name="Rectangle 63">
                <a:extLst>
                  <a:ext uri="{FF2B5EF4-FFF2-40B4-BE49-F238E27FC236}">
                    <a16:creationId xmlns:a16="http://schemas.microsoft.com/office/drawing/2014/main" id="{D77BDB0F-9FB9-4B1E-8B4A-1E2673E906DF}"/>
                  </a:ext>
                </a:extLst>
              </p:cNvPr>
              <p:cNvSpPr>
                <a:spLocks noChangeArrowheads="1"/>
              </p:cNvSpPr>
              <p:nvPr/>
            </p:nvSpPr>
            <p:spPr bwMode="auto">
              <a:xfrm>
                <a:off x="2173502"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8" name="Rectangle 64">
                <a:extLst>
                  <a:ext uri="{FF2B5EF4-FFF2-40B4-BE49-F238E27FC236}">
                    <a16:creationId xmlns:a16="http://schemas.microsoft.com/office/drawing/2014/main" id="{11FC8FC1-3854-4435-94FA-7C19C8CF4B2B}"/>
                  </a:ext>
                </a:extLst>
              </p:cNvPr>
              <p:cNvSpPr>
                <a:spLocks noChangeArrowheads="1"/>
              </p:cNvSpPr>
              <p:nvPr/>
            </p:nvSpPr>
            <p:spPr bwMode="auto">
              <a:xfrm>
                <a:off x="2628934"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9" name="Rectangle 65">
                <a:extLst>
                  <a:ext uri="{FF2B5EF4-FFF2-40B4-BE49-F238E27FC236}">
                    <a16:creationId xmlns:a16="http://schemas.microsoft.com/office/drawing/2014/main" id="{CD7A3181-77BB-4B10-BAE0-192A2D4C546F}"/>
                  </a:ext>
                </a:extLst>
              </p:cNvPr>
              <p:cNvSpPr>
                <a:spLocks noChangeArrowheads="1"/>
              </p:cNvSpPr>
              <p:nvPr/>
            </p:nvSpPr>
            <p:spPr bwMode="auto">
              <a:xfrm>
                <a:off x="3083197"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0" name="Rectangle 66">
                <a:extLst>
                  <a:ext uri="{FF2B5EF4-FFF2-40B4-BE49-F238E27FC236}">
                    <a16:creationId xmlns:a16="http://schemas.microsoft.com/office/drawing/2014/main" id="{34704098-6430-4842-A78C-8EA208FF5C58}"/>
                  </a:ext>
                </a:extLst>
              </p:cNvPr>
              <p:cNvSpPr>
                <a:spLocks noChangeArrowheads="1"/>
              </p:cNvSpPr>
              <p:nvPr/>
            </p:nvSpPr>
            <p:spPr bwMode="auto">
              <a:xfrm>
                <a:off x="3538630"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1" name="Rectangle 67">
                <a:extLst>
                  <a:ext uri="{FF2B5EF4-FFF2-40B4-BE49-F238E27FC236}">
                    <a16:creationId xmlns:a16="http://schemas.microsoft.com/office/drawing/2014/main" id="{821A9373-4697-4443-B247-58130E1D401F}"/>
                  </a:ext>
                </a:extLst>
              </p:cNvPr>
              <p:cNvSpPr>
                <a:spLocks noChangeArrowheads="1"/>
              </p:cNvSpPr>
              <p:nvPr/>
            </p:nvSpPr>
            <p:spPr bwMode="auto">
              <a:xfrm>
                <a:off x="3992893"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2" name="Rectangle 68">
                <a:extLst>
                  <a:ext uri="{FF2B5EF4-FFF2-40B4-BE49-F238E27FC236}">
                    <a16:creationId xmlns:a16="http://schemas.microsoft.com/office/drawing/2014/main" id="{BE59B0E9-E64A-4252-ABFF-7D0CCECB5F69}"/>
                  </a:ext>
                </a:extLst>
              </p:cNvPr>
              <p:cNvSpPr>
                <a:spLocks noChangeArrowheads="1"/>
              </p:cNvSpPr>
              <p:nvPr/>
            </p:nvSpPr>
            <p:spPr bwMode="auto">
              <a:xfrm>
                <a:off x="4448326"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3" name="Rectangle 69">
                <a:extLst>
                  <a:ext uri="{FF2B5EF4-FFF2-40B4-BE49-F238E27FC236}">
                    <a16:creationId xmlns:a16="http://schemas.microsoft.com/office/drawing/2014/main" id="{066F8BCA-C3C4-48C8-9103-65FC2FFF6239}"/>
                  </a:ext>
                </a:extLst>
              </p:cNvPr>
              <p:cNvSpPr>
                <a:spLocks noChangeArrowheads="1"/>
              </p:cNvSpPr>
              <p:nvPr/>
            </p:nvSpPr>
            <p:spPr bwMode="auto">
              <a:xfrm>
                <a:off x="4902589"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4" name="Rectangle 70">
                <a:extLst>
                  <a:ext uri="{FF2B5EF4-FFF2-40B4-BE49-F238E27FC236}">
                    <a16:creationId xmlns:a16="http://schemas.microsoft.com/office/drawing/2014/main" id="{68B69181-5D7D-4EFF-9724-B2BDD62DB414}"/>
                  </a:ext>
                </a:extLst>
              </p:cNvPr>
              <p:cNvSpPr>
                <a:spLocks noChangeArrowheads="1"/>
              </p:cNvSpPr>
              <p:nvPr/>
            </p:nvSpPr>
            <p:spPr bwMode="auto">
              <a:xfrm>
                <a:off x="535802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5" name="Rectangle 71">
                <a:extLst>
                  <a:ext uri="{FF2B5EF4-FFF2-40B4-BE49-F238E27FC236}">
                    <a16:creationId xmlns:a16="http://schemas.microsoft.com/office/drawing/2014/main" id="{996BC465-13D7-4B01-81BD-88E7BAA5A99E}"/>
                  </a:ext>
                </a:extLst>
              </p:cNvPr>
              <p:cNvSpPr>
                <a:spLocks noChangeArrowheads="1"/>
              </p:cNvSpPr>
              <p:nvPr/>
            </p:nvSpPr>
            <p:spPr bwMode="auto">
              <a:xfrm>
                <a:off x="5812285"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6" name="Rectangle 72">
                <a:extLst>
                  <a:ext uri="{FF2B5EF4-FFF2-40B4-BE49-F238E27FC236}">
                    <a16:creationId xmlns:a16="http://schemas.microsoft.com/office/drawing/2014/main" id="{61C9420C-6853-4164-9D24-98349CD58CD5}"/>
                  </a:ext>
                </a:extLst>
              </p:cNvPr>
              <p:cNvSpPr>
                <a:spLocks noChangeArrowheads="1"/>
              </p:cNvSpPr>
              <p:nvPr/>
            </p:nvSpPr>
            <p:spPr bwMode="auto">
              <a:xfrm>
                <a:off x="6267717"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7" name="Rectangle 73">
                <a:extLst>
                  <a:ext uri="{FF2B5EF4-FFF2-40B4-BE49-F238E27FC236}">
                    <a16:creationId xmlns:a16="http://schemas.microsoft.com/office/drawing/2014/main" id="{EF04FF35-9797-4571-BCFF-435C37D2517E}"/>
                  </a:ext>
                </a:extLst>
              </p:cNvPr>
              <p:cNvSpPr>
                <a:spLocks noChangeArrowheads="1"/>
              </p:cNvSpPr>
              <p:nvPr/>
            </p:nvSpPr>
            <p:spPr bwMode="auto">
              <a:xfrm>
                <a:off x="672198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8" name="Rectangle 74">
                <a:extLst>
                  <a:ext uri="{FF2B5EF4-FFF2-40B4-BE49-F238E27FC236}">
                    <a16:creationId xmlns:a16="http://schemas.microsoft.com/office/drawing/2014/main" id="{78C68F3A-1768-4D3F-8ABF-D899CEF5DEDB}"/>
                  </a:ext>
                </a:extLst>
              </p:cNvPr>
              <p:cNvSpPr>
                <a:spLocks noChangeArrowheads="1"/>
              </p:cNvSpPr>
              <p:nvPr/>
            </p:nvSpPr>
            <p:spPr bwMode="auto">
              <a:xfrm>
                <a:off x="7177414"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9" name="Rectangle 75">
                <a:extLst>
                  <a:ext uri="{FF2B5EF4-FFF2-40B4-BE49-F238E27FC236}">
                    <a16:creationId xmlns:a16="http://schemas.microsoft.com/office/drawing/2014/main" id="{A69F85D7-2261-4042-B85B-C3FABE4A0815}"/>
                  </a:ext>
                </a:extLst>
              </p:cNvPr>
              <p:cNvSpPr>
                <a:spLocks noChangeArrowheads="1"/>
              </p:cNvSpPr>
              <p:nvPr/>
            </p:nvSpPr>
            <p:spPr bwMode="auto">
              <a:xfrm>
                <a:off x="7631676"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0" name="Rectangle 76">
                <a:extLst>
                  <a:ext uri="{FF2B5EF4-FFF2-40B4-BE49-F238E27FC236}">
                    <a16:creationId xmlns:a16="http://schemas.microsoft.com/office/drawing/2014/main" id="{31444D56-FEBA-4CC9-B179-200833A9BE9A}"/>
                  </a:ext>
                </a:extLst>
              </p:cNvPr>
              <p:cNvSpPr>
                <a:spLocks noChangeArrowheads="1"/>
              </p:cNvSpPr>
              <p:nvPr/>
            </p:nvSpPr>
            <p:spPr bwMode="auto">
              <a:xfrm>
                <a:off x="8087109"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1" name="Rectangle 77">
                <a:extLst>
                  <a:ext uri="{FF2B5EF4-FFF2-40B4-BE49-F238E27FC236}">
                    <a16:creationId xmlns:a16="http://schemas.microsoft.com/office/drawing/2014/main" id="{A7678401-8C3E-4FAF-A888-70B49C911618}"/>
                  </a:ext>
                </a:extLst>
              </p:cNvPr>
              <p:cNvSpPr>
                <a:spLocks noChangeArrowheads="1"/>
              </p:cNvSpPr>
              <p:nvPr/>
            </p:nvSpPr>
            <p:spPr bwMode="auto">
              <a:xfrm>
                <a:off x="8541372"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2" name="Rectangle 78">
                <a:extLst>
                  <a:ext uri="{FF2B5EF4-FFF2-40B4-BE49-F238E27FC236}">
                    <a16:creationId xmlns:a16="http://schemas.microsoft.com/office/drawing/2014/main" id="{618CC429-D47D-440E-9695-6E61D609607D}"/>
                  </a:ext>
                </a:extLst>
              </p:cNvPr>
              <p:cNvSpPr>
                <a:spLocks noChangeArrowheads="1"/>
              </p:cNvSpPr>
              <p:nvPr/>
            </p:nvSpPr>
            <p:spPr bwMode="auto">
              <a:xfrm>
                <a:off x="8996805"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3" name="Rectangle 79">
                <a:extLst>
                  <a:ext uri="{FF2B5EF4-FFF2-40B4-BE49-F238E27FC236}">
                    <a16:creationId xmlns:a16="http://schemas.microsoft.com/office/drawing/2014/main" id="{F2B544AE-5CC8-4A61-BBDF-82DA13A5F7E8}"/>
                  </a:ext>
                </a:extLst>
              </p:cNvPr>
              <p:cNvSpPr>
                <a:spLocks noChangeArrowheads="1"/>
              </p:cNvSpPr>
              <p:nvPr/>
            </p:nvSpPr>
            <p:spPr bwMode="auto">
              <a:xfrm>
                <a:off x="9451068"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4" name="Rectangle 80">
                <a:extLst>
                  <a:ext uri="{FF2B5EF4-FFF2-40B4-BE49-F238E27FC236}">
                    <a16:creationId xmlns:a16="http://schemas.microsoft.com/office/drawing/2014/main" id="{46B39C8E-D445-41B8-8B42-2DE170717BD6}"/>
                  </a:ext>
                </a:extLst>
              </p:cNvPr>
              <p:cNvSpPr>
                <a:spLocks noChangeArrowheads="1"/>
              </p:cNvSpPr>
              <p:nvPr/>
            </p:nvSpPr>
            <p:spPr bwMode="auto">
              <a:xfrm>
                <a:off x="9906501"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5" name="Rectangle 81">
                <a:extLst>
                  <a:ext uri="{FF2B5EF4-FFF2-40B4-BE49-F238E27FC236}">
                    <a16:creationId xmlns:a16="http://schemas.microsoft.com/office/drawing/2014/main" id="{38E7AB8E-5E17-460F-8595-4178AF462D9F}"/>
                  </a:ext>
                </a:extLst>
              </p:cNvPr>
              <p:cNvSpPr>
                <a:spLocks noChangeArrowheads="1"/>
              </p:cNvSpPr>
              <p:nvPr/>
            </p:nvSpPr>
            <p:spPr bwMode="auto">
              <a:xfrm>
                <a:off x="10360763"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6" name="Rectangle 82">
                <a:extLst>
                  <a:ext uri="{FF2B5EF4-FFF2-40B4-BE49-F238E27FC236}">
                    <a16:creationId xmlns:a16="http://schemas.microsoft.com/office/drawing/2014/main" id="{B1EBA00C-8D23-4B8D-996F-763D44718637}"/>
                  </a:ext>
                </a:extLst>
              </p:cNvPr>
              <p:cNvSpPr>
                <a:spLocks noChangeArrowheads="1"/>
              </p:cNvSpPr>
              <p:nvPr/>
            </p:nvSpPr>
            <p:spPr bwMode="auto">
              <a:xfrm>
                <a:off x="10816197"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7" name="Rectangle 83">
                <a:extLst>
                  <a:ext uri="{FF2B5EF4-FFF2-40B4-BE49-F238E27FC236}">
                    <a16:creationId xmlns:a16="http://schemas.microsoft.com/office/drawing/2014/main" id="{A74D84D5-1D5F-4261-AC8E-F836107F1AED}"/>
                  </a:ext>
                </a:extLst>
              </p:cNvPr>
              <p:cNvSpPr>
                <a:spLocks noChangeArrowheads="1"/>
              </p:cNvSpPr>
              <p:nvPr/>
            </p:nvSpPr>
            <p:spPr bwMode="auto">
              <a:xfrm>
                <a:off x="1127046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8" name="Rectangle 84">
                <a:extLst>
                  <a:ext uri="{FF2B5EF4-FFF2-40B4-BE49-F238E27FC236}">
                    <a16:creationId xmlns:a16="http://schemas.microsoft.com/office/drawing/2014/main" id="{FAE1892A-CE1C-4062-87F1-490874F36EE9}"/>
                  </a:ext>
                </a:extLst>
              </p:cNvPr>
              <p:cNvSpPr>
                <a:spLocks noChangeArrowheads="1"/>
              </p:cNvSpPr>
              <p:nvPr/>
            </p:nvSpPr>
            <p:spPr bwMode="auto">
              <a:xfrm>
                <a:off x="1172589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5" name="Group 14">
              <a:extLst>
                <a:ext uri="{FF2B5EF4-FFF2-40B4-BE49-F238E27FC236}">
                  <a16:creationId xmlns:a16="http://schemas.microsoft.com/office/drawing/2014/main" id="{1802612C-7EF5-4229-B874-804F63CA5157}"/>
                </a:ext>
              </a:extLst>
            </p:cNvPr>
            <p:cNvGrpSpPr/>
            <p:nvPr/>
          </p:nvGrpSpPr>
          <p:grpSpPr>
            <a:xfrm>
              <a:off x="354110" y="4883475"/>
              <a:ext cx="11480604" cy="109990"/>
              <a:chOff x="354110" y="4888062"/>
              <a:chExt cx="11480604" cy="109990"/>
            </a:xfrm>
            <a:grpFill/>
          </p:grpSpPr>
          <p:sp>
            <p:nvSpPr>
              <p:cNvPr id="97" name="Rectangle 5">
                <a:extLst>
                  <a:ext uri="{FF2B5EF4-FFF2-40B4-BE49-F238E27FC236}">
                    <a16:creationId xmlns:a16="http://schemas.microsoft.com/office/drawing/2014/main" id="{79ECF9B6-3DAB-4C5C-B34E-D0A7F38B761E}"/>
                  </a:ext>
                </a:extLst>
              </p:cNvPr>
              <p:cNvSpPr>
                <a:spLocks noChangeArrowheads="1"/>
              </p:cNvSpPr>
              <p:nvPr/>
            </p:nvSpPr>
            <p:spPr bwMode="auto">
              <a:xfrm>
                <a:off x="35411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8" name="Rectangle 6">
                <a:extLst>
                  <a:ext uri="{FF2B5EF4-FFF2-40B4-BE49-F238E27FC236}">
                    <a16:creationId xmlns:a16="http://schemas.microsoft.com/office/drawing/2014/main" id="{35C9E271-FB6D-4F58-AC40-C72BEAE8A205}"/>
                  </a:ext>
                </a:extLst>
              </p:cNvPr>
              <p:cNvSpPr>
                <a:spLocks noChangeArrowheads="1"/>
              </p:cNvSpPr>
              <p:nvPr/>
            </p:nvSpPr>
            <p:spPr bwMode="auto">
              <a:xfrm>
                <a:off x="80954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9" name="Rectangle 7">
                <a:extLst>
                  <a:ext uri="{FF2B5EF4-FFF2-40B4-BE49-F238E27FC236}">
                    <a16:creationId xmlns:a16="http://schemas.microsoft.com/office/drawing/2014/main" id="{6C77D497-A891-4E55-B019-C188318C9B94}"/>
                  </a:ext>
                </a:extLst>
              </p:cNvPr>
              <p:cNvSpPr>
                <a:spLocks noChangeArrowheads="1"/>
              </p:cNvSpPr>
              <p:nvPr/>
            </p:nvSpPr>
            <p:spPr bwMode="auto">
              <a:xfrm>
                <a:off x="1263805"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0" name="Rectangle 8">
                <a:extLst>
                  <a:ext uri="{FF2B5EF4-FFF2-40B4-BE49-F238E27FC236}">
                    <a16:creationId xmlns:a16="http://schemas.microsoft.com/office/drawing/2014/main" id="{789A10D5-86A9-4355-A65E-55E0070B0C22}"/>
                  </a:ext>
                </a:extLst>
              </p:cNvPr>
              <p:cNvSpPr>
                <a:spLocks noChangeArrowheads="1"/>
              </p:cNvSpPr>
              <p:nvPr/>
            </p:nvSpPr>
            <p:spPr bwMode="auto">
              <a:xfrm>
                <a:off x="1719239"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1" name="Rectangle 9">
                <a:extLst>
                  <a:ext uri="{FF2B5EF4-FFF2-40B4-BE49-F238E27FC236}">
                    <a16:creationId xmlns:a16="http://schemas.microsoft.com/office/drawing/2014/main" id="{190FC9CA-1CD6-4748-9D13-6C41111A17B7}"/>
                  </a:ext>
                </a:extLst>
              </p:cNvPr>
              <p:cNvSpPr>
                <a:spLocks noChangeArrowheads="1"/>
              </p:cNvSpPr>
              <p:nvPr/>
            </p:nvSpPr>
            <p:spPr bwMode="auto">
              <a:xfrm>
                <a:off x="2173502"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2" name="Rectangle 10">
                <a:extLst>
                  <a:ext uri="{FF2B5EF4-FFF2-40B4-BE49-F238E27FC236}">
                    <a16:creationId xmlns:a16="http://schemas.microsoft.com/office/drawing/2014/main" id="{C8822FE6-6227-48F7-AA73-92699ABEA3A8}"/>
                  </a:ext>
                </a:extLst>
              </p:cNvPr>
              <p:cNvSpPr>
                <a:spLocks noChangeArrowheads="1"/>
              </p:cNvSpPr>
              <p:nvPr/>
            </p:nvSpPr>
            <p:spPr bwMode="auto">
              <a:xfrm>
                <a:off x="2628934"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3" name="Rectangle 11">
                <a:extLst>
                  <a:ext uri="{FF2B5EF4-FFF2-40B4-BE49-F238E27FC236}">
                    <a16:creationId xmlns:a16="http://schemas.microsoft.com/office/drawing/2014/main" id="{E5E1E87B-24C4-475C-8A8F-5B997B2D073F}"/>
                  </a:ext>
                </a:extLst>
              </p:cNvPr>
              <p:cNvSpPr>
                <a:spLocks noChangeArrowheads="1"/>
              </p:cNvSpPr>
              <p:nvPr/>
            </p:nvSpPr>
            <p:spPr bwMode="auto">
              <a:xfrm>
                <a:off x="3083197"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4" name="Rectangle 12">
                <a:extLst>
                  <a:ext uri="{FF2B5EF4-FFF2-40B4-BE49-F238E27FC236}">
                    <a16:creationId xmlns:a16="http://schemas.microsoft.com/office/drawing/2014/main" id="{A10C8796-2AC4-44B9-947C-67EA0E966720}"/>
                  </a:ext>
                </a:extLst>
              </p:cNvPr>
              <p:cNvSpPr>
                <a:spLocks noChangeArrowheads="1"/>
              </p:cNvSpPr>
              <p:nvPr/>
            </p:nvSpPr>
            <p:spPr bwMode="auto">
              <a:xfrm>
                <a:off x="3538630"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5" name="Rectangle 13">
                <a:extLst>
                  <a:ext uri="{FF2B5EF4-FFF2-40B4-BE49-F238E27FC236}">
                    <a16:creationId xmlns:a16="http://schemas.microsoft.com/office/drawing/2014/main" id="{9C3B2967-6FE1-42A9-8AA6-D88F39ED2592}"/>
                  </a:ext>
                </a:extLst>
              </p:cNvPr>
              <p:cNvSpPr>
                <a:spLocks noChangeArrowheads="1"/>
              </p:cNvSpPr>
              <p:nvPr/>
            </p:nvSpPr>
            <p:spPr bwMode="auto">
              <a:xfrm>
                <a:off x="3992893"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6" name="Rectangle 14">
                <a:extLst>
                  <a:ext uri="{FF2B5EF4-FFF2-40B4-BE49-F238E27FC236}">
                    <a16:creationId xmlns:a16="http://schemas.microsoft.com/office/drawing/2014/main" id="{D65A60F3-B8CA-4A07-BA50-4382410F7DF3}"/>
                  </a:ext>
                </a:extLst>
              </p:cNvPr>
              <p:cNvSpPr>
                <a:spLocks noChangeArrowheads="1"/>
              </p:cNvSpPr>
              <p:nvPr/>
            </p:nvSpPr>
            <p:spPr bwMode="auto">
              <a:xfrm>
                <a:off x="4448326"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7" name="Rectangle 15">
                <a:extLst>
                  <a:ext uri="{FF2B5EF4-FFF2-40B4-BE49-F238E27FC236}">
                    <a16:creationId xmlns:a16="http://schemas.microsoft.com/office/drawing/2014/main" id="{CE9D0345-78D9-481A-97CD-9F4F5005DCF5}"/>
                  </a:ext>
                </a:extLst>
              </p:cNvPr>
              <p:cNvSpPr>
                <a:spLocks noChangeArrowheads="1"/>
              </p:cNvSpPr>
              <p:nvPr/>
            </p:nvSpPr>
            <p:spPr bwMode="auto">
              <a:xfrm>
                <a:off x="4902589"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8" name="Rectangle 16">
                <a:extLst>
                  <a:ext uri="{FF2B5EF4-FFF2-40B4-BE49-F238E27FC236}">
                    <a16:creationId xmlns:a16="http://schemas.microsoft.com/office/drawing/2014/main" id="{335FF664-C997-40CD-A253-17AE029463EF}"/>
                  </a:ext>
                </a:extLst>
              </p:cNvPr>
              <p:cNvSpPr>
                <a:spLocks noChangeArrowheads="1"/>
              </p:cNvSpPr>
              <p:nvPr/>
            </p:nvSpPr>
            <p:spPr bwMode="auto">
              <a:xfrm>
                <a:off x="535802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9" name="Rectangle 17">
                <a:extLst>
                  <a:ext uri="{FF2B5EF4-FFF2-40B4-BE49-F238E27FC236}">
                    <a16:creationId xmlns:a16="http://schemas.microsoft.com/office/drawing/2014/main" id="{9CC2681F-B216-40D9-B5A0-F02DCEABDF71}"/>
                  </a:ext>
                </a:extLst>
              </p:cNvPr>
              <p:cNvSpPr>
                <a:spLocks noChangeArrowheads="1"/>
              </p:cNvSpPr>
              <p:nvPr/>
            </p:nvSpPr>
            <p:spPr bwMode="auto">
              <a:xfrm>
                <a:off x="5812285"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0" name="Rectangle 18">
                <a:extLst>
                  <a:ext uri="{FF2B5EF4-FFF2-40B4-BE49-F238E27FC236}">
                    <a16:creationId xmlns:a16="http://schemas.microsoft.com/office/drawing/2014/main" id="{A3004976-7D17-4D1E-8C1B-307A36D4D3A6}"/>
                  </a:ext>
                </a:extLst>
              </p:cNvPr>
              <p:cNvSpPr>
                <a:spLocks noChangeArrowheads="1"/>
              </p:cNvSpPr>
              <p:nvPr/>
            </p:nvSpPr>
            <p:spPr bwMode="auto">
              <a:xfrm>
                <a:off x="6267717"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1" name="Rectangle 19">
                <a:extLst>
                  <a:ext uri="{FF2B5EF4-FFF2-40B4-BE49-F238E27FC236}">
                    <a16:creationId xmlns:a16="http://schemas.microsoft.com/office/drawing/2014/main" id="{2441E1C0-EA8F-4829-96F9-79E4F9F9B8A8}"/>
                  </a:ext>
                </a:extLst>
              </p:cNvPr>
              <p:cNvSpPr>
                <a:spLocks noChangeArrowheads="1"/>
              </p:cNvSpPr>
              <p:nvPr/>
            </p:nvSpPr>
            <p:spPr bwMode="auto">
              <a:xfrm>
                <a:off x="672198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2" name="Rectangle 20">
                <a:extLst>
                  <a:ext uri="{FF2B5EF4-FFF2-40B4-BE49-F238E27FC236}">
                    <a16:creationId xmlns:a16="http://schemas.microsoft.com/office/drawing/2014/main" id="{44BC57F8-5DE7-403F-B665-F6F2827DB80C}"/>
                  </a:ext>
                </a:extLst>
              </p:cNvPr>
              <p:cNvSpPr>
                <a:spLocks noChangeArrowheads="1"/>
              </p:cNvSpPr>
              <p:nvPr/>
            </p:nvSpPr>
            <p:spPr bwMode="auto">
              <a:xfrm>
                <a:off x="7177414"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3" name="Rectangle 21">
                <a:extLst>
                  <a:ext uri="{FF2B5EF4-FFF2-40B4-BE49-F238E27FC236}">
                    <a16:creationId xmlns:a16="http://schemas.microsoft.com/office/drawing/2014/main" id="{B34B239C-EECF-4F26-A48A-B0CC0F65BC73}"/>
                  </a:ext>
                </a:extLst>
              </p:cNvPr>
              <p:cNvSpPr>
                <a:spLocks noChangeArrowheads="1"/>
              </p:cNvSpPr>
              <p:nvPr/>
            </p:nvSpPr>
            <p:spPr bwMode="auto">
              <a:xfrm>
                <a:off x="7631676"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4" name="Rectangle 22">
                <a:extLst>
                  <a:ext uri="{FF2B5EF4-FFF2-40B4-BE49-F238E27FC236}">
                    <a16:creationId xmlns:a16="http://schemas.microsoft.com/office/drawing/2014/main" id="{9761DB51-CFA3-48D3-A481-6AAF4370D4B5}"/>
                  </a:ext>
                </a:extLst>
              </p:cNvPr>
              <p:cNvSpPr>
                <a:spLocks noChangeArrowheads="1"/>
              </p:cNvSpPr>
              <p:nvPr/>
            </p:nvSpPr>
            <p:spPr bwMode="auto">
              <a:xfrm>
                <a:off x="8087109"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5" name="Rectangle 23">
                <a:extLst>
                  <a:ext uri="{FF2B5EF4-FFF2-40B4-BE49-F238E27FC236}">
                    <a16:creationId xmlns:a16="http://schemas.microsoft.com/office/drawing/2014/main" id="{8BF8C0DC-CA13-4B3A-9B31-81AD0D5A3B96}"/>
                  </a:ext>
                </a:extLst>
              </p:cNvPr>
              <p:cNvSpPr>
                <a:spLocks noChangeArrowheads="1"/>
              </p:cNvSpPr>
              <p:nvPr/>
            </p:nvSpPr>
            <p:spPr bwMode="auto">
              <a:xfrm>
                <a:off x="8541372"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6" name="Rectangle 24">
                <a:extLst>
                  <a:ext uri="{FF2B5EF4-FFF2-40B4-BE49-F238E27FC236}">
                    <a16:creationId xmlns:a16="http://schemas.microsoft.com/office/drawing/2014/main" id="{3B5D9432-1B5F-4352-8E2D-A4C9BA278820}"/>
                  </a:ext>
                </a:extLst>
              </p:cNvPr>
              <p:cNvSpPr>
                <a:spLocks noChangeArrowheads="1"/>
              </p:cNvSpPr>
              <p:nvPr/>
            </p:nvSpPr>
            <p:spPr bwMode="auto">
              <a:xfrm>
                <a:off x="8996805"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7" name="Rectangle 25">
                <a:extLst>
                  <a:ext uri="{FF2B5EF4-FFF2-40B4-BE49-F238E27FC236}">
                    <a16:creationId xmlns:a16="http://schemas.microsoft.com/office/drawing/2014/main" id="{A72578CA-857C-4FF3-99D2-2409F1404F50}"/>
                  </a:ext>
                </a:extLst>
              </p:cNvPr>
              <p:cNvSpPr>
                <a:spLocks noChangeArrowheads="1"/>
              </p:cNvSpPr>
              <p:nvPr/>
            </p:nvSpPr>
            <p:spPr bwMode="auto">
              <a:xfrm>
                <a:off x="9451068"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8" name="Rectangle 26">
                <a:extLst>
                  <a:ext uri="{FF2B5EF4-FFF2-40B4-BE49-F238E27FC236}">
                    <a16:creationId xmlns:a16="http://schemas.microsoft.com/office/drawing/2014/main" id="{CAD4F8AF-D5EE-4F50-B004-20393F40DD74}"/>
                  </a:ext>
                </a:extLst>
              </p:cNvPr>
              <p:cNvSpPr>
                <a:spLocks noChangeArrowheads="1"/>
              </p:cNvSpPr>
              <p:nvPr/>
            </p:nvSpPr>
            <p:spPr bwMode="auto">
              <a:xfrm>
                <a:off x="9906501"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9" name="Rectangle 27">
                <a:extLst>
                  <a:ext uri="{FF2B5EF4-FFF2-40B4-BE49-F238E27FC236}">
                    <a16:creationId xmlns:a16="http://schemas.microsoft.com/office/drawing/2014/main" id="{8A57F274-20A6-4680-B7C0-AD8EA5A0BB6B}"/>
                  </a:ext>
                </a:extLst>
              </p:cNvPr>
              <p:cNvSpPr>
                <a:spLocks noChangeArrowheads="1"/>
              </p:cNvSpPr>
              <p:nvPr/>
            </p:nvSpPr>
            <p:spPr bwMode="auto">
              <a:xfrm>
                <a:off x="10360763"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0" name="Rectangle 28">
                <a:extLst>
                  <a:ext uri="{FF2B5EF4-FFF2-40B4-BE49-F238E27FC236}">
                    <a16:creationId xmlns:a16="http://schemas.microsoft.com/office/drawing/2014/main" id="{0F14F482-588A-4EEB-8243-0F8DF0EBFCDB}"/>
                  </a:ext>
                </a:extLst>
              </p:cNvPr>
              <p:cNvSpPr>
                <a:spLocks noChangeArrowheads="1"/>
              </p:cNvSpPr>
              <p:nvPr/>
            </p:nvSpPr>
            <p:spPr bwMode="auto">
              <a:xfrm>
                <a:off x="10816197"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1" name="Rectangle 29">
                <a:extLst>
                  <a:ext uri="{FF2B5EF4-FFF2-40B4-BE49-F238E27FC236}">
                    <a16:creationId xmlns:a16="http://schemas.microsoft.com/office/drawing/2014/main" id="{DBE68752-D099-4312-A230-0F3B7131BC49}"/>
                  </a:ext>
                </a:extLst>
              </p:cNvPr>
              <p:cNvSpPr>
                <a:spLocks noChangeArrowheads="1"/>
              </p:cNvSpPr>
              <p:nvPr/>
            </p:nvSpPr>
            <p:spPr bwMode="auto">
              <a:xfrm>
                <a:off x="1127046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2" name="Rectangle 30">
                <a:extLst>
                  <a:ext uri="{FF2B5EF4-FFF2-40B4-BE49-F238E27FC236}">
                    <a16:creationId xmlns:a16="http://schemas.microsoft.com/office/drawing/2014/main" id="{405BD9F5-ECE9-4C54-B627-8C58DFD73551}"/>
                  </a:ext>
                </a:extLst>
              </p:cNvPr>
              <p:cNvSpPr>
                <a:spLocks noChangeArrowheads="1"/>
              </p:cNvSpPr>
              <p:nvPr/>
            </p:nvSpPr>
            <p:spPr bwMode="auto">
              <a:xfrm>
                <a:off x="1172589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6" name="Group 15">
              <a:extLst>
                <a:ext uri="{FF2B5EF4-FFF2-40B4-BE49-F238E27FC236}">
                  <a16:creationId xmlns:a16="http://schemas.microsoft.com/office/drawing/2014/main" id="{81BDD497-9AE8-4EFE-A518-EB1944C837FD}"/>
                </a:ext>
              </a:extLst>
            </p:cNvPr>
            <p:cNvGrpSpPr/>
            <p:nvPr/>
          </p:nvGrpSpPr>
          <p:grpSpPr>
            <a:xfrm>
              <a:off x="354110" y="5390187"/>
              <a:ext cx="11480604" cy="108822"/>
              <a:chOff x="354110" y="5396454"/>
              <a:chExt cx="11480604" cy="108822"/>
            </a:xfrm>
            <a:grpFill/>
          </p:grpSpPr>
          <p:sp>
            <p:nvSpPr>
              <p:cNvPr id="71" name="Rectangle 32">
                <a:extLst>
                  <a:ext uri="{FF2B5EF4-FFF2-40B4-BE49-F238E27FC236}">
                    <a16:creationId xmlns:a16="http://schemas.microsoft.com/office/drawing/2014/main" id="{46DE1FDE-4944-42F3-AB62-2DB5477E3F4E}"/>
                  </a:ext>
                </a:extLst>
              </p:cNvPr>
              <p:cNvSpPr>
                <a:spLocks noChangeArrowheads="1"/>
              </p:cNvSpPr>
              <p:nvPr/>
            </p:nvSpPr>
            <p:spPr bwMode="auto">
              <a:xfrm>
                <a:off x="35411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 name="Rectangle 33">
                <a:extLst>
                  <a:ext uri="{FF2B5EF4-FFF2-40B4-BE49-F238E27FC236}">
                    <a16:creationId xmlns:a16="http://schemas.microsoft.com/office/drawing/2014/main" id="{06FCE84A-9F7C-4DFE-8CA9-5982F096E6E7}"/>
                  </a:ext>
                </a:extLst>
              </p:cNvPr>
              <p:cNvSpPr>
                <a:spLocks noChangeArrowheads="1"/>
              </p:cNvSpPr>
              <p:nvPr/>
            </p:nvSpPr>
            <p:spPr bwMode="auto">
              <a:xfrm>
                <a:off x="80954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 name="Rectangle 34">
                <a:extLst>
                  <a:ext uri="{FF2B5EF4-FFF2-40B4-BE49-F238E27FC236}">
                    <a16:creationId xmlns:a16="http://schemas.microsoft.com/office/drawing/2014/main" id="{DD56D081-1AAA-49A3-ABDB-5C753E6ABED1}"/>
                  </a:ext>
                </a:extLst>
              </p:cNvPr>
              <p:cNvSpPr>
                <a:spLocks noChangeArrowheads="1"/>
              </p:cNvSpPr>
              <p:nvPr/>
            </p:nvSpPr>
            <p:spPr bwMode="auto">
              <a:xfrm>
                <a:off x="1263805"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 name="Rectangle 35">
                <a:extLst>
                  <a:ext uri="{FF2B5EF4-FFF2-40B4-BE49-F238E27FC236}">
                    <a16:creationId xmlns:a16="http://schemas.microsoft.com/office/drawing/2014/main" id="{BD4D92B3-9AE0-48B8-959E-07EA7AB29F39}"/>
                  </a:ext>
                </a:extLst>
              </p:cNvPr>
              <p:cNvSpPr>
                <a:spLocks noChangeArrowheads="1"/>
              </p:cNvSpPr>
              <p:nvPr/>
            </p:nvSpPr>
            <p:spPr bwMode="auto">
              <a:xfrm>
                <a:off x="1719239"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 name="Rectangle 36">
                <a:extLst>
                  <a:ext uri="{FF2B5EF4-FFF2-40B4-BE49-F238E27FC236}">
                    <a16:creationId xmlns:a16="http://schemas.microsoft.com/office/drawing/2014/main" id="{3DD3026A-6FE6-4FA7-90F4-6DE1E8898CA9}"/>
                  </a:ext>
                </a:extLst>
              </p:cNvPr>
              <p:cNvSpPr>
                <a:spLocks noChangeArrowheads="1"/>
              </p:cNvSpPr>
              <p:nvPr/>
            </p:nvSpPr>
            <p:spPr bwMode="auto">
              <a:xfrm>
                <a:off x="2173502"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 name="Rectangle 37">
                <a:extLst>
                  <a:ext uri="{FF2B5EF4-FFF2-40B4-BE49-F238E27FC236}">
                    <a16:creationId xmlns:a16="http://schemas.microsoft.com/office/drawing/2014/main" id="{AC970942-28D3-4460-85B7-BD20B0D76AC0}"/>
                  </a:ext>
                </a:extLst>
              </p:cNvPr>
              <p:cNvSpPr>
                <a:spLocks noChangeArrowheads="1"/>
              </p:cNvSpPr>
              <p:nvPr/>
            </p:nvSpPr>
            <p:spPr bwMode="auto">
              <a:xfrm>
                <a:off x="2628934"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7" name="Rectangle 38">
                <a:extLst>
                  <a:ext uri="{FF2B5EF4-FFF2-40B4-BE49-F238E27FC236}">
                    <a16:creationId xmlns:a16="http://schemas.microsoft.com/office/drawing/2014/main" id="{03D96458-7899-4A24-B66B-461086FAA137}"/>
                  </a:ext>
                </a:extLst>
              </p:cNvPr>
              <p:cNvSpPr>
                <a:spLocks noChangeArrowheads="1"/>
              </p:cNvSpPr>
              <p:nvPr/>
            </p:nvSpPr>
            <p:spPr bwMode="auto">
              <a:xfrm>
                <a:off x="3083197"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8" name="Rectangle 39">
                <a:extLst>
                  <a:ext uri="{FF2B5EF4-FFF2-40B4-BE49-F238E27FC236}">
                    <a16:creationId xmlns:a16="http://schemas.microsoft.com/office/drawing/2014/main" id="{C8A769BE-C8A3-44B6-A98B-9A0CA8C8C1B0}"/>
                  </a:ext>
                </a:extLst>
              </p:cNvPr>
              <p:cNvSpPr>
                <a:spLocks noChangeArrowheads="1"/>
              </p:cNvSpPr>
              <p:nvPr/>
            </p:nvSpPr>
            <p:spPr bwMode="auto">
              <a:xfrm>
                <a:off x="3538630"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9" name="Rectangle 40">
                <a:extLst>
                  <a:ext uri="{FF2B5EF4-FFF2-40B4-BE49-F238E27FC236}">
                    <a16:creationId xmlns:a16="http://schemas.microsoft.com/office/drawing/2014/main" id="{42866ABD-1FE3-40D1-8819-FC2FC19BC13E}"/>
                  </a:ext>
                </a:extLst>
              </p:cNvPr>
              <p:cNvSpPr>
                <a:spLocks noChangeArrowheads="1"/>
              </p:cNvSpPr>
              <p:nvPr/>
            </p:nvSpPr>
            <p:spPr bwMode="auto">
              <a:xfrm>
                <a:off x="3992893"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0" name="Rectangle 41">
                <a:extLst>
                  <a:ext uri="{FF2B5EF4-FFF2-40B4-BE49-F238E27FC236}">
                    <a16:creationId xmlns:a16="http://schemas.microsoft.com/office/drawing/2014/main" id="{0DA7C80D-458F-4BCF-9DF9-4EA5C63B694E}"/>
                  </a:ext>
                </a:extLst>
              </p:cNvPr>
              <p:cNvSpPr>
                <a:spLocks noChangeArrowheads="1"/>
              </p:cNvSpPr>
              <p:nvPr/>
            </p:nvSpPr>
            <p:spPr bwMode="auto">
              <a:xfrm>
                <a:off x="4448326"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1" name="Rectangle 42">
                <a:extLst>
                  <a:ext uri="{FF2B5EF4-FFF2-40B4-BE49-F238E27FC236}">
                    <a16:creationId xmlns:a16="http://schemas.microsoft.com/office/drawing/2014/main" id="{0BDDAC83-E0E2-46D1-BE39-29D715978A44}"/>
                  </a:ext>
                </a:extLst>
              </p:cNvPr>
              <p:cNvSpPr>
                <a:spLocks noChangeArrowheads="1"/>
              </p:cNvSpPr>
              <p:nvPr/>
            </p:nvSpPr>
            <p:spPr bwMode="auto">
              <a:xfrm>
                <a:off x="4902589"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2" name="Rectangle 43">
                <a:extLst>
                  <a:ext uri="{FF2B5EF4-FFF2-40B4-BE49-F238E27FC236}">
                    <a16:creationId xmlns:a16="http://schemas.microsoft.com/office/drawing/2014/main" id="{778B5BE3-4E1C-4C31-8E26-1435B98AADE2}"/>
                  </a:ext>
                </a:extLst>
              </p:cNvPr>
              <p:cNvSpPr>
                <a:spLocks noChangeArrowheads="1"/>
              </p:cNvSpPr>
              <p:nvPr/>
            </p:nvSpPr>
            <p:spPr bwMode="auto">
              <a:xfrm>
                <a:off x="535802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3" name="Rectangle 44">
                <a:extLst>
                  <a:ext uri="{FF2B5EF4-FFF2-40B4-BE49-F238E27FC236}">
                    <a16:creationId xmlns:a16="http://schemas.microsoft.com/office/drawing/2014/main" id="{12D1914C-8D7D-4C81-BF2A-CC415E7FEFEA}"/>
                  </a:ext>
                </a:extLst>
              </p:cNvPr>
              <p:cNvSpPr>
                <a:spLocks noChangeArrowheads="1"/>
              </p:cNvSpPr>
              <p:nvPr/>
            </p:nvSpPr>
            <p:spPr bwMode="auto">
              <a:xfrm>
                <a:off x="5812285"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4" name="Rectangle 45">
                <a:extLst>
                  <a:ext uri="{FF2B5EF4-FFF2-40B4-BE49-F238E27FC236}">
                    <a16:creationId xmlns:a16="http://schemas.microsoft.com/office/drawing/2014/main" id="{3F7280B3-7FC7-46CC-B0AA-9279C8F01F29}"/>
                  </a:ext>
                </a:extLst>
              </p:cNvPr>
              <p:cNvSpPr>
                <a:spLocks noChangeArrowheads="1"/>
              </p:cNvSpPr>
              <p:nvPr/>
            </p:nvSpPr>
            <p:spPr bwMode="auto">
              <a:xfrm>
                <a:off x="6267717"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5" name="Rectangle 46">
                <a:extLst>
                  <a:ext uri="{FF2B5EF4-FFF2-40B4-BE49-F238E27FC236}">
                    <a16:creationId xmlns:a16="http://schemas.microsoft.com/office/drawing/2014/main" id="{8518DB40-11B0-4C34-8085-E25C7CCE9078}"/>
                  </a:ext>
                </a:extLst>
              </p:cNvPr>
              <p:cNvSpPr>
                <a:spLocks noChangeArrowheads="1"/>
              </p:cNvSpPr>
              <p:nvPr/>
            </p:nvSpPr>
            <p:spPr bwMode="auto">
              <a:xfrm>
                <a:off x="672198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6" name="Rectangle 47">
                <a:extLst>
                  <a:ext uri="{FF2B5EF4-FFF2-40B4-BE49-F238E27FC236}">
                    <a16:creationId xmlns:a16="http://schemas.microsoft.com/office/drawing/2014/main" id="{A0A4571B-8522-4F7C-A623-D22275A4BA72}"/>
                  </a:ext>
                </a:extLst>
              </p:cNvPr>
              <p:cNvSpPr>
                <a:spLocks noChangeArrowheads="1"/>
              </p:cNvSpPr>
              <p:nvPr/>
            </p:nvSpPr>
            <p:spPr bwMode="auto">
              <a:xfrm>
                <a:off x="7177414"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7" name="Rectangle 48">
                <a:extLst>
                  <a:ext uri="{FF2B5EF4-FFF2-40B4-BE49-F238E27FC236}">
                    <a16:creationId xmlns:a16="http://schemas.microsoft.com/office/drawing/2014/main" id="{0058B0EA-93A6-4250-B9BB-2189D860E5A2}"/>
                  </a:ext>
                </a:extLst>
              </p:cNvPr>
              <p:cNvSpPr>
                <a:spLocks noChangeArrowheads="1"/>
              </p:cNvSpPr>
              <p:nvPr/>
            </p:nvSpPr>
            <p:spPr bwMode="auto">
              <a:xfrm>
                <a:off x="7631676"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8" name="Rectangle 49">
                <a:extLst>
                  <a:ext uri="{FF2B5EF4-FFF2-40B4-BE49-F238E27FC236}">
                    <a16:creationId xmlns:a16="http://schemas.microsoft.com/office/drawing/2014/main" id="{AD35427D-2F04-45B3-A5EA-4C931023ECE8}"/>
                  </a:ext>
                </a:extLst>
              </p:cNvPr>
              <p:cNvSpPr>
                <a:spLocks noChangeArrowheads="1"/>
              </p:cNvSpPr>
              <p:nvPr/>
            </p:nvSpPr>
            <p:spPr bwMode="auto">
              <a:xfrm>
                <a:off x="8087109"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9" name="Rectangle 50">
                <a:extLst>
                  <a:ext uri="{FF2B5EF4-FFF2-40B4-BE49-F238E27FC236}">
                    <a16:creationId xmlns:a16="http://schemas.microsoft.com/office/drawing/2014/main" id="{C9AE1296-0B65-425E-B952-6EA87FD817F0}"/>
                  </a:ext>
                </a:extLst>
              </p:cNvPr>
              <p:cNvSpPr>
                <a:spLocks noChangeArrowheads="1"/>
              </p:cNvSpPr>
              <p:nvPr/>
            </p:nvSpPr>
            <p:spPr bwMode="auto">
              <a:xfrm>
                <a:off x="8541372"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0" name="Rectangle 51">
                <a:extLst>
                  <a:ext uri="{FF2B5EF4-FFF2-40B4-BE49-F238E27FC236}">
                    <a16:creationId xmlns:a16="http://schemas.microsoft.com/office/drawing/2014/main" id="{7A1EA1D6-A2F2-45C1-B37A-53504239CE56}"/>
                  </a:ext>
                </a:extLst>
              </p:cNvPr>
              <p:cNvSpPr>
                <a:spLocks noChangeArrowheads="1"/>
              </p:cNvSpPr>
              <p:nvPr/>
            </p:nvSpPr>
            <p:spPr bwMode="auto">
              <a:xfrm>
                <a:off x="8996805"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1" name="Rectangle 52">
                <a:extLst>
                  <a:ext uri="{FF2B5EF4-FFF2-40B4-BE49-F238E27FC236}">
                    <a16:creationId xmlns:a16="http://schemas.microsoft.com/office/drawing/2014/main" id="{505AF1AD-40CE-4BC2-AC86-033E06E7B6F6}"/>
                  </a:ext>
                </a:extLst>
              </p:cNvPr>
              <p:cNvSpPr>
                <a:spLocks noChangeArrowheads="1"/>
              </p:cNvSpPr>
              <p:nvPr/>
            </p:nvSpPr>
            <p:spPr bwMode="auto">
              <a:xfrm>
                <a:off x="9451068"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2" name="Rectangle 53">
                <a:extLst>
                  <a:ext uri="{FF2B5EF4-FFF2-40B4-BE49-F238E27FC236}">
                    <a16:creationId xmlns:a16="http://schemas.microsoft.com/office/drawing/2014/main" id="{4E83FA98-5620-4FBC-83BE-A15F94C83D59}"/>
                  </a:ext>
                </a:extLst>
              </p:cNvPr>
              <p:cNvSpPr>
                <a:spLocks noChangeArrowheads="1"/>
              </p:cNvSpPr>
              <p:nvPr/>
            </p:nvSpPr>
            <p:spPr bwMode="auto">
              <a:xfrm>
                <a:off x="9906501"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3" name="Rectangle 54">
                <a:extLst>
                  <a:ext uri="{FF2B5EF4-FFF2-40B4-BE49-F238E27FC236}">
                    <a16:creationId xmlns:a16="http://schemas.microsoft.com/office/drawing/2014/main" id="{994A88E7-EC98-4704-B017-A2BEA7AB44CD}"/>
                  </a:ext>
                </a:extLst>
              </p:cNvPr>
              <p:cNvSpPr>
                <a:spLocks noChangeArrowheads="1"/>
              </p:cNvSpPr>
              <p:nvPr/>
            </p:nvSpPr>
            <p:spPr bwMode="auto">
              <a:xfrm>
                <a:off x="10360763"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4" name="Rectangle 55">
                <a:extLst>
                  <a:ext uri="{FF2B5EF4-FFF2-40B4-BE49-F238E27FC236}">
                    <a16:creationId xmlns:a16="http://schemas.microsoft.com/office/drawing/2014/main" id="{44F8541E-6BEB-4522-8934-CDC85C95B804}"/>
                  </a:ext>
                </a:extLst>
              </p:cNvPr>
              <p:cNvSpPr>
                <a:spLocks noChangeArrowheads="1"/>
              </p:cNvSpPr>
              <p:nvPr/>
            </p:nvSpPr>
            <p:spPr bwMode="auto">
              <a:xfrm>
                <a:off x="10816197"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5" name="Rectangle 56">
                <a:extLst>
                  <a:ext uri="{FF2B5EF4-FFF2-40B4-BE49-F238E27FC236}">
                    <a16:creationId xmlns:a16="http://schemas.microsoft.com/office/drawing/2014/main" id="{41BE143F-1045-43B6-9112-9CA42EAB94D5}"/>
                  </a:ext>
                </a:extLst>
              </p:cNvPr>
              <p:cNvSpPr>
                <a:spLocks noChangeArrowheads="1"/>
              </p:cNvSpPr>
              <p:nvPr/>
            </p:nvSpPr>
            <p:spPr bwMode="auto">
              <a:xfrm>
                <a:off x="1127046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6" name="Rectangle 57">
                <a:extLst>
                  <a:ext uri="{FF2B5EF4-FFF2-40B4-BE49-F238E27FC236}">
                    <a16:creationId xmlns:a16="http://schemas.microsoft.com/office/drawing/2014/main" id="{15B3273B-882C-4741-AFCB-88C00782C05E}"/>
                  </a:ext>
                </a:extLst>
              </p:cNvPr>
              <p:cNvSpPr>
                <a:spLocks noChangeArrowheads="1"/>
              </p:cNvSpPr>
              <p:nvPr/>
            </p:nvSpPr>
            <p:spPr bwMode="auto">
              <a:xfrm>
                <a:off x="1172589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7" name="Group 16">
              <a:extLst>
                <a:ext uri="{FF2B5EF4-FFF2-40B4-BE49-F238E27FC236}">
                  <a16:creationId xmlns:a16="http://schemas.microsoft.com/office/drawing/2014/main" id="{42D156E4-2FEE-41D1-B234-92FA676F4D8E}"/>
                </a:ext>
              </a:extLst>
            </p:cNvPr>
            <p:cNvGrpSpPr/>
            <p:nvPr/>
          </p:nvGrpSpPr>
          <p:grpSpPr>
            <a:xfrm>
              <a:off x="354110" y="5895731"/>
              <a:ext cx="11480604" cy="109990"/>
              <a:chOff x="354110" y="5903678"/>
              <a:chExt cx="11480604" cy="109990"/>
            </a:xfrm>
            <a:grpFill/>
          </p:grpSpPr>
          <p:sp>
            <p:nvSpPr>
              <p:cNvPr id="45" name="Rectangle 59">
                <a:extLst>
                  <a:ext uri="{FF2B5EF4-FFF2-40B4-BE49-F238E27FC236}">
                    <a16:creationId xmlns:a16="http://schemas.microsoft.com/office/drawing/2014/main" id="{1282A854-928F-4C4C-AF50-E805B6E24D60}"/>
                  </a:ext>
                </a:extLst>
              </p:cNvPr>
              <p:cNvSpPr>
                <a:spLocks noChangeArrowheads="1"/>
              </p:cNvSpPr>
              <p:nvPr/>
            </p:nvSpPr>
            <p:spPr bwMode="auto">
              <a:xfrm>
                <a:off x="35411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 name="Rectangle 60">
                <a:extLst>
                  <a:ext uri="{FF2B5EF4-FFF2-40B4-BE49-F238E27FC236}">
                    <a16:creationId xmlns:a16="http://schemas.microsoft.com/office/drawing/2014/main" id="{BF09B981-640A-4B56-97EF-77A7674F2AB4}"/>
                  </a:ext>
                </a:extLst>
              </p:cNvPr>
              <p:cNvSpPr>
                <a:spLocks noChangeArrowheads="1"/>
              </p:cNvSpPr>
              <p:nvPr/>
            </p:nvSpPr>
            <p:spPr bwMode="auto">
              <a:xfrm>
                <a:off x="80954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 name="Rectangle 61">
                <a:extLst>
                  <a:ext uri="{FF2B5EF4-FFF2-40B4-BE49-F238E27FC236}">
                    <a16:creationId xmlns:a16="http://schemas.microsoft.com/office/drawing/2014/main" id="{0E3D84C4-7127-44E3-9D80-DD4C9DF86B9B}"/>
                  </a:ext>
                </a:extLst>
              </p:cNvPr>
              <p:cNvSpPr>
                <a:spLocks noChangeArrowheads="1"/>
              </p:cNvSpPr>
              <p:nvPr/>
            </p:nvSpPr>
            <p:spPr bwMode="auto">
              <a:xfrm>
                <a:off x="126380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 name="Rectangle 62">
                <a:extLst>
                  <a:ext uri="{FF2B5EF4-FFF2-40B4-BE49-F238E27FC236}">
                    <a16:creationId xmlns:a16="http://schemas.microsoft.com/office/drawing/2014/main" id="{3C0ED1F5-7157-4C03-AF23-63AA54E2020F}"/>
                  </a:ext>
                </a:extLst>
              </p:cNvPr>
              <p:cNvSpPr>
                <a:spLocks noChangeArrowheads="1"/>
              </p:cNvSpPr>
              <p:nvPr/>
            </p:nvSpPr>
            <p:spPr bwMode="auto">
              <a:xfrm>
                <a:off x="171923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 name="Rectangle 63">
                <a:extLst>
                  <a:ext uri="{FF2B5EF4-FFF2-40B4-BE49-F238E27FC236}">
                    <a16:creationId xmlns:a16="http://schemas.microsoft.com/office/drawing/2014/main" id="{DA4CC94A-11EC-484D-93A8-A6BA55C942E0}"/>
                  </a:ext>
                </a:extLst>
              </p:cNvPr>
              <p:cNvSpPr>
                <a:spLocks noChangeArrowheads="1"/>
              </p:cNvSpPr>
              <p:nvPr/>
            </p:nvSpPr>
            <p:spPr bwMode="auto">
              <a:xfrm>
                <a:off x="217350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 name="Rectangle 64">
                <a:extLst>
                  <a:ext uri="{FF2B5EF4-FFF2-40B4-BE49-F238E27FC236}">
                    <a16:creationId xmlns:a16="http://schemas.microsoft.com/office/drawing/2014/main" id="{F3F8546E-5077-4146-94A8-9C4CC244E519}"/>
                  </a:ext>
                </a:extLst>
              </p:cNvPr>
              <p:cNvSpPr>
                <a:spLocks noChangeArrowheads="1"/>
              </p:cNvSpPr>
              <p:nvPr/>
            </p:nvSpPr>
            <p:spPr bwMode="auto">
              <a:xfrm>
                <a:off x="262893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1" name="Rectangle 65">
                <a:extLst>
                  <a:ext uri="{FF2B5EF4-FFF2-40B4-BE49-F238E27FC236}">
                    <a16:creationId xmlns:a16="http://schemas.microsoft.com/office/drawing/2014/main" id="{931F67C4-9C1D-4588-A8E6-3E99D64C700D}"/>
                  </a:ext>
                </a:extLst>
              </p:cNvPr>
              <p:cNvSpPr>
                <a:spLocks noChangeArrowheads="1"/>
              </p:cNvSpPr>
              <p:nvPr/>
            </p:nvSpPr>
            <p:spPr bwMode="auto">
              <a:xfrm>
                <a:off x="3083197"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 name="Rectangle 66">
                <a:extLst>
                  <a:ext uri="{FF2B5EF4-FFF2-40B4-BE49-F238E27FC236}">
                    <a16:creationId xmlns:a16="http://schemas.microsoft.com/office/drawing/2014/main" id="{EB21CB79-3CB2-4077-A9B9-C45985197177}"/>
                  </a:ext>
                </a:extLst>
              </p:cNvPr>
              <p:cNvSpPr>
                <a:spLocks noChangeArrowheads="1"/>
              </p:cNvSpPr>
              <p:nvPr/>
            </p:nvSpPr>
            <p:spPr bwMode="auto">
              <a:xfrm>
                <a:off x="3538630"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 name="Rectangle 67">
                <a:extLst>
                  <a:ext uri="{FF2B5EF4-FFF2-40B4-BE49-F238E27FC236}">
                    <a16:creationId xmlns:a16="http://schemas.microsoft.com/office/drawing/2014/main" id="{DD611496-16E5-4416-B1A2-02348ABD39A2}"/>
                  </a:ext>
                </a:extLst>
              </p:cNvPr>
              <p:cNvSpPr>
                <a:spLocks noChangeArrowheads="1"/>
              </p:cNvSpPr>
              <p:nvPr/>
            </p:nvSpPr>
            <p:spPr bwMode="auto">
              <a:xfrm>
                <a:off x="399289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 name="Rectangle 68">
                <a:extLst>
                  <a:ext uri="{FF2B5EF4-FFF2-40B4-BE49-F238E27FC236}">
                    <a16:creationId xmlns:a16="http://schemas.microsoft.com/office/drawing/2014/main" id="{EF4511E4-6AE1-4AD2-9E94-8DFEBF58B10C}"/>
                  </a:ext>
                </a:extLst>
              </p:cNvPr>
              <p:cNvSpPr>
                <a:spLocks noChangeArrowheads="1"/>
              </p:cNvSpPr>
              <p:nvPr/>
            </p:nvSpPr>
            <p:spPr bwMode="auto">
              <a:xfrm>
                <a:off x="4448326"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 name="Rectangle 69">
                <a:extLst>
                  <a:ext uri="{FF2B5EF4-FFF2-40B4-BE49-F238E27FC236}">
                    <a16:creationId xmlns:a16="http://schemas.microsoft.com/office/drawing/2014/main" id="{5A9F5148-2BFE-49A2-882C-9C270DAC2D30}"/>
                  </a:ext>
                </a:extLst>
              </p:cNvPr>
              <p:cNvSpPr>
                <a:spLocks noChangeArrowheads="1"/>
              </p:cNvSpPr>
              <p:nvPr/>
            </p:nvSpPr>
            <p:spPr bwMode="auto">
              <a:xfrm>
                <a:off x="4902589"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 name="Rectangle 70">
                <a:extLst>
                  <a:ext uri="{FF2B5EF4-FFF2-40B4-BE49-F238E27FC236}">
                    <a16:creationId xmlns:a16="http://schemas.microsoft.com/office/drawing/2014/main" id="{17978533-954B-41FA-ACA1-BB2EAC45FE1D}"/>
                  </a:ext>
                </a:extLst>
              </p:cNvPr>
              <p:cNvSpPr>
                <a:spLocks noChangeArrowheads="1"/>
              </p:cNvSpPr>
              <p:nvPr/>
            </p:nvSpPr>
            <p:spPr bwMode="auto">
              <a:xfrm>
                <a:off x="535802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 name="Rectangle 71">
                <a:extLst>
                  <a:ext uri="{FF2B5EF4-FFF2-40B4-BE49-F238E27FC236}">
                    <a16:creationId xmlns:a16="http://schemas.microsoft.com/office/drawing/2014/main" id="{9926B974-3B58-43BE-A627-034A472C617C}"/>
                  </a:ext>
                </a:extLst>
              </p:cNvPr>
              <p:cNvSpPr>
                <a:spLocks noChangeArrowheads="1"/>
              </p:cNvSpPr>
              <p:nvPr/>
            </p:nvSpPr>
            <p:spPr bwMode="auto">
              <a:xfrm>
                <a:off x="581228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 name="Rectangle 72">
                <a:extLst>
                  <a:ext uri="{FF2B5EF4-FFF2-40B4-BE49-F238E27FC236}">
                    <a16:creationId xmlns:a16="http://schemas.microsoft.com/office/drawing/2014/main" id="{E88CA7B8-FC95-4FE1-9B97-D5EF9F942413}"/>
                  </a:ext>
                </a:extLst>
              </p:cNvPr>
              <p:cNvSpPr>
                <a:spLocks noChangeArrowheads="1"/>
              </p:cNvSpPr>
              <p:nvPr/>
            </p:nvSpPr>
            <p:spPr bwMode="auto">
              <a:xfrm>
                <a:off x="626771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 name="Rectangle 73">
                <a:extLst>
                  <a:ext uri="{FF2B5EF4-FFF2-40B4-BE49-F238E27FC236}">
                    <a16:creationId xmlns:a16="http://schemas.microsoft.com/office/drawing/2014/main" id="{A92934FD-C410-4C84-A5E1-081E7B422AA1}"/>
                  </a:ext>
                </a:extLst>
              </p:cNvPr>
              <p:cNvSpPr>
                <a:spLocks noChangeArrowheads="1"/>
              </p:cNvSpPr>
              <p:nvPr/>
            </p:nvSpPr>
            <p:spPr bwMode="auto">
              <a:xfrm>
                <a:off x="672198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 name="Rectangle 74">
                <a:extLst>
                  <a:ext uri="{FF2B5EF4-FFF2-40B4-BE49-F238E27FC236}">
                    <a16:creationId xmlns:a16="http://schemas.microsoft.com/office/drawing/2014/main" id="{2DA33973-6FE4-4D86-BBFB-90D4909293C8}"/>
                  </a:ext>
                </a:extLst>
              </p:cNvPr>
              <p:cNvSpPr>
                <a:spLocks noChangeArrowheads="1"/>
              </p:cNvSpPr>
              <p:nvPr/>
            </p:nvSpPr>
            <p:spPr bwMode="auto">
              <a:xfrm>
                <a:off x="717741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 name="Rectangle 75">
                <a:extLst>
                  <a:ext uri="{FF2B5EF4-FFF2-40B4-BE49-F238E27FC236}">
                    <a16:creationId xmlns:a16="http://schemas.microsoft.com/office/drawing/2014/main" id="{94818BD6-2B6E-47BE-B503-E9E8E6375D92}"/>
                  </a:ext>
                </a:extLst>
              </p:cNvPr>
              <p:cNvSpPr>
                <a:spLocks noChangeArrowheads="1"/>
              </p:cNvSpPr>
              <p:nvPr/>
            </p:nvSpPr>
            <p:spPr bwMode="auto">
              <a:xfrm>
                <a:off x="7631676"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 name="Rectangle 76">
                <a:extLst>
                  <a:ext uri="{FF2B5EF4-FFF2-40B4-BE49-F238E27FC236}">
                    <a16:creationId xmlns:a16="http://schemas.microsoft.com/office/drawing/2014/main" id="{F051DFF7-292C-4CA6-B811-8790171A25A6}"/>
                  </a:ext>
                </a:extLst>
              </p:cNvPr>
              <p:cNvSpPr>
                <a:spLocks noChangeArrowheads="1"/>
              </p:cNvSpPr>
              <p:nvPr/>
            </p:nvSpPr>
            <p:spPr bwMode="auto">
              <a:xfrm>
                <a:off x="808710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 name="Rectangle 77">
                <a:extLst>
                  <a:ext uri="{FF2B5EF4-FFF2-40B4-BE49-F238E27FC236}">
                    <a16:creationId xmlns:a16="http://schemas.microsoft.com/office/drawing/2014/main" id="{728FA892-539E-4633-A6ED-61FF464A5030}"/>
                  </a:ext>
                </a:extLst>
              </p:cNvPr>
              <p:cNvSpPr>
                <a:spLocks noChangeArrowheads="1"/>
              </p:cNvSpPr>
              <p:nvPr/>
            </p:nvSpPr>
            <p:spPr bwMode="auto">
              <a:xfrm>
                <a:off x="854137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 name="Rectangle 78">
                <a:extLst>
                  <a:ext uri="{FF2B5EF4-FFF2-40B4-BE49-F238E27FC236}">
                    <a16:creationId xmlns:a16="http://schemas.microsoft.com/office/drawing/2014/main" id="{FE6AF4DA-E293-4A89-BE4C-DD3E6BDBE217}"/>
                  </a:ext>
                </a:extLst>
              </p:cNvPr>
              <p:cNvSpPr>
                <a:spLocks noChangeArrowheads="1"/>
              </p:cNvSpPr>
              <p:nvPr/>
            </p:nvSpPr>
            <p:spPr bwMode="auto">
              <a:xfrm>
                <a:off x="8996805"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 name="Rectangle 79">
                <a:extLst>
                  <a:ext uri="{FF2B5EF4-FFF2-40B4-BE49-F238E27FC236}">
                    <a16:creationId xmlns:a16="http://schemas.microsoft.com/office/drawing/2014/main" id="{11BA7696-6E60-4A76-8A02-38F11535F1F3}"/>
                  </a:ext>
                </a:extLst>
              </p:cNvPr>
              <p:cNvSpPr>
                <a:spLocks noChangeArrowheads="1"/>
              </p:cNvSpPr>
              <p:nvPr/>
            </p:nvSpPr>
            <p:spPr bwMode="auto">
              <a:xfrm>
                <a:off x="9451068"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 name="Rectangle 80">
                <a:extLst>
                  <a:ext uri="{FF2B5EF4-FFF2-40B4-BE49-F238E27FC236}">
                    <a16:creationId xmlns:a16="http://schemas.microsoft.com/office/drawing/2014/main" id="{EBA43DA8-F00F-4803-9505-8D973D07BA4B}"/>
                  </a:ext>
                </a:extLst>
              </p:cNvPr>
              <p:cNvSpPr>
                <a:spLocks noChangeArrowheads="1"/>
              </p:cNvSpPr>
              <p:nvPr/>
            </p:nvSpPr>
            <p:spPr bwMode="auto">
              <a:xfrm>
                <a:off x="9906501"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 name="Rectangle 81">
                <a:extLst>
                  <a:ext uri="{FF2B5EF4-FFF2-40B4-BE49-F238E27FC236}">
                    <a16:creationId xmlns:a16="http://schemas.microsoft.com/office/drawing/2014/main" id="{5996994C-303B-47AD-B7A1-EB4C4801F26D}"/>
                  </a:ext>
                </a:extLst>
              </p:cNvPr>
              <p:cNvSpPr>
                <a:spLocks noChangeArrowheads="1"/>
              </p:cNvSpPr>
              <p:nvPr/>
            </p:nvSpPr>
            <p:spPr bwMode="auto">
              <a:xfrm>
                <a:off x="1036076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 name="Rectangle 82">
                <a:extLst>
                  <a:ext uri="{FF2B5EF4-FFF2-40B4-BE49-F238E27FC236}">
                    <a16:creationId xmlns:a16="http://schemas.microsoft.com/office/drawing/2014/main" id="{AC9DA622-9D85-4CCD-AC5B-C16EC91FDA83}"/>
                  </a:ext>
                </a:extLst>
              </p:cNvPr>
              <p:cNvSpPr>
                <a:spLocks noChangeArrowheads="1"/>
              </p:cNvSpPr>
              <p:nvPr/>
            </p:nvSpPr>
            <p:spPr bwMode="auto">
              <a:xfrm>
                <a:off x="1081619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 name="Rectangle 83">
                <a:extLst>
                  <a:ext uri="{FF2B5EF4-FFF2-40B4-BE49-F238E27FC236}">
                    <a16:creationId xmlns:a16="http://schemas.microsoft.com/office/drawing/2014/main" id="{74795EEC-C77C-457E-8ED2-A2565D98D6B5}"/>
                  </a:ext>
                </a:extLst>
              </p:cNvPr>
              <p:cNvSpPr>
                <a:spLocks noChangeArrowheads="1"/>
              </p:cNvSpPr>
              <p:nvPr/>
            </p:nvSpPr>
            <p:spPr bwMode="auto">
              <a:xfrm>
                <a:off x="1127046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 name="Rectangle 84">
                <a:extLst>
                  <a:ext uri="{FF2B5EF4-FFF2-40B4-BE49-F238E27FC236}">
                    <a16:creationId xmlns:a16="http://schemas.microsoft.com/office/drawing/2014/main" id="{E7A6C9D7-E009-43E7-83C2-4012ED6CC081}"/>
                  </a:ext>
                </a:extLst>
              </p:cNvPr>
              <p:cNvSpPr>
                <a:spLocks noChangeArrowheads="1"/>
              </p:cNvSpPr>
              <p:nvPr/>
            </p:nvSpPr>
            <p:spPr bwMode="auto">
              <a:xfrm>
                <a:off x="1172589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8" name="Group 17">
              <a:extLst>
                <a:ext uri="{FF2B5EF4-FFF2-40B4-BE49-F238E27FC236}">
                  <a16:creationId xmlns:a16="http://schemas.microsoft.com/office/drawing/2014/main" id="{56EC6267-892C-414C-9F90-78AE254ABFE9}"/>
                </a:ext>
              </a:extLst>
            </p:cNvPr>
            <p:cNvGrpSpPr/>
            <p:nvPr/>
          </p:nvGrpSpPr>
          <p:grpSpPr>
            <a:xfrm>
              <a:off x="354110" y="6402442"/>
              <a:ext cx="11480604" cy="109990"/>
              <a:chOff x="354110" y="5903678"/>
              <a:chExt cx="11480604" cy="109990"/>
            </a:xfrm>
            <a:grpFill/>
          </p:grpSpPr>
          <p:sp>
            <p:nvSpPr>
              <p:cNvPr id="19" name="Rectangle 59">
                <a:extLst>
                  <a:ext uri="{FF2B5EF4-FFF2-40B4-BE49-F238E27FC236}">
                    <a16:creationId xmlns:a16="http://schemas.microsoft.com/office/drawing/2014/main" id="{3E75128E-3C74-4C95-89B7-CB30EBD0DA91}"/>
                  </a:ext>
                </a:extLst>
              </p:cNvPr>
              <p:cNvSpPr>
                <a:spLocks noChangeArrowheads="1"/>
              </p:cNvSpPr>
              <p:nvPr/>
            </p:nvSpPr>
            <p:spPr bwMode="auto">
              <a:xfrm>
                <a:off x="35411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 name="Rectangle 60">
                <a:extLst>
                  <a:ext uri="{FF2B5EF4-FFF2-40B4-BE49-F238E27FC236}">
                    <a16:creationId xmlns:a16="http://schemas.microsoft.com/office/drawing/2014/main" id="{5123F894-661A-41E9-A3C4-D65153785919}"/>
                  </a:ext>
                </a:extLst>
              </p:cNvPr>
              <p:cNvSpPr>
                <a:spLocks noChangeArrowheads="1"/>
              </p:cNvSpPr>
              <p:nvPr/>
            </p:nvSpPr>
            <p:spPr bwMode="auto">
              <a:xfrm>
                <a:off x="80954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 name="Rectangle 61">
                <a:extLst>
                  <a:ext uri="{FF2B5EF4-FFF2-40B4-BE49-F238E27FC236}">
                    <a16:creationId xmlns:a16="http://schemas.microsoft.com/office/drawing/2014/main" id="{6DE83EB5-D56C-4E03-AFAA-ABFCDBF5269C}"/>
                  </a:ext>
                </a:extLst>
              </p:cNvPr>
              <p:cNvSpPr>
                <a:spLocks noChangeArrowheads="1"/>
              </p:cNvSpPr>
              <p:nvPr/>
            </p:nvSpPr>
            <p:spPr bwMode="auto">
              <a:xfrm>
                <a:off x="126380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 name="Rectangle 62">
                <a:extLst>
                  <a:ext uri="{FF2B5EF4-FFF2-40B4-BE49-F238E27FC236}">
                    <a16:creationId xmlns:a16="http://schemas.microsoft.com/office/drawing/2014/main" id="{A7150839-4B6F-48D6-8DC1-234F92C99691}"/>
                  </a:ext>
                </a:extLst>
              </p:cNvPr>
              <p:cNvSpPr>
                <a:spLocks noChangeArrowheads="1"/>
              </p:cNvSpPr>
              <p:nvPr/>
            </p:nvSpPr>
            <p:spPr bwMode="auto">
              <a:xfrm>
                <a:off x="171923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 name="Rectangle 63">
                <a:extLst>
                  <a:ext uri="{FF2B5EF4-FFF2-40B4-BE49-F238E27FC236}">
                    <a16:creationId xmlns:a16="http://schemas.microsoft.com/office/drawing/2014/main" id="{F57DE175-BDB3-46EA-A233-0D1C4BC629CE}"/>
                  </a:ext>
                </a:extLst>
              </p:cNvPr>
              <p:cNvSpPr>
                <a:spLocks noChangeArrowheads="1"/>
              </p:cNvSpPr>
              <p:nvPr/>
            </p:nvSpPr>
            <p:spPr bwMode="auto">
              <a:xfrm>
                <a:off x="217350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 name="Rectangle 64">
                <a:extLst>
                  <a:ext uri="{FF2B5EF4-FFF2-40B4-BE49-F238E27FC236}">
                    <a16:creationId xmlns:a16="http://schemas.microsoft.com/office/drawing/2014/main" id="{E0DC63F5-28E3-423C-884B-60E11C90CCF8}"/>
                  </a:ext>
                </a:extLst>
              </p:cNvPr>
              <p:cNvSpPr>
                <a:spLocks noChangeArrowheads="1"/>
              </p:cNvSpPr>
              <p:nvPr/>
            </p:nvSpPr>
            <p:spPr bwMode="auto">
              <a:xfrm>
                <a:off x="262893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 name="Rectangle 65">
                <a:extLst>
                  <a:ext uri="{FF2B5EF4-FFF2-40B4-BE49-F238E27FC236}">
                    <a16:creationId xmlns:a16="http://schemas.microsoft.com/office/drawing/2014/main" id="{1B8EDB48-7E1A-4E8D-8DD6-E2E9045E5CC7}"/>
                  </a:ext>
                </a:extLst>
              </p:cNvPr>
              <p:cNvSpPr>
                <a:spLocks noChangeArrowheads="1"/>
              </p:cNvSpPr>
              <p:nvPr/>
            </p:nvSpPr>
            <p:spPr bwMode="auto">
              <a:xfrm>
                <a:off x="3083197"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 name="Rectangle 66">
                <a:extLst>
                  <a:ext uri="{FF2B5EF4-FFF2-40B4-BE49-F238E27FC236}">
                    <a16:creationId xmlns:a16="http://schemas.microsoft.com/office/drawing/2014/main" id="{7B2F1A3E-E3C9-4E74-A8BB-5D7489CCC81E}"/>
                  </a:ext>
                </a:extLst>
              </p:cNvPr>
              <p:cNvSpPr>
                <a:spLocks noChangeArrowheads="1"/>
              </p:cNvSpPr>
              <p:nvPr/>
            </p:nvSpPr>
            <p:spPr bwMode="auto">
              <a:xfrm>
                <a:off x="3538630"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 name="Rectangle 67">
                <a:extLst>
                  <a:ext uri="{FF2B5EF4-FFF2-40B4-BE49-F238E27FC236}">
                    <a16:creationId xmlns:a16="http://schemas.microsoft.com/office/drawing/2014/main" id="{986E435A-5565-453A-9521-30F8988F19B7}"/>
                  </a:ext>
                </a:extLst>
              </p:cNvPr>
              <p:cNvSpPr>
                <a:spLocks noChangeArrowheads="1"/>
              </p:cNvSpPr>
              <p:nvPr/>
            </p:nvSpPr>
            <p:spPr bwMode="auto">
              <a:xfrm>
                <a:off x="399289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 name="Rectangle 68">
                <a:extLst>
                  <a:ext uri="{FF2B5EF4-FFF2-40B4-BE49-F238E27FC236}">
                    <a16:creationId xmlns:a16="http://schemas.microsoft.com/office/drawing/2014/main" id="{1B037B73-2947-4134-8DBF-86815CE18D01}"/>
                  </a:ext>
                </a:extLst>
              </p:cNvPr>
              <p:cNvSpPr>
                <a:spLocks noChangeArrowheads="1"/>
              </p:cNvSpPr>
              <p:nvPr/>
            </p:nvSpPr>
            <p:spPr bwMode="auto">
              <a:xfrm>
                <a:off x="4448326"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 name="Rectangle 69">
                <a:extLst>
                  <a:ext uri="{FF2B5EF4-FFF2-40B4-BE49-F238E27FC236}">
                    <a16:creationId xmlns:a16="http://schemas.microsoft.com/office/drawing/2014/main" id="{59E3FCFD-4BC9-4154-9F9A-FEDADE6AF856}"/>
                  </a:ext>
                </a:extLst>
              </p:cNvPr>
              <p:cNvSpPr>
                <a:spLocks noChangeArrowheads="1"/>
              </p:cNvSpPr>
              <p:nvPr/>
            </p:nvSpPr>
            <p:spPr bwMode="auto">
              <a:xfrm>
                <a:off x="4902589"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 name="Rectangle 70">
                <a:extLst>
                  <a:ext uri="{FF2B5EF4-FFF2-40B4-BE49-F238E27FC236}">
                    <a16:creationId xmlns:a16="http://schemas.microsoft.com/office/drawing/2014/main" id="{75B4E090-E69E-4E1B-9D47-2E7610643E70}"/>
                  </a:ext>
                </a:extLst>
              </p:cNvPr>
              <p:cNvSpPr>
                <a:spLocks noChangeArrowheads="1"/>
              </p:cNvSpPr>
              <p:nvPr/>
            </p:nvSpPr>
            <p:spPr bwMode="auto">
              <a:xfrm>
                <a:off x="535802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 name="Rectangle 71">
                <a:extLst>
                  <a:ext uri="{FF2B5EF4-FFF2-40B4-BE49-F238E27FC236}">
                    <a16:creationId xmlns:a16="http://schemas.microsoft.com/office/drawing/2014/main" id="{3E8EF4EA-870F-4671-9D93-BBDD11E3A6D3}"/>
                  </a:ext>
                </a:extLst>
              </p:cNvPr>
              <p:cNvSpPr>
                <a:spLocks noChangeArrowheads="1"/>
              </p:cNvSpPr>
              <p:nvPr/>
            </p:nvSpPr>
            <p:spPr bwMode="auto">
              <a:xfrm>
                <a:off x="581228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 name="Rectangle 72">
                <a:extLst>
                  <a:ext uri="{FF2B5EF4-FFF2-40B4-BE49-F238E27FC236}">
                    <a16:creationId xmlns:a16="http://schemas.microsoft.com/office/drawing/2014/main" id="{381F046F-5BF7-4214-B4FB-EEBE29F7CA15}"/>
                  </a:ext>
                </a:extLst>
              </p:cNvPr>
              <p:cNvSpPr>
                <a:spLocks noChangeArrowheads="1"/>
              </p:cNvSpPr>
              <p:nvPr/>
            </p:nvSpPr>
            <p:spPr bwMode="auto">
              <a:xfrm>
                <a:off x="626771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 name="Rectangle 73">
                <a:extLst>
                  <a:ext uri="{FF2B5EF4-FFF2-40B4-BE49-F238E27FC236}">
                    <a16:creationId xmlns:a16="http://schemas.microsoft.com/office/drawing/2014/main" id="{836148AC-AF61-43A3-A1B1-BB54CE216AEA}"/>
                  </a:ext>
                </a:extLst>
              </p:cNvPr>
              <p:cNvSpPr>
                <a:spLocks noChangeArrowheads="1"/>
              </p:cNvSpPr>
              <p:nvPr/>
            </p:nvSpPr>
            <p:spPr bwMode="auto">
              <a:xfrm>
                <a:off x="672198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 name="Rectangle 74">
                <a:extLst>
                  <a:ext uri="{FF2B5EF4-FFF2-40B4-BE49-F238E27FC236}">
                    <a16:creationId xmlns:a16="http://schemas.microsoft.com/office/drawing/2014/main" id="{B1DE9085-D5E0-4B83-BB80-E434D7DDD158}"/>
                  </a:ext>
                </a:extLst>
              </p:cNvPr>
              <p:cNvSpPr>
                <a:spLocks noChangeArrowheads="1"/>
              </p:cNvSpPr>
              <p:nvPr/>
            </p:nvSpPr>
            <p:spPr bwMode="auto">
              <a:xfrm>
                <a:off x="717741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 name="Rectangle 75">
                <a:extLst>
                  <a:ext uri="{FF2B5EF4-FFF2-40B4-BE49-F238E27FC236}">
                    <a16:creationId xmlns:a16="http://schemas.microsoft.com/office/drawing/2014/main" id="{317373CF-A0A3-4A1C-88A0-683C2A8DF16F}"/>
                  </a:ext>
                </a:extLst>
              </p:cNvPr>
              <p:cNvSpPr>
                <a:spLocks noChangeArrowheads="1"/>
              </p:cNvSpPr>
              <p:nvPr/>
            </p:nvSpPr>
            <p:spPr bwMode="auto">
              <a:xfrm>
                <a:off x="7631676"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 name="Rectangle 76">
                <a:extLst>
                  <a:ext uri="{FF2B5EF4-FFF2-40B4-BE49-F238E27FC236}">
                    <a16:creationId xmlns:a16="http://schemas.microsoft.com/office/drawing/2014/main" id="{4347A2CA-AF14-4C9E-BBAB-D90DBAA96501}"/>
                  </a:ext>
                </a:extLst>
              </p:cNvPr>
              <p:cNvSpPr>
                <a:spLocks noChangeArrowheads="1"/>
              </p:cNvSpPr>
              <p:nvPr/>
            </p:nvSpPr>
            <p:spPr bwMode="auto">
              <a:xfrm>
                <a:off x="808710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 name="Rectangle 77">
                <a:extLst>
                  <a:ext uri="{FF2B5EF4-FFF2-40B4-BE49-F238E27FC236}">
                    <a16:creationId xmlns:a16="http://schemas.microsoft.com/office/drawing/2014/main" id="{B9A6E2C3-57A3-42A9-A83E-18CDCD7C69CF}"/>
                  </a:ext>
                </a:extLst>
              </p:cNvPr>
              <p:cNvSpPr>
                <a:spLocks noChangeArrowheads="1"/>
              </p:cNvSpPr>
              <p:nvPr/>
            </p:nvSpPr>
            <p:spPr bwMode="auto">
              <a:xfrm>
                <a:off x="854137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 name="Rectangle 78">
                <a:extLst>
                  <a:ext uri="{FF2B5EF4-FFF2-40B4-BE49-F238E27FC236}">
                    <a16:creationId xmlns:a16="http://schemas.microsoft.com/office/drawing/2014/main" id="{66345FAF-D8B3-4589-B236-9592A4B2E67D}"/>
                  </a:ext>
                </a:extLst>
              </p:cNvPr>
              <p:cNvSpPr>
                <a:spLocks noChangeArrowheads="1"/>
              </p:cNvSpPr>
              <p:nvPr/>
            </p:nvSpPr>
            <p:spPr bwMode="auto">
              <a:xfrm>
                <a:off x="8996805"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 name="Rectangle 79">
                <a:extLst>
                  <a:ext uri="{FF2B5EF4-FFF2-40B4-BE49-F238E27FC236}">
                    <a16:creationId xmlns:a16="http://schemas.microsoft.com/office/drawing/2014/main" id="{B6D66C40-7B12-4FAE-BA0D-F11071E94A85}"/>
                  </a:ext>
                </a:extLst>
              </p:cNvPr>
              <p:cNvSpPr>
                <a:spLocks noChangeArrowheads="1"/>
              </p:cNvSpPr>
              <p:nvPr/>
            </p:nvSpPr>
            <p:spPr bwMode="auto">
              <a:xfrm>
                <a:off x="9451068"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 name="Rectangle 80">
                <a:extLst>
                  <a:ext uri="{FF2B5EF4-FFF2-40B4-BE49-F238E27FC236}">
                    <a16:creationId xmlns:a16="http://schemas.microsoft.com/office/drawing/2014/main" id="{88E16CD4-DE64-472C-92F2-04F69839E843}"/>
                  </a:ext>
                </a:extLst>
              </p:cNvPr>
              <p:cNvSpPr>
                <a:spLocks noChangeArrowheads="1"/>
              </p:cNvSpPr>
              <p:nvPr/>
            </p:nvSpPr>
            <p:spPr bwMode="auto">
              <a:xfrm>
                <a:off x="9906501"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 name="Rectangle 81">
                <a:extLst>
                  <a:ext uri="{FF2B5EF4-FFF2-40B4-BE49-F238E27FC236}">
                    <a16:creationId xmlns:a16="http://schemas.microsoft.com/office/drawing/2014/main" id="{D595AF87-0CEC-4595-A702-E82EE7CBEF90}"/>
                  </a:ext>
                </a:extLst>
              </p:cNvPr>
              <p:cNvSpPr>
                <a:spLocks noChangeArrowheads="1"/>
              </p:cNvSpPr>
              <p:nvPr/>
            </p:nvSpPr>
            <p:spPr bwMode="auto">
              <a:xfrm>
                <a:off x="1036076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 name="Rectangle 82">
                <a:extLst>
                  <a:ext uri="{FF2B5EF4-FFF2-40B4-BE49-F238E27FC236}">
                    <a16:creationId xmlns:a16="http://schemas.microsoft.com/office/drawing/2014/main" id="{61ED73B8-7315-4650-922A-B9670ED5FF3C}"/>
                  </a:ext>
                </a:extLst>
              </p:cNvPr>
              <p:cNvSpPr>
                <a:spLocks noChangeArrowheads="1"/>
              </p:cNvSpPr>
              <p:nvPr/>
            </p:nvSpPr>
            <p:spPr bwMode="auto">
              <a:xfrm>
                <a:off x="1081619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 name="Rectangle 83">
                <a:extLst>
                  <a:ext uri="{FF2B5EF4-FFF2-40B4-BE49-F238E27FC236}">
                    <a16:creationId xmlns:a16="http://schemas.microsoft.com/office/drawing/2014/main" id="{78E5D2BE-A2AA-4686-881A-1AAC20E7698E}"/>
                  </a:ext>
                </a:extLst>
              </p:cNvPr>
              <p:cNvSpPr>
                <a:spLocks noChangeArrowheads="1"/>
              </p:cNvSpPr>
              <p:nvPr/>
            </p:nvSpPr>
            <p:spPr bwMode="auto">
              <a:xfrm>
                <a:off x="1127046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 name="Rectangle 84">
                <a:extLst>
                  <a:ext uri="{FF2B5EF4-FFF2-40B4-BE49-F238E27FC236}">
                    <a16:creationId xmlns:a16="http://schemas.microsoft.com/office/drawing/2014/main" id="{6983C63B-88C2-4A51-9595-E3C3B3B91183}"/>
                  </a:ext>
                </a:extLst>
              </p:cNvPr>
              <p:cNvSpPr>
                <a:spLocks noChangeArrowheads="1"/>
              </p:cNvSpPr>
              <p:nvPr/>
            </p:nvSpPr>
            <p:spPr bwMode="auto">
              <a:xfrm>
                <a:off x="1172589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sp>
        <p:nvSpPr>
          <p:cNvPr id="357" name="Title 1">
            <a:extLst>
              <a:ext uri="{FF2B5EF4-FFF2-40B4-BE49-F238E27FC236}">
                <a16:creationId xmlns:a16="http://schemas.microsoft.com/office/drawing/2014/main" id="{854A438C-BC9A-4A4F-ABD3-80A84279ECBF}"/>
              </a:ext>
            </a:extLst>
          </p:cNvPr>
          <p:cNvSpPr>
            <a:spLocks noGrp="1"/>
          </p:cNvSpPr>
          <p:nvPr>
            <p:ph type="title"/>
          </p:nvPr>
        </p:nvSpPr>
        <p:spPr>
          <a:xfrm>
            <a:off x="189756" y="73844"/>
            <a:ext cx="10969943" cy="711081"/>
          </a:xfrm>
        </p:spPr>
        <p:txBody>
          <a:bodyPr>
            <a:noAutofit/>
          </a:bodyPr>
          <a:lstStyle>
            <a:lvl1pPr algn="l">
              <a:defRPr sz="3600">
                <a:solidFill>
                  <a:schemeClr val="bg1"/>
                </a:solidFill>
                <a:latin typeface="Cooper Black" panose="0208090404030B020404" pitchFamily="18" charset="0"/>
              </a:defRPr>
            </a:lvl1pPr>
          </a:lstStyle>
          <a:p>
            <a:r>
              <a:rPr lang="en-US" dirty="0"/>
              <a:t>Click to edit Master title style</a:t>
            </a:r>
          </a:p>
        </p:txBody>
      </p:sp>
    </p:spTree>
    <p:extLst>
      <p:ext uri="{BB962C8B-B14F-4D97-AF65-F5344CB8AC3E}">
        <p14:creationId xmlns:p14="http://schemas.microsoft.com/office/powerpoint/2010/main" val="2453491109"/>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About Us">
    <p:bg>
      <p:bgPr>
        <a:solidFill>
          <a:schemeClr val="accent1"/>
        </a:solidFill>
        <a:effectLst/>
      </p:bgPr>
    </p:bg>
    <p:spTree>
      <p:nvGrpSpPr>
        <p:cNvPr id="1" name=""/>
        <p:cNvGrpSpPr/>
        <p:nvPr/>
      </p:nvGrpSpPr>
      <p:grpSpPr>
        <a:xfrm>
          <a:off x="0" y="0"/>
          <a:ext cx="0" cy="0"/>
          <a:chOff x="0" y="0"/>
          <a:chExt cx="0" cy="0"/>
        </a:xfrm>
      </p:grpSpPr>
      <p:grpSp>
        <p:nvGrpSpPr>
          <p:cNvPr id="11" name="Group 10">
            <a:extLst>
              <a:ext uri="{FF2B5EF4-FFF2-40B4-BE49-F238E27FC236}">
                <a16:creationId xmlns:a16="http://schemas.microsoft.com/office/drawing/2014/main" id="{8C1607FC-4025-4535-B960-C423F1504CE5}"/>
              </a:ext>
            </a:extLst>
          </p:cNvPr>
          <p:cNvGrpSpPr/>
          <p:nvPr userDrawn="1"/>
        </p:nvGrpSpPr>
        <p:grpSpPr>
          <a:xfrm>
            <a:off x="354110" y="326571"/>
            <a:ext cx="11480604" cy="6185861"/>
            <a:chOff x="354110" y="326571"/>
            <a:chExt cx="11480604" cy="6185861"/>
          </a:xfrm>
          <a:solidFill>
            <a:schemeClr val="accent1">
              <a:lumMod val="90000"/>
              <a:lumOff val="10000"/>
              <a:alpha val="20000"/>
            </a:schemeClr>
          </a:solidFill>
        </p:grpSpPr>
        <p:grpSp>
          <p:nvGrpSpPr>
            <p:cNvPr id="12" name="Group 11">
              <a:extLst>
                <a:ext uri="{FF2B5EF4-FFF2-40B4-BE49-F238E27FC236}">
                  <a16:creationId xmlns:a16="http://schemas.microsoft.com/office/drawing/2014/main" id="{5651BEEC-E6AC-4E4B-9B88-D2F823311FDE}"/>
                </a:ext>
              </a:extLst>
            </p:cNvPr>
            <p:cNvGrpSpPr/>
            <p:nvPr/>
          </p:nvGrpSpPr>
          <p:grpSpPr>
            <a:xfrm>
              <a:off x="354110" y="326571"/>
              <a:ext cx="11480604" cy="109990"/>
              <a:chOff x="354110" y="326571"/>
              <a:chExt cx="11480604" cy="109990"/>
            </a:xfrm>
            <a:grpFill/>
          </p:grpSpPr>
          <p:sp>
            <p:nvSpPr>
              <p:cNvPr id="337" name="Rectangle 5">
                <a:extLst>
                  <a:ext uri="{FF2B5EF4-FFF2-40B4-BE49-F238E27FC236}">
                    <a16:creationId xmlns:a16="http://schemas.microsoft.com/office/drawing/2014/main" id="{85C298FF-97F9-4147-B827-D8E5136C2635}"/>
                  </a:ext>
                </a:extLst>
              </p:cNvPr>
              <p:cNvSpPr>
                <a:spLocks noChangeArrowheads="1"/>
              </p:cNvSpPr>
              <p:nvPr/>
            </p:nvSpPr>
            <p:spPr bwMode="auto">
              <a:xfrm>
                <a:off x="35411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8" name="Rectangle 6">
                <a:extLst>
                  <a:ext uri="{FF2B5EF4-FFF2-40B4-BE49-F238E27FC236}">
                    <a16:creationId xmlns:a16="http://schemas.microsoft.com/office/drawing/2014/main" id="{9408EFDD-1492-4223-8E65-A093D2F1BB8A}"/>
                  </a:ext>
                </a:extLst>
              </p:cNvPr>
              <p:cNvSpPr>
                <a:spLocks noChangeArrowheads="1"/>
              </p:cNvSpPr>
              <p:nvPr/>
            </p:nvSpPr>
            <p:spPr bwMode="auto">
              <a:xfrm>
                <a:off x="80954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9" name="Rectangle 7">
                <a:extLst>
                  <a:ext uri="{FF2B5EF4-FFF2-40B4-BE49-F238E27FC236}">
                    <a16:creationId xmlns:a16="http://schemas.microsoft.com/office/drawing/2014/main" id="{F894E7F8-7101-42ED-9EE3-85F58C6EF313}"/>
                  </a:ext>
                </a:extLst>
              </p:cNvPr>
              <p:cNvSpPr>
                <a:spLocks noChangeArrowheads="1"/>
              </p:cNvSpPr>
              <p:nvPr/>
            </p:nvSpPr>
            <p:spPr bwMode="auto">
              <a:xfrm>
                <a:off x="1263805"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0" name="Rectangle 8">
                <a:extLst>
                  <a:ext uri="{FF2B5EF4-FFF2-40B4-BE49-F238E27FC236}">
                    <a16:creationId xmlns:a16="http://schemas.microsoft.com/office/drawing/2014/main" id="{877C8C7E-1793-4536-97A4-63A3591EF955}"/>
                  </a:ext>
                </a:extLst>
              </p:cNvPr>
              <p:cNvSpPr>
                <a:spLocks noChangeArrowheads="1"/>
              </p:cNvSpPr>
              <p:nvPr/>
            </p:nvSpPr>
            <p:spPr bwMode="auto">
              <a:xfrm>
                <a:off x="1719239"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1" name="Rectangle 9">
                <a:extLst>
                  <a:ext uri="{FF2B5EF4-FFF2-40B4-BE49-F238E27FC236}">
                    <a16:creationId xmlns:a16="http://schemas.microsoft.com/office/drawing/2014/main" id="{077D2BC4-41B3-4D98-84CA-A2503EF131C0}"/>
                  </a:ext>
                </a:extLst>
              </p:cNvPr>
              <p:cNvSpPr>
                <a:spLocks noChangeArrowheads="1"/>
              </p:cNvSpPr>
              <p:nvPr/>
            </p:nvSpPr>
            <p:spPr bwMode="auto">
              <a:xfrm>
                <a:off x="2173502"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2" name="Rectangle 10">
                <a:extLst>
                  <a:ext uri="{FF2B5EF4-FFF2-40B4-BE49-F238E27FC236}">
                    <a16:creationId xmlns:a16="http://schemas.microsoft.com/office/drawing/2014/main" id="{DE4270DF-458E-4975-B86F-E605B966C64F}"/>
                  </a:ext>
                </a:extLst>
              </p:cNvPr>
              <p:cNvSpPr>
                <a:spLocks noChangeArrowheads="1"/>
              </p:cNvSpPr>
              <p:nvPr/>
            </p:nvSpPr>
            <p:spPr bwMode="auto">
              <a:xfrm>
                <a:off x="2628934"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3" name="Rectangle 11">
                <a:extLst>
                  <a:ext uri="{FF2B5EF4-FFF2-40B4-BE49-F238E27FC236}">
                    <a16:creationId xmlns:a16="http://schemas.microsoft.com/office/drawing/2014/main" id="{5334B1DA-DE9D-46A4-B1CC-07D8B5B37F04}"/>
                  </a:ext>
                </a:extLst>
              </p:cNvPr>
              <p:cNvSpPr>
                <a:spLocks noChangeArrowheads="1"/>
              </p:cNvSpPr>
              <p:nvPr/>
            </p:nvSpPr>
            <p:spPr bwMode="auto">
              <a:xfrm>
                <a:off x="3083197"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4" name="Rectangle 12">
                <a:extLst>
                  <a:ext uri="{FF2B5EF4-FFF2-40B4-BE49-F238E27FC236}">
                    <a16:creationId xmlns:a16="http://schemas.microsoft.com/office/drawing/2014/main" id="{1CF1EF4A-5FEC-4B62-A622-2DEE7B72C0B5}"/>
                  </a:ext>
                </a:extLst>
              </p:cNvPr>
              <p:cNvSpPr>
                <a:spLocks noChangeArrowheads="1"/>
              </p:cNvSpPr>
              <p:nvPr/>
            </p:nvSpPr>
            <p:spPr bwMode="auto">
              <a:xfrm>
                <a:off x="3538630"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5" name="Rectangle 13">
                <a:extLst>
                  <a:ext uri="{FF2B5EF4-FFF2-40B4-BE49-F238E27FC236}">
                    <a16:creationId xmlns:a16="http://schemas.microsoft.com/office/drawing/2014/main" id="{322BDF90-AD9B-4F68-8F1B-8AE6FD1E4711}"/>
                  </a:ext>
                </a:extLst>
              </p:cNvPr>
              <p:cNvSpPr>
                <a:spLocks noChangeArrowheads="1"/>
              </p:cNvSpPr>
              <p:nvPr/>
            </p:nvSpPr>
            <p:spPr bwMode="auto">
              <a:xfrm>
                <a:off x="3992893"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6" name="Rectangle 14">
                <a:extLst>
                  <a:ext uri="{FF2B5EF4-FFF2-40B4-BE49-F238E27FC236}">
                    <a16:creationId xmlns:a16="http://schemas.microsoft.com/office/drawing/2014/main" id="{93F9BC3E-2349-4557-A942-FF58D3497577}"/>
                  </a:ext>
                </a:extLst>
              </p:cNvPr>
              <p:cNvSpPr>
                <a:spLocks noChangeArrowheads="1"/>
              </p:cNvSpPr>
              <p:nvPr/>
            </p:nvSpPr>
            <p:spPr bwMode="auto">
              <a:xfrm>
                <a:off x="4448326"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7" name="Rectangle 15">
                <a:extLst>
                  <a:ext uri="{FF2B5EF4-FFF2-40B4-BE49-F238E27FC236}">
                    <a16:creationId xmlns:a16="http://schemas.microsoft.com/office/drawing/2014/main" id="{D4E479F8-DBB7-4E24-82DB-9187E1DA1579}"/>
                  </a:ext>
                </a:extLst>
              </p:cNvPr>
              <p:cNvSpPr>
                <a:spLocks noChangeArrowheads="1"/>
              </p:cNvSpPr>
              <p:nvPr/>
            </p:nvSpPr>
            <p:spPr bwMode="auto">
              <a:xfrm>
                <a:off x="4902589"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8" name="Rectangle 16">
                <a:extLst>
                  <a:ext uri="{FF2B5EF4-FFF2-40B4-BE49-F238E27FC236}">
                    <a16:creationId xmlns:a16="http://schemas.microsoft.com/office/drawing/2014/main" id="{88729413-47AC-4DEA-A613-0B6158FCB8A0}"/>
                  </a:ext>
                </a:extLst>
              </p:cNvPr>
              <p:cNvSpPr>
                <a:spLocks noChangeArrowheads="1"/>
              </p:cNvSpPr>
              <p:nvPr/>
            </p:nvSpPr>
            <p:spPr bwMode="auto">
              <a:xfrm>
                <a:off x="535802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9" name="Rectangle 17">
                <a:extLst>
                  <a:ext uri="{FF2B5EF4-FFF2-40B4-BE49-F238E27FC236}">
                    <a16:creationId xmlns:a16="http://schemas.microsoft.com/office/drawing/2014/main" id="{20F824DD-152A-4F6D-952E-24ADD1A8C073}"/>
                  </a:ext>
                </a:extLst>
              </p:cNvPr>
              <p:cNvSpPr>
                <a:spLocks noChangeArrowheads="1"/>
              </p:cNvSpPr>
              <p:nvPr/>
            </p:nvSpPr>
            <p:spPr bwMode="auto">
              <a:xfrm>
                <a:off x="5812285"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0" name="Rectangle 18">
                <a:extLst>
                  <a:ext uri="{FF2B5EF4-FFF2-40B4-BE49-F238E27FC236}">
                    <a16:creationId xmlns:a16="http://schemas.microsoft.com/office/drawing/2014/main" id="{951C09E8-C755-4AEB-9C27-AE9621753A01}"/>
                  </a:ext>
                </a:extLst>
              </p:cNvPr>
              <p:cNvSpPr>
                <a:spLocks noChangeArrowheads="1"/>
              </p:cNvSpPr>
              <p:nvPr/>
            </p:nvSpPr>
            <p:spPr bwMode="auto">
              <a:xfrm>
                <a:off x="6267717"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1" name="Rectangle 19">
                <a:extLst>
                  <a:ext uri="{FF2B5EF4-FFF2-40B4-BE49-F238E27FC236}">
                    <a16:creationId xmlns:a16="http://schemas.microsoft.com/office/drawing/2014/main" id="{32F64432-EE66-40C8-A67A-FA722F75D59C}"/>
                  </a:ext>
                </a:extLst>
              </p:cNvPr>
              <p:cNvSpPr>
                <a:spLocks noChangeArrowheads="1"/>
              </p:cNvSpPr>
              <p:nvPr/>
            </p:nvSpPr>
            <p:spPr bwMode="auto">
              <a:xfrm>
                <a:off x="672198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2" name="Rectangle 20">
                <a:extLst>
                  <a:ext uri="{FF2B5EF4-FFF2-40B4-BE49-F238E27FC236}">
                    <a16:creationId xmlns:a16="http://schemas.microsoft.com/office/drawing/2014/main" id="{29005991-F871-4DFB-9517-DCB334B68BCC}"/>
                  </a:ext>
                </a:extLst>
              </p:cNvPr>
              <p:cNvSpPr>
                <a:spLocks noChangeArrowheads="1"/>
              </p:cNvSpPr>
              <p:nvPr/>
            </p:nvSpPr>
            <p:spPr bwMode="auto">
              <a:xfrm>
                <a:off x="7177414"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3" name="Rectangle 21">
                <a:extLst>
                  <a:ext uri="{FF2B5EF4-FFF2-40B4-BE49-F238E27FC236}">
                    <a16:creationId xmlns:a16="http://schemas.microsoft.com/office/drawing/2014/main" id="{1C601034-B07F-4FCA-B65F-4BA94F1FEF56}"/>
                  </a:ext>
                </a:extLst>
              </p:cNvPr>
              <p:cNvSpPr>
                <a:spLocks noChangeArrowheads="1"/>
              </p:cNvSpPr>
              <p:nvPr/>
            </p:nvSpPr>
            <p:spPr bwMode="auto">
              <a:xfrm>
                <a:off x="7631676"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4" name="Rectangle 22">
                <a:extLst>
                  <a:ext uri="{FF2B5EF4-FFF2-40B4-BE49-F238E27FC236}">
                    <a16:creationId xmlns:a16="http://schemas.microsoft.com/office/drawing/2014/main" id="{A3C10F51-A92E-4F5D-841E-2495E85BD8B7}"/>
                  </a:ext>
                </a:extLst>
              </p:cNvPr>
              <p:cNvSpPr>
                <a:spLocks noChangeArrowheads="1"/>
              </p:cNvSpPr>
              <p:nvPr/>
            </p:nvSpPr>
            <p:spPr bwMode="auto">
              <a:xfrm>
                <a:off x="8087109"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5" name="Rectangle 23">
                <a:extLst>
                  <a:ext uri="{FF2B5EF4-FFF2-40B4-BE49-F238E27FC236}">
                    <a16:creationId xmlns:a16="http://schemas.microsoft.com/office/drawing/2014/main" id="{8656C742-4C71-41EC-9EED-8A0FF35A8BC7}"/>
                  </a:ext>
                </a:extLst>
              </p:cNvPr>
              <p:cNvSpPr>
                <a:spLocks noChangeArrowheads="1"/>
              </p:cNvSpPr>
              <p:nvPr/>
            </p:nvSpPr>
            <p:spPr bwMode="auto">
              <a:xfrm>
                <a:off x="8541372"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6" name="Rectangle 24">
                <a:extLst>
                  <a:ext uri="{FF2B5EF4-FFF2-40B4-BE49-F238E27FC236}">
                    <a16:creationId xmlns:a16="http://schemas.microsoft.com/office/drawing/2014/main" id="{DD7837C0-45DC-47B0-8EB6-E1AFA3DF28F9}"/>
                  </a:ext>
                </a:extLst>
              </p:cNvPr>
              <p:cNvSpPr>
                <a:spLocks noChangeArrowheads="1"/>
              </p:cNvSpPr>
              <p:nvPr/>
            </p:nvSpPr>
            <p:spPr bwMode="auto">
              <a:xfrm>
                <a:off x="8996805"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7" name="Rectangle 25">
                <a:extLst>
                  <a:ext uri="{FF2B5EF4-FFF2-40B4-BE49-F238E27FC236}">
                    <a16:creationId xmlns:a16="http://schemas.microsoft.com/office/drawing/2014/main" id="{C6C4A808-47AA-4933-B20F-A80BEEFBDEA0}"/>
                  </a:ext>
                </a:extLst>
              </p:cNvPr>
              <p:cNvSpPr>
                <a:spLocks noChangeArrowheads="1"/>
              </p:cNvSpPr>
              <p:nvPr/>
            </p:nvSpPr>
            <p:spPr bwMode="auto">
              <a:xfrm>
                <a:off x="9451068"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8" name="Rectangle 26">
                <a:extLst>
                  <a:ext uri="{FF2B5EF4-FFF2-40B4-BE49-F238E27FC236}">
                    <a16:creationId xmlns:a16="http://schemas.microsoft.com/office/drawing/2014/main" id="{1916F620-2E67-4716-A335-AA9D0F9A9B74}"/>
                  </a:ext>
                </a:extLst>
              </p:cNvPr>
              <p:cNvSpPr>
                <a:spLocks noChangeArrowheads="1"/>
              </p:cNvSpPr>
              <p:nvPr/>
            </p:nvSpPr>
            <p:spPr bwMode="auto">
              <a:xfrm>
                <a:off x="9906501"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9" name="Rectangle 27">
                <a:extLst>
                  <a:ext uri="{FF2B5EF4-FFF2-40B4-BE49-F238E27FC236}">
                    <a16:creationId xmlns:a16="http://schemas.microsoft.com/office/drawing/2014/main" id="{54529738-34CA-43C1-9448-C6D7594E392A}"/>
                  </a:ext>
                </a:extLst>
              </p:cNvPr>
              <p:cNvSpPr>
                <a:spLocks noChangeArrowheads="1"/>
              </p:cNvSpPr>
              <p:nvPr/>
            </p:nvSpPr>
            <p:spPr bwMode="auto">
              <a:xfrm>
                <a:off x="10360763"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0" name="Rectangle 28">
                <a:extLst>
                  <a:ext uri="{FF2B5EF4-FFF2-40B4-BE49-F238E27FC236}">
                    <a16:creationId xmlns:a16="http://schemas.microsoft.com/office/drawing/2014/main" id="{AB2B254B-6166-4F70-A263-5F5630C8AF54}"/>
                  </a:ext>
                </a:extLst>
              </p:cNvPr>
              <p:cNvSpPr>
                <a:spLocks noChangeArrowheads="1"/>
              </p:cNvSpPr>
              <p:nvPr/>
            </p:nvSpPr>
            <p:spPr bwMode="auto">
              <a:xfrm>
                <a:off x="10816197"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1" name="Rectangle 29">
                <a:extLst>
                  <a:ext uri="{FF2B5EF4-FFF2-40B4-BE49-F238E27FC236}">
                    <a16:creationId xmlns:a16="http://schemas.microsoft.com/office/drawing/2014/main" id="{CC179163-7F45-4275-B900-184CA908E769}"/>
                  </a:ext>
                </a:extLst>
              </p:cNvPr>
              <p:cNvSpPr>
                <a:spLocks noChangeArrowheads="1"/>
              </p:cNvSpPr>
              <p:nvPr/>
            </p:nvSpPr>
            <p:spPr bwMode="auto">
              <a:xfrm>
                <a:off x="1127046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2" name="Rectangle 30">
                <a:extLst>
                  <a:ext uri="{FF2B5EF4-FFF2-40B4-BE49-F238E27FC236}">
                    <a16:creationId xmlns:a16="http://schemas.microsoft.com/office/drawing/2014/main" id="{A16179B1-495E-40B6-BA3E-4FE45BD06F96}"/>
                  </a:ext>
                </a:extLst>
              </p:cNvPr>
              <p:cNvSpPr>
                <a:spLocks noChangeArrowheads="1"/>
              </p:cNvSpPr>
              <p:nvPr/>
            </p:nvSpPr>
            <p:spPr bwMode="auto">
              <a:xfrm>
                <a:off x="1172589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3" name="Group 12">
              <a:extLst>
                <a:ext uri="{FF2B5EF4-FFF2-40B4-BE49-F238E27FC236}">
                  <a16:creationId xmlns:a16="http://schemas.microsoft.com/office/drawing/2014/main" id="{6CC022AE-7DA1-4DBC-B4FA-A550170E3244}"/>
                </a:ext>
              </a:extLst>
            </p:cNvPr>
            <p:cNvGrpSpPr/>
            <p:nvPr/>
          </p:nvGrpSpPr>
          <p:grpSpPr>
            <a:xfrm>
              <a:off x="354110" y="833283"/>
              <a:ext cx="11480604" cy="108822"/>
              <a:chOff x="354110" y="834963"/>
              <a:chExt cx="11480604" cy="108822"/>
            </a:xfrm>
            <a:grpFill/>
          </p:grpSpPr>
          <p:sp>
            <p:nvSpPr>
              <p:cNvPr id="311" name="Rectangle 32">
                <a:extLst>
                  <a:ext uri="{FF2B5EF4-FFF2-40B4-BE49-F238E27FC236}">
                    <a16:creationId xmlns:a16="http://schemas.microsoft.com/office/drawing/2014/main" id="{E6CEC545-E6D9-4264-BEA6-119B54AE4C09}"/>
                  </a:ext>
                </a:extLst>
              </p:cNvPr>
              <p:cNvSpPr>
                <a:spLocks noChangeArrowheads="1"/>
              </p:cNvSpPr>
              <p:nvPr/>
            </p:nvSpPr>
            <p:spPr bwMode="auto">
              <a:xfrm>
                <a:off x="35411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2" name="Rectangle 33">
                <a:extLst>
                  <a:ext uri="{FF2B5EF4-FFF2-40B4-BE49-F238E27FC236}">
                    <a16:creationId xmlns:a16="http://schemas.microsoft.com/office/drawing/2014/main" id="{60C7E7B9-97E8-4AE1-A9F0-162381B38DA4}"/>
                  </a:ext>
                </a:extLst>
              </p:cNvPr>
              <p:cNvSpPr>
                <a:spLocks noChangeArrowheads="1"/>
              </p:cNvSpPr>
              <p:nvPr/>
            </p:nvSpPr>
            <p:spPr bwMode="auto">
              <a:xfrm>
                <a:off x="80954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3" name="Rectangle 34">
                <a:extLst>
                  <a:ext uri="{FF2B5EF4-FFF2-40B4-BE49-F238E27FC236}">
                    <a16:creationId xmlns:a16="http://schemas.microsoft.com/office/drawing/2014/main" id="{BC9E105B-3AD3-4AC9-8C4E-3DABA3F82142}"/>
                  </a:ext>
                </a:extLst>
              </p:cNvPr>
              <p:cNvSpPr>
                <a:spLocks noChangeArrowheads="1"/>
              </p:cNvSpPr>
              <p:nvPr/>
            </p:nvSpPr>
            <p:spPr bwMode="auto">
              <a:xfrm>
                <a:off x="1263805"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4" name="Rectangle 35">
                <a:extLst>
                  <a:ext uri="{FF2B5EF4-FFF2-40B4-BE49-F238E27FC236}">
                    <a16:creationId xmlns:a16="http://schemas.microsoft.com/office/drawing/2014/main" id="{B10232F8-CE74-495F-B906-B4B223707999}"/>
                  </a:ext>
                </a:extLst>
              </p:cNvPr>
              <p:cNvSpPr>
                <a:spLocks noChangeArrowheads="1"/>
              </p:cNvSpPr>
              <p:nvPr/>
            </p:nvSpPr>
            <p:spPr bwMode="auto">
              <a:xfrm>
                <a:off x="1719239"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5" name="Rectangle 36">
                <a:extLst>
                  <a:ext uri="{FF2B5EF4-FFF2-40B4-BE49-F238E27FC236}">
                    <a16:creationId xmlns:a16="http://schemas.microsoft.com/office/drawing/2014/main" id="{377EBFB6-EE61-435B-A0EA-67D67D892FEE}"/>
                  </a:ext>
                </a:extLst>
              </p:cNvPr>
              <p:cNvSpPr>
                <a:spLocks noChangeArrowheads="1"/>
              </p:cNvSpPr>
              <p:nvPr/>
            </p:nvSpPr>
            <p:spPr bwMode="auto">
              <a:xfrm>
                <a:off x="2173502"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6" name="Rectangle 37">
                <a:extLst>
                  <a:ext uri="{FF2B5EF4-FFF2-40B4-BE49-F238E27FC236}">
                    <a16:creationId xmlns:a16="http://schemas.microsoft.com/office/drawing/2014/main" id="{7837C467-758B-463F-B551-93C783E1292B}"/>
                  </a:ext>
                </a:extLst>
              </p:cNvPr>
              <p:cNvSpPr>
                <a:spLocks noChangeArrowheads="1"/>
              </p:cNvSpPr>
              <p:nvPr/>
            </p:nvSpPr>
            <p:spPr bwMode="auto">
              <a:xfrm>
                <a:off x="2628934"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7" name="Rectangle 38">
                <a:extLst>
                  <a:ext uri="{FF2B5EF4-FFF2-40B4-BE49-F238E27FC236}">
                    <a16:creationId xmlns:a16="http://schemas.microsoft.com/office/drawing/2014/main" id="{C77A01F7-C261-4381-86C3-4C89EE66C709}"/>
                  </a:ext>
                </a:extLst>
              </p:cNvPr>
              <p:cNvSpPr>
                <a:spLocks noChangeArrowheads="1"/>
              </p:cNvSpPr>
              <p:nvPr/>
            </p:nvSpPr>
            <p:spPr bwMode="auto">
              <a:xfrm>
                <a:off x="3083197"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8" name="Rectangle 39">
                <a:extLst>
                  <a:ext uri="{FF2B5EF4-FFF2-40B4-BE49-F238E27FC236}">
                    <a16:creationId xmlns:a16="http://schemas.microsoft.com/office/drawing/2014/main" id="{7477D541-DCD7-4A47-BAD6-421CE795D868}"/>
                  </a:ext>
                </a:extLst>
              </p:cNvPr>
              <p:cNvSpPr>
                <a:spLocks noChangeArrowheads="1"/>
              </p:cNvSpPr>
              <p:nvPr/>
            </p:nvSpPr>
            <p:spPr bwMode="auto">
              <a:xfrm>
                <a:off x="3538630"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9" name="Rectangle 40">
                <a:extLst>
                  <a:ext uri="{FF2B5EF4-FFF2-40B4-BE49-F238E27FC236}">
                    <a16:creationId xmlns:a16="http://schemas.microsoft.com/office/drawing/2014/main" id="{4E64ADB5-6C15-4DFA-A1D8-CCB52869EB2D}"/>
                  </a:ext>
                </a:extLst>
              </p:cNvPr>
              <p:cNvSpPr>
                <a:spLocks noChangeArrowheads="1"/>
              </p:cNvSpPr>
              <p:nvPr/>
            </p:nvSpPr>
            <p:spPr bwMode="auto">
              <a:xfrm>
                <a:off x="3992893"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0" name="Rectangle 41">
                <a:extLst>
                  <a:ext uri="{FF2B5EF4-FFF2-40B4-BE49-F238E27FC236}">
                    <a16:creationId xmlns:a16="http://schemas.microsoft.com/office/drawing/2014/main" id="{AC57F5E1-8997-4B18-B946-EC6DFA386D59}"/>
                  </a:ext>
                </a:extLst>
              </p:cNvPr>
              <p:cNvSpPr>
                <a:spLocks noChangeArrowheads="1"/>
              </p:cNvSpPr>
              <p:nvPr/>
            </p:nvSpPr>
            <p:spPr bwMode="auto">
              <a:xfrm>
                <a:off x="4448326"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1" name="Rectangle 42">
                <a:extLst>
                  <a:ext uri="{FF2B5EF4-FFF2-40B4-BE49-F238E27FC236}">
                    <a16:creationId xmlns:a16="http://schemas.microsoft.com/office/drawing/2014/main" id="{AC1B45CA-8F96-41DA-A93A-FD14080BEB84}"/>
                  </a:ext>
                </a:extLst>
              </p:cNvPr>
              <p:cNvSpPr>
                <a:spLocks noChangeArrowheads="1"/>
              </p:cNvSpPr>
              <p:nvPr/>
            </p:nvSpPr>
            <p:spPr bwMode="auto">
              <a:xfrm>
                <a:off x="4902589"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2" name="Rectangle 43">
                <a:extLst>
                  <a:ext uri="{FF2B5EF4-FFF2-40B4-BE49-F238E27FC236}">
                    <a16:creationId xmlns:a16="http://schemas.microsoft.com/office/drawing/2014/main" id="{703118E8-5E3B-4DFA-9921-369E22CA03E5}"/>
                  </a:ext>
                </a:extLst>
              </p:cNvPr>
              <p:cNvSpPr>
                <a:spLocks noChangeArrowheads="1"/>
              </p:cNvSpPr>
              <p:nvPr/>
            </p:nvSpPr>
            <p:spPr bwMode="auto">
              <a:xfrm>
                <a:off x="535802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3" name="Rectangle 44">
                <a:extLst>
                  <a:ext uri="{FF2B5EF4-FFF2-40B4-BE49-F238E27FC236}">
                    <a16:creationId xmlns:a16="http://schemas.microsoft.com/office/drawing/2014/main" id="{ED301010-E5DC-4676-A476-7C14D84A537E}"/>
                  </a:ext>
                </a:extLst>
              </p:cNvPr>
              <p:cNvSpPr>
                <a:spLocks noChangeArrowheads="1"/>
              </p:cNvSpPr>
              <p:nvPr/>
            </p:nvSpPr>
            <p:spPr bwMode="auto">
              <a:xfrm>
                <a:off x="5812285"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4" name="Rectangle 45">
                <a:extLst>
                  <a:ext uri="{FF2B5EF4-FFF2-40B4-BE49-F238E27FC236}">
                    <a16:creationId xmlns:a16="http://schemas.microsoft.com/office/drawing/2014/main" id="{37F85CBA-9F8F-490A-A6C5-555D548FDAD9}"/>
                  </a:ext>
                </a:extLst>
              </p:cNvPr>
              <p:cNvSpPr>
                <a:spLocks noChangeArrowheads="1"/>
              </p:cNvSpPr>
              <p:nvPr/>
            </p:nvSpPr>
            <p:spPr bwMode="auto">
              <a:xfrm>
                <a:off x="6267717"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5" name="Rectangle 46">
                <a:extLst>
                  <a:ext uri="{FF2B5EF4-FFF2-40B4-BE49-F238E27FC236}">
                    <a16:creationId xmlns:a16="http://schemas.microsoft.com/office/drawing/2014/main" id="{4CDDB648-0406-4415-9B3A-F56F9D7B2EC7}"/>
                  </a:ext>
                </a:extLst>
              </p:cNvPr>
              <p:cNvSpPr>
                <a:spLocks noChangeArrowheads="1"/>
              </p:cNvSpPr>
              <p:nvPr/>
            </p:nvSpPr>
            <p:spPr bwMode="auto">
              <a:xfrm>
                <a:off x="672198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6" name="Rectangle 47">
                <a:extLst>
                  <a:ext uri="{FF2B5EF4-FFF2-40B4-BE49-F238E27FC236}">
                    <a16:creationId xmlns:a16="http://schemas.microsoft.com/office/drawing/2014/main" id="{9656844F-AFE3-4957-A69F-F4A848FEF63A}"/>
                  </a:ext>
                </a:extLst>
              </p:cNvPr>
              <p:cNvSpPr>
                <a:spLocks noChangeArrowheads="1"/>
              </p:cNvSpPr>
              <p:nvPr/>
            </p:nvSpPr>
            <p:spPr bwMode="auto">
              <a:xfrm>
                <a:off x="7177414"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7" name="Rectangle 48">
                <a:extLst>
                  <a:ext uri="{FF2B5EF4-FFF2-40B4-BE49-F238E27FC236}">
                    <a16:creationId xmlns:a16="http://schemas.microsoft.com/office/drawing/2014/main" id="{5A3A99BA-4854-4231-B6BB-888D83A01003}"/>
                  </a:ext>
                </a:extLst>
              </p:cNvPr>
              <p:cNvSpPr>
                <a:spLocks noChangeArrowheads="1"/>
              </p:cNvSpPr>
              <p:nvPr/>
            </p:nvSpPr>
            <p:spPr bwMode="auto">
              <a:xfrm>
                <a:off x="7631676"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8" name="Rectangle 49">
                <a:extLst>
                  <a:ext uri="{FF2B5EF4-FFF2-40B4-BE49-F238E27FC236}">
                    <a16:creationId xmlns:a16="http://schemas.microsoft.com/office/drawing/2014/main" id="{22B51AD2-0C6E-467F-A47F-34DAB5BB7EBC}"/>
                  </a:ext>
                </a:extLst>
              </p:cNvPr>
              <p:cNvSpPr>
                <a:spLocks noChangeArrowheads="1"/>
              </p:cNvSpPr>
              <p:nvPr/>
            </p:nvSpPr>
            <p:spPr bwMode="auto">
              <a:xfrm>
                <a:off x="8087109"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9" name="Rectangle 50">
                <a:extLst>
                  <a:ext uri="{FF2B5EF4-FFF2-40B4-BE49-F238E27FC236}">
                    <a16:creationId xmlns:a16="http://schemas.microsoft.com/office/drawing/2014/main" id="{EDE14BA8-EBD0-4206-8FB2-6B9E4AB28FEF}"/>
                  </a:ext>
                </a:extLst>
              </p:cNvPr>
              <p:cNvSpPr>
                <a:spLocks noChangeArrowheads="1"/>
              </p:cNvSpPr>
              <p:nvPr/>
            </p:nvSpPr>
            <p:spPr bwMode="auto">
              <a:xfrm>
                <a:off x="8541372"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0" name="Rectangle 51">
                <a:extLst>
                  <a:ext uri="{FF2B5EF4-FFF2-40B4-BE49-F238E27FC236}">
                    <a16:creationId xmlns:a16="http://schemas.microsoft.com/office/drawing/2014/main" id="{F2846FEF-2688-4964-A02B-231009108D65}"/>
                  </a:ext>
                </a:extLst>
              </p:cNvPr>
              <p:cNvSpPr>
                <a:spLocks noChangeArrowheads="1"/>
              </p:cNvSpPr>
              <p:nvPr/>
            </p:nvSpPr>
            <p:spPr bwMode="auto">
              <a:xfrm>
                <a:off x="8996805"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1" name="Rectangle 52">
                <a:extLst>
                  <a:ext uri="{FF2B5EF4-FFF2-40B4-BE49-F238E27FC236}">
                    <a16:creationId xmlns:a16="http://schemas.microsoft.com/office/drawing/2014/main" id="{93E03F91-49D8-43EE-B637-0558AECB0EDE}"/>
                  </a:ext>
                </a:extLst>
              </p:cNvPr>
              <p:cNvSpPr>
                <a:spLocks noChangeArrowheads="1"/>
              </p:cNvSpPr>
              <p:nvPr/>
            </p:nvSpPr>
            <p:spPr bwMode="auto">
              <a:xfrm>
                <a:off x="9451068"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2" name="Rectangle 53">
                <a:extLst>
                  <a:ext uri="{FF2B5EF4-FFF2-40B4-BE49-F238E27FC236}">
                    <a16:creationId xmlns:a16="http://schemas.microsoft.com/office/drawing/2014/main" id="{25EB1B6D-371C-4129-8792-C87711A4DC1E}"/>
                  </a:ext>
                </a:extLst>
              </p:cNvPr>
              <p:cNvSpPr>
                <a:spLocks noChangeArrowheads="1"/>
              </p:cNvSpPr>
              <p:nvPr/>
            </p:nvSpPr>
            <p:spPr bwMode="auto">
              <a:xfrm>
                <a:off x="9906501"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3" name="Rectangle 54">
                <a:extLst>
                  <a:ext uri="{FF2B5EF4-FFF2-40B4-BE49-F238E27FC236}">
                    <a16:creationId xmlns:a16="http://schemas.microsoft.com/office/drawing/2014/main" id="{F0762AD7-4B47-41B5-90EC-26D5248FC187}"/>
                  </a:ext>
                </a:extLst>
              </p:cNvPr>
              <p:cNvSpPr>
                <a:spLocks noChangeArrowheads="1"/>
              </p:cNvSpPr>
              <p:nvPr/>
            </p:nvSpPr>
            <p:spPr bwMode="auto">
              <a:xfrm>
                <a:off x="10360763"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4" name="Rectangle 55">
                <a:extLst>
                  <a:ext uri="{FF2B5EF4-FFF2-40B4-BE49-F238E27FC236}">
                    <a16:creationId xmlns:a16="http://schemas.microsoft.com/office/drawing/2014/main" id="{77F5372A-DF0C-4EB4-8383-88ACAFBC34E4}"/>
                  </a:ext>
                </a:extLst>
              </p:cNvPr>
              <p:cNvSpPr>
                <a:spLocks noChangeArrowheads="1"/>
              </p:cNvSpPr>
              <p:nvPr/>
            </p:nvSpPr>
            <p:spPr bwMode="auto">
              <a:xfrm>
                <a:off x="10816197"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5" name="Rectangle 56">
                <a:extLst>
                  <a:ext uri="{FF2B5EF4-FFF2-40B4-BE49-F238E27FC236}">
                    <a16:creationId xmlns:a16="http://schemas.microsoft.com/office/drawing/2014/main" id="{E1647C36-4FD2-4648-B99F-D1A25055E7FA}"/>
                  </a:ext>
                </a:extLst>
              </p:cNvPr>
              <p:cNvSpPr>
                <a:spLocks noChangeArrowheads="1"/>
              </p:cNvSpPr>
              <p:nvPr/>
            </p:nvSpPr>
            <p:spPr bwMode="auto">
              <a:xfrm>
                <a:off x="1127046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6" name="Rectangle 57">
                <a:extLst>
                  <a:ext uri="{FF2B5EF4-FFF2-40B4-BE49-F238E27FC236}">
                    <a16:creationId xmlns:a16="http://schemas.microsoft.com/office/drawing/2014/main" id="{ACEC7B34-ADAF-47D3-BF11-ED91BA7A1A56}"/>
                  </a:ext>
                </a:extLst>
              </p:cNvPr>
              <p:cNvSpPr>
                <a:spLocks noChangeArrowheads="1"/>
              </p:cNvSpPr>
              <p:nvPr/>
            </p:nvSpPr>
            <p:spPr bwMode="auto">
              <a:xfrm>
                <a:off x="1172589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4" name="Group 13">
              <a:extLst>
                <a:ext uri="{FF2B5EF4-FFF2-40B4-BE49-F238E27FC236}">
                  <a16:creationId xmlns:a16="http://schemas.microsoft.com/office/drawing/2014/main" id="{86937529-B296-43D8-A41E-AB8B81312F52}"/>
                </a:ext>
              </a:extLst>
            </p:cNvPr>
            <p:cNvGrpSpPr/>
            <p:nvPr/>
          </p:nvGrpSpPr>
          <p:grpSpPr>
            <a:xfrm>
              <a:off x="354110" y="1338827"/>
              <a:ext cx="11480604" cy="109990"/>
              <a:chOff x="354110" y="1342187"/>
              <a:chExt cx="11480604" cy="109990"/>
            </a:xfrm>
            <a:grpFill/>
          </p:grpSpPr>
          <p:sp>
            <p:nvSpPr>
              <p:cNvPr id="285" name="Rectangle 59">
                <a:extLst>
                  <a:ext uri="{FF2B5EF4-FFF2-40B4-BE49-F238E27FC236}">
                    <a16:creationId xmlns:a16="http://schemas.microsoft.com/office/drawing/2014/main" id="{D5764D4B-1D40-4C27-A916-0AC8D9299408}"/>
                  </a:ext>
                </a:extLst>
              </p:cNvPr>
              <p:cNvSpPr>
                <a:spLocks noChangeArrowheads="1"/>
              </p:cNvSpPr>
              <p:nvPr/>
            </p:nvSpPr>
            <p:spPr bwMode="auto">
              <a:xfrm>
                <a:off x="35411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6" name="Rectangle 60">
                <a:extLst>
                  <a:ext uri="{FF2B5EF4-FFF2-40B4-BE49-F238E27FC236}">
                    <a16:creationId xmlns:a16="http://schemas.microsoft.com/office/drawing/2014/main" id="{8D6FB00B-87D1-4116-9000-867A2BDD9921}"/>
                  </a:ext>
                </a:extLst>
              </p:cNvPr>
              <p:cNvSpPr>
                <a:spLocks noChangeArrowheads="1"/>
              </p:cNvSpPr>
              <p:nvPr/>
            </p:nvSpPr>
            <p:spPr bwMode="auto">
              <a:xfrm>
                <a:off x="80954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7" name="Rectangle 61">
                <a:extLst>
                  <a:ext uri="{FF2B5EF4-FFF2-40B4-BE49-F238E27FC236}">
                    <a16:creationId xmlns:a16="http://schemas.microsoft.com/office/drawing/2014/main" id="{13141309-AB43-4A97-A80F-35655D9BF20E}"/>
                  </a:ext>
                </a:extLst>
              </p:cNvPr>
              <p:cNvSpPr>
                <a:spLocks noChangeArrowheads="1"/>
              </p:cNvSpPr>
              <p:nvPr/>
            </p:nvSpPr>
            <p:spPr bwMode="auto">
              <a:xfrm>
                <a:off x="1263805"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8" name="Rectangle 62">
                <a:extLst>
                  <a:ext uri="{FF2B5EF4-FFF2-40B4-BE49-F238E27FC236}">
                    <a16:creationId xmlns:a16="http://schemas.microsoft.com/office/drawing/2014/main" id="{C9A0F710-6D9F-43AD-AC28-FF4E52165501}"/>
                  </a:ext>
                </a:extLst>
              </p:cNvPr>
              <p:cNvSpPr>
                <a:spLocks noChangeArrowheads="1"/>
              </p:cNvSpPr>
              <p:nvPr/>
            </p:nvSpPr>
            <p:spPr bwMode="auto">
              <a:xfrm>
                <a:off x="1719239"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9" name="Rectangle 63">
                <a:extLst>
                  <a:ext uri="{FF2B5EF4-FFF2-40B4-BE49-F238E27FC236}">
                    <a16:creationId xmlns:a16="http://schemas.microsoft.com/office/drawing/2014/main" id="{22D043F3-2F25-42E6-A0CC-C1417E89D190}"/>
                  </a:ext>
                </a:extLst>
              </p:cNvPr>
              <p:cNvSpPr>
                <a:spLocks noChangeArrowheads="1"/>
              </p:cNvSpPr>
              <p:nvPr/>
            </p:nvSpPr>
            <p:spPr bwMode="auto">
              <a:xfrm>
                <a:off x="2173502"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0" name="Rectangle 64">
                <a:extLst>
                  <a:ext uri="{FF2B5EF4-FFF2-40B4-BE49-F238E27FC236}">
                    <a16:creationId xmlns:a16="http://schemas.microsoft.com/office/drawing/2014/main" id="{128AE702-54D4-4937-85C0-321F9B6D1728}"/>
                  </a:ext>
                </a:extLst>
              </p:cNvPr>
              <p:cNvSpPr>
                <a:spLocks noChangeArrowheads="1"/>
              </p:cNvSpPr>
              <p:nvPr/>
            </p:nvSpPr>
            <p:spPr bwMode="auto">
              <a:xfrm>
                <a:off x="2628934"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1" name="Rectangle 65">
                <a:extLst>
                  <a:ext uri="{FF2B5EF4-FFF2-40B4-BE49-F238E27FC236}">
                    <a16:creationId xmlns:a16="http://schemas.microsoft.com/office/drawing/2014/main" id="{495CD95D-8E09-4DE3-AD35-D07AE4DACF52}"/>
                  </a:ext>
                </a:extLst>
              </p:cNvPr>
              <p:cNvSpPr>
                <a:spLocks noChangeArrowheads="1"/>
              </p:cNvSpPr>
              <p:nvPr/>
            </p:nvSpPr>
            <p:spPr bwMode="auto">
              <a:xfrm>
                <a:off x="3083197"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2" name="Rectangle 66">
                <a:extLst>
                  <a:ext uri="{FF2B5EF4-FFF2-40B4-BE49-F238E27FC236}">
                    <a16:creationId xmlns:a16="http://schemas.microsoft.com/office/drawing/2014/main" id="{F9E349F8-478A-454D-B3EF-507AC5975821}"/>
                  </a:ext>
                </a:extLst>
              </p:cNvPr>
              <p:cNvSpPr>
                <a:spLocks noChangeArrowheads="1"/>
              </p:cNvSpPr>
              <p:nvPr/>
            </p:nvSpPr>
            <p:spPr bwMode="auto">
              <a:xfrm>
                <a:off x="3538630"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3" name="Rectangle 67">
                <a:extLst>
                  <a:ext uri="{FF2B5EF4-FFF2-40B4-BE49-F238E27FC236}">
                    <a16:creationId xmlns:a16="http://schemas.microsoft.com/office/drawing/2014/main" id="{038DA8FC-06DE-457C-A8EE-5A7FEC447F1A}"/>
                  </a:ext>
                </a:extLst>
              </p:cNvPr>
              <p:cNvSpPr>
                <a:spLocks noChangeArrowheads="1"/>
              </p:cNvSpPr>
              <p:nvPr/>
            </p:nvSpPr>
            <p:spPr bwMode="auto">
              <a:xfrm>
                <a:off x="3992893"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4" name="Rectangle 68">
                <a:extLst>
                  <a:ext uri="{FF2B5EF4-FFF2-40B4-BE49-F238E27FC236}">
                    <a16:creationId xmlns:a16="http://schemas.microsoft.com/office/drawing/2014/main" id="{37F3C727-E73B-4515-BA7B-40F081102511}"/>
                  </a:ext>
                </a:extLst>
              </p:cNvPr>
              <p:cNvSpPr>
                <a:spLocks noChangeArrowheads="1"/>
              </p:cNvSpPr>
              <p:nvPr/>
            </p:nvSpPr>
            <p:spPr bwMode="auto">
              <a:xfrm>
                <a:off x="4448326"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5" name="Rectangle 69">
                <a:extLst>
                  <a:ext uri="{FF2B5EF4-FFF2-40B4-BE49-F238E27FC236}">
                    <a16:creationId xmlns:a16="http://schemas.microsoft.com/office/drawing/2014/main" id="{7ACA813C-C067-4264-85A3-D6CC63AFF948}"/>
                  </a:ext>
                </a:extLst>
              </p:cNvPr>
              <p:cNvSpPr>
                <a:spLocks noChangeArrowheads="1"/>
              </p:cNvSpPr>
              <p:nvPr/>
            </p:nvSpPr>
            <p:spPr bwMode="auto">
              <a:xfrm>
                <a:off x="4902589"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6" name="Rectangle 70">
                <a:extLst>
                  <a:ext uri="{FF2B5EF4-FFF2-40B4-BE49-F238E27FC236}">
                    <a16:creationId xmlns:a16="http://schemas.microsoft.com/office/drawing/2014/main" id="{7F1EFEF0-7477-4565-8B37-7950FACA6799}"/>
                  </a:ext>
                </a:extLst>
              </p:cNvPr>
              <p:cNvSpPr>
                <a:spLocks noChangeArrowheads="1"/>
              </p:cNvSpPr>
              <p:nvPr/>
            </p:nvSpPr>
            <p:spPr bwMode="auto">
              <a:xfrm>
                <a:off x="535802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7" name="Rectangle 71">
                <a:extLst>
                  <a:ext uri="{FF2B5EF4-FFF2-40B4-BE49-F238E27FC236}">
                    <a16:creationId xmlns:a16="http://schemas.microsoft.com/office/drawing/2014/main" id="{F425C54F-BDFC-4555-881A-B6F267624F2B}"/>
                  </a:ext>
                </a:extLst>
              </p:cNvPr>
              <p:cNvSpPr>
                <a:spLocks noChangeArrowheads="1"/>
              </p:cNvSpPr>
              <p:nvPr/>
            </p:nvSpPr>
            <p:spPr bwMode="auto">
              <a:xfrm>
                <a:off x="5812285"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8" name="Rectangle 72">
                <a:extLst>
                  <a:ext uri="{FF2B5EF4-FFF2-40B4-BE49-F238E27FC236}">
                    <a16:creationId xmlns:a16="http://schemas.microsoft.com/office/drawing/2014/main" id="{213AFED9-7175-4A0D-92DC-B39BAE0FD3D9}"/>
                  </a:ext>
                </a:extLst>
              </p:cNvPr>
              <p:cNvSpPr>
                <a:spLocks noChangeArrowheads="1"/>
              </p:cNvSpPr>
              <p:nvPr/>
            </p:nvSpPr>
            <p:spPr bwMode="auto">
              <a:xfrm>
                <a:off x="6267717"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9" name="Rectangle 73">
                <a:extLst>
                  <a:ext uri="{FF2B5EF4-FFF2-40B4-BE49-F238E27FC236}">
                    <a16:creationId xmlns:a16="http://schemas.microsoft.com/office/drawing/2014/main" id="{9E4FCFC2-A1ED-453A-B612-E5E0B39C2A9F}"/>
                  </a:ext>
                </a:extLst>
              </p:cNvPr>
              <p:cNvSpPr>
                <a:spLocks noChangeArrowheads="1"/>
              </p:cNvSpPr>
              <p:nvPr/>
            </p:nvSpPr>
            <p:spPr bwMode="auto">
              <a:xfrm>
                <a:off x="672198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0" name="Rectangle 74">
                <a:extLst>
                  <a:ext uri="{FF2B5EF4-FFF2-40B4-BE49-F238E27FC236}">
                    <a16:creationId xmlns:a16="http://schemas.microsoft.com/office/drawing/2014/main" id="{1C9D742B-9152-4EF7-A612-B519BF62C6C9}"/>
                  </a:ext>
                </a:extLst>
              </p:cNvPr>
              <p:cNvSpPr>
                <a:spLocks noChangeArrowheads="1"/>
              </p:cNvSpPr>
              <p:nvPr/>
            </p:nvSpPr>
            <p:spPr bwMode="auto">
              <a:xfrm>
                <a:off x="7177414"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1" name="Rectangle 75">
                <a:extLst>
                  <a:ext uri="{FF2B5EF4-FFF2-40B4-BE49-F238E27FC236}">
                    <a16:creationId xmlns:a16="http://schemas.microsoft.com/office/drawing/2014/main" id="{2149792F-282E-44D6-84AE-7D31FA24B25F}"/>
                  </a:ext>
                </a:extLst>
              </p:cNvPr>
              <p:cNvSpPr>
                <a:spLocks noChangeArrowheads="1"/>
              </p:cNvSpPr>
              <p:nvPr/>
            </p:nvSpPr>
            <p:spPr bwMode="auto">
              <a:xfrm>
                <a:off x="7631676"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2" name="Rectangle 76">
                <a:extLst>
                  <a:ext uri="{FF2B5EF4-FFF2-40B4-BE49-F238E27FC236}">
                    <a16:creationId xmlns:a16="http://schemas.microsoft.com/office/drawing/2014/main" id="{BEAFEECA-B893-49C1-9039-812C4AF541DE}"/>
                  </a:ext>
                </a:extLst>
              </p:cNvPr>
              <p:cNvSpPr>
                <a:spLocks noChangeArrowheads="1"/>
              </p:cNvSpPr>
              <p:nvPr/>
            </p:nvSpPr>
            <p:spPr bwMode="auto">
              <a:xfrm>
                <a:off x="8087109"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3" name="Rectangle 77">
                <a:extLst>
                  <a:ext uri="{FF2B5EF4-FFF2-40B4-BE49-F238E27FC236}">
                    <a16:creationId xmlns:a16="http://schemas.microsoft.com/office/drawing/2014/main" id="{122E4F71-6D60-47F1-8100-1C8190AADAFA}"/>
                  </a:ext>
                </a:extLst>
              </p:cNvPr>
              <p:cNvSpPr>
                <a:spLocks noChangeArrowheads="1"/>
              </p:cNvSpPr>
              <p:nvPr/>
            </p:nvSpPr>
            <p:spPr bwMode="auto">
              <a:xfrm>
                <a:off x="8541372"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4" name="Rectangle 78">
                <a:extLst>
                  <a:ext uri="{FF2B5EF4-FFF2-40B4-BE49-F238E27FC236}">
                    <a16:creationId xmlns:a16="http://schemas.microsoft.com/office/drawing/2014/main" id="{E9A54785-45A1-4BC8-A85E-CA3EB19FF384}"/>
                  </a:ext>
                </a:extLst>
              </p:cNvPr>
              <p:cNvSpPr>
                <a:spLocks noChangeArrowheads="1"/>
              </p:cNvSpPr>
              <p:nvPr/>
            </p:nvSpPr>
            <p:spPr bwMode="auto">
              <a:xfrm>
                <a:off x="8996805"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5" name="Rectangle 79">
                <a:extLst>
                  <a:ext uri="{FF2B5EF4-FFF2-40B4-BE49-F238E27FC236}">
                    <a16:creationId xmlns:a16="http://schemas.microsoft.com/office/drawing/2014/main" id="{D765DC5F-87A3-4E46-88C5-F2101A2941F1}"/>
                  </a:ext>
                </a:extLst>
              </p:cNvPr>
              <p:cNvSpPr>
                <a:spLocks noChangeArrowheads="1"/>
              </p:cNvSpPr>
              <p:nvPr/>
            </p:nvSpPr>
            <p:spPr bwMode="auto">
              <a:xfrm>
                <a:off x="9451068"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6" name="Rectangle 80">
                <a:extLst>
                  <a:ext uri="{FF2B5EF4-FFF2-40B4-BE49-F238E27FC236}">
                    <a16:creationId xmlns:a16="http://schemas.microsoft.com/office/drawing/2014/main" id="{644B6B17-5BBC-4A03-8899-52E7DF7FE658}"/>
                  </a:ext>
                </a:extLst>
              </p:cNvPr>
              <p:cNvSpPr>
                <a:spLocks noChangeArrowheads="1"/>
              </p:cNvSpPr>
              <p:nvPr/>
            </p:nvSpPr>
            <p:spPr bwMode="auto">
              <a:xfrm>
                <a:off x="9906501"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7" name="Rectangle 81">
                <a:extLst>
                  <a:ext uri="{FF2B5EF4-FFF2-40B4-BE49-F238E27FC236}">
                    <a16:creationId xmlns:a16="http://schemas.microsoft.com/office/drawing/2014/main" id="{987BE756-32EA-455B-8130-C8E83B1B3B0D}"/>
                  </a:ext>
                </a:extLst>
              </p:cNvPr>
              <p:cNvSpPr>
                <a:spLocks noChangeArrowheads="1"/>
              </p:cNvSpPr>
              <p:nvPr/>
            </p:nvSpPr>
            <p:spPr bwMode="auto">
              <a:xfrm>
                <a:off x="10360763"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8" name="Rectangle 82">
                <a:extLst>
                  <a:ext uri="{FF2B5EF4-FFF2-40B4-BE49-F238E27FC236}">
                    <a16:creationId xmlns:a16="http://schemas.microsoft.com/office/drawing/2014/main" id="{5C7821F2-B5EF-4833-B9B9-5AE62E01175B}"/>
                  </a:ext>
                </a:extLst>
              </p:cNvPr>
              <p:cNvSpPr>
                <a:spLocks noChangeArrowheads="1"/>
              </p:cNvSpPr>
              <p:nvPr/>
            </p:nvSpPr>
            <p:spPr bwMode="auto">
              <a:xfrm>
                <a:off x="10816197"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9" name="Rectangle 83">
                <a:extLst>
                  <a:ext uri="{FF2B5EF4-FFF2-40B4-BE49-F238E27FC236}">
                    <a16:creationId xmlns:a16="http://schemas.microsoft.com/office/drawing/2014/main" id="{EDF1C499-3F66-4B42-92C0-855DDB14CD0D}"/>
                  </a:ext>
                </a:extLst>
              </p:cNvPr>
              <p:cNvSpPr>
                <a:spLocks noChangeArrowheads="1"/>
              </p:cNvSpPr>
              <p:nvPr/>
            </p:nvSpPr>
            <p:spPr bwMode="auto">
              <a:xfrm>
                <a:off x="1127046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0" name="Rectangle 84">
                <a:extLst>
                  <a:ext uri="{FF2B5EF4-FFF2-40B4-BE49-F238E27FC236}">
                    <a16:creationId xmlns:a16="http://schemas.microsoft.com/office/drawing/2014/main" id="{3A95874A-F523-4169-A3FB-782B25C88E1A}"/>
                  </a:ext>
                </a:extLst>
              </p:cNvPr>
              <p:cNvSpPr>
                <a:spLocks noChangeArrowheads="1"/>
              </p:cNvSpPr>
              <p:nvPr/>
            </p:nvSpPr>
            <p:spPr bwMode="auto">
              <a:xfrm>
                <a:off x="1172589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5" name="Group 14">
              <a:extLst>
                <a:ext uri="{FF2B5EF4-FFF2-40B4-BE49-F238E27FC236}">
                  <a16:creationId xmlns:a16="http://schemas.microsoft.com/office/drawing/2014/main" id="{7F2D639A-C347-4082-9643-F89AF7802C05}"/>
                </a:ext>
              </a:extLst>
            </p:cNvPr>
            <p:cNvGrpSpPr/>
            <p:nvPr/>
          </p:nvGrpSpPr>
          <p:grpSpPr>
            <a:xfrm>
              <a:off x="354110" y="1845539"/>
              <a:ext cx="11480604" cy="109990"/>
              <a:chOff x="354110" y="1850572"/>
              <a:chExt cx="11480604" cy="109990"/>
            </a:xfrm>
            <a:grpFill/>
          </p:grpSpPr>
          <p:sp>
            <p:nvSpPr>
              <p:cNvPr id="259" name="Rectangle 5">
                <a:extLst>
                  <a:ext uri="{FF2B5EF4-FFF2-40B4-BE49-F238E27FC236}">
                    <a16:creationId xmlns:a16="http://schemas.microsoft.com/office/drawing/2014/main" id="{6291B61F-460B-41F6-82CC-088066FD85C2}"/>
                  </a:ext>
                </a:extLst>
              </p:cNvPr>
              <p:cNvSpPr>
                <a:spLocks noChangeArrowheads="1"/>
              </p:cNvSpPr>
              <p:nvPr/>
            </p:nvSpPr>
            <p:spPr bwMode="auto">
              <a:xfrm>
                <a:off x="35411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0" name="Rectangle 6">
                <a:extLst>
                  <a:ext uri="{FF2B5EF4-FFF2-40B4-BE49-F238E27FC236}">
                    <a16:creationId xmlns:a16="http://schemas.microsoft.com/office/drawing/2014/main" id="{C588270F-A3F7-4DD2-8B81-C30BA6412569}"/>
                  </a:ext>
                </a:extLst>
              </p:cNvPr>
              <p:cNvSpPr>
                <a:spLocks noChangeArrowheads="1"/>
              </p:cNvSpPr>
              <p:nvPr/>
            </p:nvSpPr>
            <p:spPr bwMode="auto">
              <a:xfrm>
                <a:off x="80954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1" name="Rectangle 7">
                <a:extLst>
                  <a:ext uri="{FF2B5EF4-FFF2-40B4-BE49-F238E27FC236}">
                    <a16:creationId xmlns:a16="http://schemas.microsoft.com/office/drawing/2014/main" id="{050F8909-1A69-4BF3-BC80-ECD1B486FAE2}"/>
                  </a:ext>
                </a:extLst>
              </p:cNvPr>
              <p:cNvSpPr>
                <a:spLocks noChangeArrowheads="1"/>
              </p:cNvSpPr>
              <p:nvPr/>
            </p:nvSpPr>
            <p:spPr bwMode="auto">
              <a:xfrm>
                <a:off x="1263805"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2" name="Rectangle 8">
                <a:extLst>
                  <a:ext uri="{FF2B5EF4-FFF2-40B4-BE49-F238E27FC236}">
                    <a16:creationId xmlns:a16="http://schemas.microsoft.com/office/drawing/2014/main" id="{995EC835-8CAE-48D8-ADF0-22B6D986B1EF}"/>
                  </a:ext>
                </a:extLst>
              </p:cNvPr>
              <p:cNvSpPr>
                <a:spLocks noChangeArrowheads="1"/>
              </p:cNvSpPr>
              <p:nvPr/>
            </p:nvSpPr>
            <p:spPr bwMode="auto">
              <a:xfrm>
                <a:off x="1719239"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3" name="Rectangle 9">
                <a:extLst>
                  <a:ext uri="{FF2B5EF4-FFF2-40B4-BE49-F238E27FC236}">
                    <a16:creationId xmlns:a16="http://schemas.microsoft.com/office/drawing/2014/main" id="{5076577D-01F8-484C-8AEB-1091039A662E}"/>
                  </a:ext>
                </a:extLst>
              </p:cNvPr>
              <p:cNvSpPr>
                <a:spLocks noChangeArrowheads="1"/>
              </p:cNvSpPr>
              <p:nvPr/>
            </p:nvSpPr>
            <p:spPr bwMode="auto">
              <a:xfrm>
                <a:off x="2173502"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4" name="Rectangle 10">
                <a:extLst>
                  <a:ext uri="{FF2B5EF4-FFF2-40B4-BE49-F238E27FC236}">
                    <a16:creationId xmlns:a16="http://schemas.microsoft.com/office/drawing/2014/main" id="{5FAA1557-63ED-4C2E-89BE-E827B69C47DE}"/>
                  </a:ext>
                </a:extLst>
              </p:cNvPr>
              <p:cNvSpPr>
                <a:spLocks noChangeArrowheads="1"/>
              </p:cNvSpPr>
              <p:nvPr/>
            </p:nvSpPr>
            <p:spPr bwMode="auto">
              <a:xfrm>
                <a:off x="2628934"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5" name="Rectangle 11">
                <a:extLst>
                  <a:ext uri="{FF2B5EF4-FFF2-40B4-BE49-F238E27FC236}">
                    <a16:creationId xmlns:a16="http://schemas.microsoft.com/office/drawing/2014/main" id="{63D8B1EF-AF76-4A72-B4E3-FC4D1B4E7A80}"/>
                  </a:ext>
                </a:extLst>
              </p:cNvPr>
              <p:cNvSpPr>
                <a:spLocks noChangeArrowheads="1"/>
              </p:cNvSpPr>
              <p:nvPr/>
            </p:nvSpPr>
            <p:spPr bwMode="auto">
              <a:xfrm>
                <a:off x="3083197"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6" name="Rectangle 12">
                <a:extLst>
                  <a:ext uri="{FF2B5EF4-FFF2-40B4-BE49-F238E27FC236}">
                    <a16:creationId xmlns:a16="http://schemas.microsoft.com/office/drawing/2014/main" id="{4DF3DA51-2B69-42BD-A6DE-6F85AA116149}"/>
                  </a:ext>
                </a:extLst>
              </p:cNvPr>
              <p:cNvSpPr>
                <a:spLocks noChangeArrowheads="1"/>
              </p:cNvSpPr>
              <p:nvPr/>
            </p:nvSpPr>
            <p:spPr bwMode="auto">
              <a:xfrm>
                <a:off x="3538630"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7" name="Rectangle 13">
                <a:extLst>
                  <a:ext uri="{FF2B5EF4-FFF2-40B4-BE49-F238E27FC236}">
                    <a16:creationId xmlns:a16="http://schemas.microsoft.com/office/drawing/2014/main" id="{464ECA3E-44D7-43DE-A35E-EADB2D8D7243}"/>
                  </a:ext>
                </a:extLst>
              </p:cNvPr>
              <p:cNvSpPr>
                <a:spLocks noChangeArrowheads="1"/>
              </p:cNvSpPr>
              <p:nvPr/>
            </p:nvSpPr>
            <p:spPr bwMode="auto">
              <a:xfrm>
                <a:off x="3992893"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8" name="Rectangle 14">
                <a:extLst>
                  <a:ext uri="{FF2B5EF4-FFF2-40B4-BE49-F238E27FC236}">
                    <a16:creationId xmlns:a16="http://schemas.microsoft.com/office/drawing/2014/main" id="{36E4F914-DFE7-4297-8E42-A27710155F63}"/>
                  </a:ext>
                </a:extLst>
              </p:cNvPr>
              <p:cNvSpPr>
                <a:spLocks noChangeArrowheads="1"/>
              </p:cNvSpPr>
              <p:nvPr/>
            </p:nvSpPr>
            <p:spPr bwMode="auto">
              <a:xfrm>
                <a:off x="4448326"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9" name="Rectangle 15">
                <a:extLst>
                  <a:ext uri="{FF2B5EF4-FFF2-40B4-BE49-F238E27FC236}">
                    <a16:creationId xmlns:a16="http://schemas.microsoft.com/office/drawing/2014/main" id="{164AA26B-0915-4E61-AFF2-BDA8ED551BFE}"/>
                  </a:ext>
                </a:extLst>
              </p:cNvPr>
              <p:cNvSpPr>
                <a:spLocks noChangeArrowheads="1"/>
              </p:cNvSpPr>
              <p:nvPr/>
            </p:nvSpPr>
            <p:spPr bwMode="auto">
              <a:xfrm>
                <a:off x="4902589"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0" name="Rectangle 16">
                <a:extLst>
                  <a:ext uri="{FF2B5EF4-FFF2-40B4-BE49-F238E27FC236}">
                    <a16:creationId xmlns:a16="http://schemas.microsoft.com/office/drawing/2014/main" id="{D5AB2E4B-626F-4072-87E5-595D35EFADAD}"/>
                  </a:ext>
                </a:extLst>
              </p:cNvPr>
              <p:cNvSpPr>
                <a:spLocks noChangeArrowheads="1"/>
              </p:cNvSpPr>
              <p:nvPr/>
            </p:nvSpPr>
            <p:spPr bwMode="auto">
              <a:xfrm>
                <a:off x="535802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1" name="Rectangle 17">
                <a:extLst>
                  <a:ext uri="{FF2B5EF4-FFF2-40B4-BE49-F238E27FC236}">
                    <a16:creationId xmlns:a16="http://schemas.microsoft.com/office/drawing/2014/main" id="{65DAB362-330B-46D1-BCA8-58DF84B02A0B}"/>
                  </a:ext>
                </a:extLst>
              </p:cNvPr>
              <p:cNvSpPr>
                <a:spLocks noChangeArrowheads="1"/>
              </p:cNvSpPr>
              <p:nvPr/>
            </p:nvSpPr>
            <p:spPr bwMode="auto">
              <a:xfrm>
                <a:off x="5812285"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2" name="Rectangle 18">
                <a:extLst>
                  <a:ext uri="{FF2B5EF4-FFF2-40B4-BE49-F238E27FC236}">
                    <a16:creationId xmlns:a16="http://schemas.microsoft.com/office/drawing/2014/main" id="{354D240F-C2AD-45B8-AC36-32AD2EAD65C6}"/>
                  </a:ext>
                </a:extLst>
              </p:cNvPr>
              <p:cNvSpPr>
                <a:spLocks noChangeArrowheads="1"/>
              </p:cNvSpPr>
              <p:nvPr/>
            </p:nvSpPr>
            <p:spPr bwMode="auto">
              <a:xfrm>
                <a:off x="6267717"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3" name="Rectangle 19">
                <a:extLst>
                  <a:ext uri="{FF2B5EF4-FFF2-40B4-BE49-F238E27FC236}">
                    <a16:creationId xmlns:a16="http://schemas.microsoft.com/office/drawing/2014/main" id="{90E2C084-FE42-498D-9DD1-54C9F1833304}"/>
                  </a:ext>
                </a:extLst>
              </p:cNvPr>
              <p:cNvSpPr>
                <a:spLocks noChangeArrowheads="1"/>
              </p:cNvSpPr>
              <p:nvPr/>
            </p:nvSpPr>
            <p:spPr bwMode="auto">
              <a:xfrm>
                <a:off x="672198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4" name="Rectangle 20">
                <a:extLst>
                  <a:ext uri="{FF2B5EF4-FFF2-40B4-BE49-F238E27FC236}">
                    <a16:creationId xmlns:a16="http://schemas.microsoft.com/office/drawing/2014/main" id="{C350DA86-5C2C-4CB7-B1CC-4409FC68993E}"/>
                  </a:ext>
                </a:extLst>
              </p:cNvPr>
              <p:cNvSpPr>
                <a:spLocks noChangeArrowheads="1"/>
              </p:cNvSpPr>
              <p:nvPr/>
            </p:nvSpPr>
            <p:spPr bwMode="auto">
              <a:xfrm>
                <a:off x="7177414"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5" name="Rectangle 21">
                <a:extLst>
                  <a:ext uri="{FF2B5EF4-FFF2-40B4-BE49-F238E27FC236}">
                    <a16:creationId xmlns:a16="http://schemas.microsoft.com/office/drawing/2014/main" id="{3476D016-BE0E-40FB-AE03-36C7206310DC}"/>
                  </a:ext>
                </a:extLst>
              </p:cNvPr>
              <p:cNvSpPr>
                <a:spLocks noChangeArrowheads="1"/>
              </p:cNvSpPr>
              <p:nvPr/>
            </p:nvSpPr>
            <p:spPr bwMode="auto">
              <a:xfrm>
                <a:off x="7631676"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6" name="Rectangle 22">
                <a:extLst>
                  <a:ext uri="{FF2B5EF4-FFF2-40B4-BE49-F238E27FC236}">
                    <a16:creationId xmlns:a16="http://schemas.microsoft.com/office/drawing/2014/main" id="{4207A264-69D9-418A-8329-92D261B9B62C}"/>
                  </a:ext>
                </a:extLst>
              </p:cNvPr>
              <p:cNvSpPr>
                <a:spLocks noChangeArrowheads="1"/>
              </p:cNvSpPr>
              <p:nvPr/>
            </p:nvSpPr>
            <p:spPr bwMode="auto">
              <a:xfrm>
                <a:off x="8087109"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7" name="Rectangle 23">
                <a:extLst>
                  <a:ext uri="{FF2B5EF4-FFF2-40B4-BE49-F238E27FC236}">
                    <a16:creationId xmlns:a16="http://schemas.microsoft.com/office/drawing/2014/main" id="{A6B0A29B-A2CB-436D-9F5A-97AC9E9B35A6}"/>
                  </a:ext>
                </a:extLst>
              </p:cNvPr>
              <p:cNvSpPr>
                <a:spLocks noChangeArrowheads="1"/>
              </p:cNvSpPr>
              <p:nvPr/>
            </p:nvSpPr>
            <p:spPr bwMode="auto">
              <a:xfrm>
                <a:off x="8541372"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8" name="Rectangle 24">
                <a:extLst>
                  <a:ext uri="{FF2B5EF4-FFF2-40B4-BE49-F238E27FC236}">
                    <a16:creationId xmlns:a16="http://schemas.microsoft.com/office/drawing/2014/main" id="{E9855E46-BFAF-42D9-AC3D-C449C9315DD0}"/>
                  </a:ext>
                </a:extLst>
              </p:cNvPr>
              <p:cNvSpPr>
                <a:spLocks noChangeArrowheads="1"/>
              </p:cNvSpPr>
              <p:nvPr/>
            </p:nvSpPr>
            <p:spPr bwMode="auto">
              <a:xfrm>
                <a:off x="8996805"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9" name="Rectangle 25">
                <a:extLst>
                  <a:ext uri="{FF2B5EF4-FFF2-40B4-BE49-F238E27FC236}">
                    <a16:creationId xmlns:a16="http://schemas.microsoft.com/office/drawing/2014/main" id="{8A0832E2-B419-44F2-AA90-20EF152828FB}"/>
                  </a:ext>
                </a:extLst>
              </p:cNvPr>
              <p:cNvSpPr>
                <a:spLocks noChangeArrowheads="1"/>
              </p:cNvSpPr>
              <p:nvPr/>
            </p:nvSpPr>
            <p:spPr bwMode="auto">
              <a:xfrm>
                <a:off x="9451068"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0" name="Rectangle 26">
                <a:extLst>
                  <a:ext uri="{FF2B5EF4-FFF2-40B4-BE49-F238E27FC236}">
                    <a16:creationId xmlns:a16="http://schemas.microsoft.com/office/drawing/2014/main" id="{19E36BF2-3D4E-4C2B-8D4A-DCF9E92FAEDD}"/>
                  </a:ext>
                </a:extLst>
              </p:cNvPr>
              <p:cNvSpPr>
                <a:spLocks noChangeArrowheads="1"/>
              </p:cNvSpPr>
              <p:nvPr/>
            </p:nvSpPr>
            <p:spPr bwMode="auto">
              <a:xfrm>
                <a:off x="9906501"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1" name="Rectangle 27">
                <a:extLst>
                  <a:ext uri="{FF2B5EF4-FFF2-40B4-BE49-F238E27FC236}">
                    <a16:creationId xmlns:a16="http://schemas.microsoft.com/office/drawing/2014/main" id="{038C7A5F-FE20-45D2-9A21-6F27B6DEE723}"/>
                  </a:ext>
                </a:extLst>
              </p:cNvPr>
              <p:cNvSpPr>
                <a:spLocks noChangeArrowheads="1"/>
              </p:cNvSpPr>
              <p:nvPr/>
            </p:nvSpPr>
            <p:spPr bwMode="auto">
              <a:xfrm>
                <a:off x="10360763"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2" name="Rectangle 28">
                <a:extLst>
                  <a:ext uri="{FF2B5EF4-FFF2-40B4-BE49-F238E27FC236}">
                    <a16:creationId xmlns:a16="http://schemas.microsoft.com/office/drawing/2014/main" id="{E6296672-5055-43EF-8C50-F99741CCADCF}"/>
                  </a:ext>
                </a:extLst>
              </p:cNvPr>
              <p:cNvSpPr>
                <a:spLocks noChangeArrowheads="1"/>
              </p:cNvSpPr>
              <p:nvPr/>
            </p:nvSpPr>
            <p:spPr bwMode="auto">
              <a:xfrm>
                <a:off x="10816197"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3" name="Rectangle 29">
                <a:extLst>
                  <a:ext uri="{FF2B5EF4-FFF2-40B4-BE49-F238E27FC236}">
                    <a16:creationId xmlns:a16="http://schemas.microsoft.com/office/drawing/2014/main" id="{9F789C90-FBCD-48B5-800E-4829555286BD}"/>
                  </a:ext>
                </a:extLst>
              </p:cNvPr>
              <p:cNvSpPr>
                <a:spLocks noChangeArrowheads="1"/>
              </p:cNvSpPr>
              <p:nvPr/>
            </p:nvSpPr>
            <p:spPr bwMode="auto">
              <a:xfrm>
                <a:off x="1127046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4" name="Rectangle 30">
                <a:extLst>
                  <a:ext uri="{FF2B5EF4-FFF2-40B4-BE49-F238E27FC236}">
                    <a16:creationId xmlns:a16="http://schemas.microsoft.com/office/drawing/2014/main" id="{DDF49BA7-3A02-4020-A1E4-11270C686243}"/>
                  </a:ext>
                </a:extLst>
              </p:cNvPr>
              <p:cNvSpPr>
                <a:spLocks noChangeArrowheads="1"/>
              </p:cNvSpPr>
              <p:nvPr/>
            </p:nvSpPr>
            <p:spPr bwMode="auto">
              <a:xfrm>
                <a:off x="1172589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6" name="Group 15">
              <a:extLst>
                <a:ext uri="{FF2B5EF4-FFF2-40B4-BE49-F238E27FC236}">
                  <a16:creationId xmlns:a16="http://schemas.microsoft.com/office/drawing/2014/main" id="{66A8B488-F73F-46BA-AAC6-FAAE1D26CA95}"/>
                </a:ext>
              </a:extLst>
            </p:cNvPr>
            <p:cNvGrpSpPr/>
            <p:nvPr/>
          </p:nvGrpSpPr>
          <p:grpSpPr>
            <a:xfrm>
              <a:off x="354110" y="2352251"/>
              <a:ext cx="11480604" cy="108822"/>
              <a:chOff x="354110" y="2358964"/>
              <a:chExt cx="11480604" cy="108822"/>
            </a:xfrm>
            <a:grpFill/>
          </p:grpSpPr>
          <p:sp>
            <p:nvSpPr>
              <p:cNvPr id="233" name="Rectangle 32">
                <a:extLst>
                  <a:ext uri="{FF2B5EF4-FFF2-40B4-BE49-F238E27FC236}">
                    <a16:creationId xmlns:a16="http://schemas.microsoft.com/office/drawing/2014/main" id="{B4B13D94-DCE1-468B-AF50-848FB46E4948}"/>
                  </a:ext>
                </a:extLst>
              </p:cNvPr>
              <p:cNvSpPr>
                <a:spLocks noChangeArrowheads="1"/>
              </p:cNvSpPr>
              <p:nvPr/>
            </p:nvSpPr>
            <p:spPr bwMode="auto">
              <a:xfrm>
                <a:off x="35411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4" name="Rectangle 33">
                <a:extLst>
                  <a:ext uri="{FF2B5EF4-FFF2-40B4-BE49-F238E27FC236}">
                    <a16:creationId xmlns:a16="http://schemas.microsoft.com/office/drawing/2014/main" id="{D42897BB-EFBB-4C3E-B7D8-39558C9973F8}"/>
                  </a:ext>
                </a:extLst>
              </p:cNvPr>
              <p:cNvSpPr>
                <a:spLocks noChangeArrowheads="1"/>
              </p:cNvSpPr>
              <p:nvPr/>
            </p:nvSpPr>
            <p:spPr bwMode="auto">
              <a:xfrm>
                <a:off x="80954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5" name="Rectangle 34">
                <a:extLst>
                  <a:ext uri="{FF2B5EF4-FFF2-40B4-BE49-F238E27FC236}">
                    <a16:creationId xmlns:a16="http://schemas.microsoft.com/office/drawing/2014/main" id="{4FAE9ED1-B75E-4074-8A29-538EBAC75111}"/>
                  </a:ext>
                </a:extLst>
              </p:cNvPr>
              <p:cNvSpPr>
                <a:spLocks noChangeArrowheads="1"/>
              </p:cNvSpPr>
              <p:nvPr/>
            </p:nvSpPr>
            <p:spPr bwMode="auto">
              <a:xfrm>
                <a:off x="1263805"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6" name="Rectangle 35">
                <a:extLst>
                  <a:ext uri="{FF2B5EF4-FFF2-40B4-BE49-F238E27FC236}">
                    <a16:creationId xmlns:a16="http://schemas.microsoft.com/office/drawing/2014/main" id="{04AF33C2-82DD-4449-B5ED-C6E11A9176B9}"/>
                  </a:ext>
                </a:extLst>
              </p:cNvPr>
              <p:cNvSpPr>
                <a:spLocks noChangeArrowheads="1"/>
              </p:cNvSpPr>
              <p:nvPr/>
            </p:nvSpPr>
            <p:spPr bwMode="auto">
              <a:xfrm>
                <a:off x="1719239"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7" name="Rectangle 36">
                <a:extLst>
                  <a:ext uri="{FF2B5EF4-FFF2-40B4-BE49-F238E27FC236}">
                    <a16:creationId xmlns:a16="http://schemas.microsoft.com/office/drawing/2014/main" id="{A402AA2F-3566-4F90-A3D7-2F6ACC0596DC}"/>
                  </a:ext>
                </a:extLst>
              </p:cNvPr>
              <p:cNvSpPr>
                <a:spLocks noChangeArrowheads="1"/>
              </p:cNvSpPr>
              <p:nvPr/>
            </p:nvSpPr>
            <p:spPr bwMode="auto">
              <a:xfrm>
                <a:off x="2173502"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8" name="Rectangle 37">
                <a:extLst>
                  <a:ext uri="{FF2B5EF4-FFF2-40B4-BE49-F238E27FC236}">
                    <a16:creationId xmlns:a16="http://schemas.microsoft.com/office/drawing/2014/main" id="{12257C74-8FE2-4A5A-AE7D-4253FD48B2A6}"/>
                  </a:ext>
                </a:extLst>
              </p:cNvPr>
              <p:cNvSpPr>
                <a:spLocks noChangeArrowheads="1"/>
              </p:cNvSpPr>
              <p:nvPr/>
            </p:nvSpPr>
            <p:spPr bwMode="auto">
              <a:xfrm>
                <a:off x="2628934"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9" name="Rectangle 38">
                <a:extLst>
                  <a:ext uri="{FF2B5EF4-FFF2-40B4-BE49-F238E27FC236}">
                    <a16:creationId xmlns:a16="http://schemas.microsoft.com/office/drawing/2014/main" id="{EDCCE78B-73E1-4347-A0AB-893F31DE0D72}"/>
                  </a:ext>
                </a:extLst>
              </p:cNvPr>
              <p:cNvSpPr>
                <a:spLocks noChangeArrowheads="1"/>
              </p:cNvSpPr>
              <p:nvPr/>
            </p:nvSpPr>
            <p:spPr bwMode="auto">
              <a:xfrm>
                <a:off x="3083197"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0" name="Rectangle 39">
                <a:extLst>
                  <a:ext uri="{FF2B5EF4-FFF2-40B4-BE49-F238E27FC236}">
                    <a16:creationId xmlns:a16="http://schemas.microsoft.com/office/drawing/2014/main" id="{71A20C81-1914-4715-86F6-FC2A3887F217}"/>
                  </a:ext>
                </a:extLst>
              </p:cNvPr>
              <p:cNvSpPr>
                <a:spLocks noChangeArrowheads="1"/>
              </p:cNvSpPr>
              <p:nvPr/>
            </p:nvSpPr>
            <p:spPr bwMode="auto">
              <a:xfrm>
                <a:off x="3538630"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1" name="Rectangle 40">
                <a:extLst>
                  <a:ext uri="{FF2B5EF4-FFF2-40B4-BE49-F238E27FC236}">
                    <a16:creationId xmlns:a16="http://schemas.microsoft.com/office/drawing/2014/main" id="{30EB0F8B-2241-4BB6-B10C-10150726F1C8}"/>
                  </a:ext>
                </a:extLst>
              </p:cNvPr>
              <p:cNvSpPr>
                <a:spLocks noChangeArrowheads="1"/>
              </p:cNvSpPr>
              <p:nvPr/>
            </p:nvSpPr>
            <p:spPr bwMode="auto">
              <a:xfrm>
                <a:off x="3992893"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2" name="Rectangle 41">
                <a:extLst>
                  <a:ext uri="{FF2B5EF4-FFF2-40B4-BE49-F238E27FC236}">
                    <a16:creationId xmlns:a16="http://schemas.microsoft.com/office/drawing/2014/main" id="{93DC7C70-8C17-43A4-9F9B-0C24A1A8816F}"/>
                  </a:ext>
                </a:extLst>
              </p:cNvPr>
              <p:cNvSpPr>
                <a:spLocks noChangeArrowheads="1"/>
              </p:cNvSpPr>
              <p:nvPr/>
            </p:nvSpPr>
            <p:spPr bwMode="auto">
              <a:xfrm>
                <a:off x="4448326"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3" name="Rectangle 42">
                <a:extLst>
                  <a:ext uri="{FF2B5EF4-FFF2-40B4-BE49-F238E27FC236}">
                    <a16:creationId xmlns:a16="http://schemas.microsoft.com/office/drawing/2014/main" id="{700DA9A2-C7ED-46FB-B7ED-912E60E91053}"/>
                  </a:ext>
                </a:extLst>
              </p:cNvPr>
              <p:cNvSpPr>
                <a:spLocks noChangeArrowheads="1"/>
              </p:cNvSpPr>
              <p:nvPr/>
            </p:nvSpPr>
            <p:spPr bwMode="auto">
              <a:xfrm>
                <a:off x="4902589"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4" name="Rectangle 43">
                <a:extLst>
                  <a:ext uri="{FF2B5EF4-FFF2-40B4-BE49-F238E27FC236}">
                    <a16:creationId xmlns:a16="http://schemas.microsoft.com/office/drawing/2014/main" id="{23993B3F-B1E2-4626-915E-30EA0C27114C}"/>
                  </a:ext>
                </a:extLst>
              </p:cNvPr>
              <p:cNvSpPr>
                <a:spLocks noChangeArrowheads="1"/>
              </p:cNvSpPr>
              <p:nvPr/>
            </p:nvSpPr>
            <p:spPr bwMode="auto">
              <a:xfrm>
                <a:off x="535802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5" name="Rectangle 44">
                <a:extLst>
                  <a:ext uri="{FF2B5EF4-FFF2-40B4-BE49-F238E27FC236}">
                    <a16:creationId xmlns:a16="http://schemas.microsoft.com/office/drawing/2014/main" id="{70A847F2-326C-4A11-90C5-5A5E3BC0062F}"/>
                  </a:ext>
                </a:extLst>
              </p:cNvPr>
              <p:cNvSpPr>
                <a:spLocks noChangeArrowheads="1"/>
              </p:cNvSpPr>
              <p:nvPr/>
            </p:nvSpPr>
            <p:spPr bwMode="auto">
              <a:xfrm>
                <a:off x="5812285"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6" name="Rectangle 45">
                <a:extLst>
                  <a:ext uri="{FF2B5EF4-FFF2-40B4-BE49-F238E27FC236}">
                    <a16:creationId xmlns:a16="http://schemas.microsoft.com/office/drawing/2014/main" id="{D050CF34-CB80-475B-86F9-30114A7E6141}"/>
                  </a:ext>
                </a:extLst>
              </p:cNvPr>
              <p:cNvSpPr>
                <a:spLocks noChangeArrowheads="1"/>
              </p:cNvSpPr>
              <p:nvPr/>
            </p:nvSpPr>
            <p:spPr bwMode="auto">
              <a:xfrm>
                <a:off x="6267717"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7" name="Rectangle 46">
                <a:extLst>
                  <a:ext uri="{FF2B5EF4-FFF2-40B4-BE49-F238E27FC236}">
                    <a16:creationId xmlns:a16="http://schemas.microsoft.com/office/drawing/2014/main" id="{72F7682D-8B8B-4827-9F84-5A883F25751E}"/>
                  </a:ext>
                </a:extLst>
              </p:cNvPr>
              <p:cNvSpPr>
                <a:spLocks noChangeArrowheads="1"/>
              </p:cNvSpPr>
              <p:nvPr/>
            </p:nvSpPr>
            <p:spPr bwMode="auto">
              <a:xfrm>
                <a:off x="672198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8" name="Rectangle 47">
                <a:extLst>
                  <a:ext uri="{FF2B5EF4-FFF2-40B4-BE49-F238E27FC236}">
                    <a16:creationId xmlns:a16="http://schemas.microsoft.com/office/drawing/2014/main" id="{096B96DB-AD07-4F59-8D81-878896D609D6}"/>
                  </a:ext>
                </a:extLst>
              </p:cNvPr>
              <p:cNvSpPr>
                <a:spLocks noChangeArrowheads="1"/>
              </p:cNvSpPr>
              <p:nvPr/>
            </p:nvSpPr>
            <p:spPr bwMode="auto">
              <a:xfrm>
                <a:off x="7177414"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9" name="Rectangle 48">
                <a:extLst>
                  <a:ext uri="{FF2B5EF4-FFF2-40B4-BE49-F238E27FC236}">
                    <a16:creationId xmlns:a16="http://schemas.microsoft.com/office/drawing/2014/main" id="{8B2388B0-7437-4F3C-B5AF-A99838656D00}"/>
                  </a:ext>
                </a:extLst>
              </p:cNvPr>
              <p:cNvSpPr>
                <a:spLocks noChangeArrowheads="1"/>
              </p:cNvSpPr>
              <p:nvPr/>
            </p:nvSpPr>
            <p:spPr bwMode="auto">
              <a:xfrm>
                <a:off x="7631676"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0" name="Rectangle 49">
                <a:extLst>
                  <a:ext uri="{FF2B5EF4-FFF2-40B4-BE49-F238E27FC236}">
                    <a16:creationId xmlns:a16="http://schemas.microsoft.com/office/drawing/2014/main" id="{FBE62A09-5F6A-4BC0-9413-4B7222385A07}"/>
                  </a:ext>
                </a:extLst>
              </p:cNvPr>
              <p:cNvSpPr>
                <a:spLocks noChangeArrowheads="1"/>
              </p:cNvSpPr>
              <p:nvPr/>
            </p:nvSpPr>
            <p:spPr bwMode="auto">
              <a:xfrm>
                <a:off x="8087109"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1" name="Rectangle 50">
                <a:extLst>
                  <a:ext uri="{FF2B5EF4-FFF2-40B4-BE49-F238E27FC236}">
                    <a16:creationId xmlns:a16="http://schemas.microsoft.com/office/drawing/2014/main" id="{FD4120A0-F176-4CF5-BD30-0A467CCD63B4}"/>
                  </a:ext>
                </a:extLst>
              </p:cNvPr>
              <p:cNvSpPr>
                <a:spLocks noChangeArrowheads="1"/>
              </p:cNvSpPr>
              <p:nvPr/>
            </p:nvSpPr>
            <p:spPr bwMode="auto">
              <a:xfrm>
                <a:off x="8541372"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2" name="Rectangle 51">
                <a:extLst>
                  <a:ext uri="{FF2B5EF4-FFF2-40B4-BE49-F238E27FC236}">
                    <a16:creationId xmlns:a16="http://schemas.microsoft.com/office/drawing/2014/main" id="{8075DBF6-9812-49E0-8973-F29DF4621992}"/>
                  </a:ext>
                </a:extLst>
              </p:cNvPr>
              <p:cNvSpPr>
                <a:spLocks noChangeArrowheads="1"/>
              </p:cNvSpPr>
              <p:nvPr/>
            </p:nvSpPr>
            <p:spPr bwMode="auto">
              <a:xfrm>
                <a:off x="8996805"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3" name="Rectangle 52">
                <a:extLst>
                  <a:ext uri="{FF2B5EF4-FFF2-40B4-BE49-F238E27FC236}">
                    <a16:creationId xmlns:a16="http://schemas.microsoft.com/office/drawing/2014/main" id="{55CA37AD-A3E1-4489-9138-C3852B352A18}"/>
                  </a:ext>
                </a:extLst>
              </p:cNvPr>
              <p:cNvSpPr>
                <a:spLocks noChangeArrowheads="1"/>
              </p:cNvSpPr>
              <p:nvPr/>
            </p:nvSpPr>
            <p:spPr bwMode="auto">
              <a:xfrm>
                <a:off x="9451068"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4" name="Rectangle 53">
                <a:extLst>
                  <a:ext uri="{FF2B5EF4-FFF2-40B4-BE49-F238E27FC236}">
                    <a16:creationId xmlns:a16="http://schemas.microsoft.com/office/drawing/2014/main" id="{C88268CA-A454-432A-BBC6-F3C2F2736E0C}"/>
                  </a:ext>
                </a:extLst>
              </p:cNvPr>
              <p:cNvSpPr>
                <a:spLocks noChangeArrowheads="1"/>
              </p:cNvSpPr>
              <p:nvPr/>
            </p:nvSpPr>
            <p:spPr bwMode="auto">
              <a:xfrm>
                <a:off x="9906501"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5" name="Rectangle 54">
                <a:extLst>
                  <a:ext uri="{FF2B5EF4-FFF2-40B4-BE49-F238E27FC236}">
                    <a16:creationId xmlns:a16="http://schemas.microsoft.com/office/drawing/2014/main" id="{3EA71045-4C26-49CD-944A-9D37A7B68674}"/>
                  </a:ext>
                </a:extLst>
              </p:cNvPr>
              <p:cNvSpPr>
                <a:spLocks noChangeArrowheads="1"/>
              </p:cNvSpPr>
              <p:nvPr/>
            </p:nvSpPr>
            <p:spPr bwMode="auto">
              <a:xfrm>
                <a:off x="10360763"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6" name="Rectangle 55">
                <a:extLst>
                  <a:ext uri="{FF2B5EF4-FFF2-40B4-BE49-F238E27FC236}">
                    <a16:creationId xmlns:a16="http://schemas.microsoft.com/office/drawing/2014/main" id="{4CA66C44-3E69-4CC0-BE3E-5099678F39E7}"/>
                  </a:ext>
                </a:extLst>
              </p:cNvPr>
              <p:cNvSpPr>
                <a:spLocks noChangeArrowheads="1"/>
              </p:cNvSpPr>
              <p:nvPr/>
            </p:nvSpPr>
            <p:spPr bwMode="auto">
              <a:xfrm>
                <a:off x="10816197"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7" name="Rectangle 56">
                <a:extLst>
                  <a:ext uri="{FF2B5EF4-FFF2-40B4-BE49-F238E27FC236}">
                    <a16:creationId xmlns:a16="http://schemas.microsoft.com/office/drawing/2014/main" id="{DBCD939E-7346-4FE8-9A9E-3196A1634058}"/>
                  </a:ext>
                </a:extLst>
              </p:cNvPr>
              <p:cNvSpPr>
                <a:spLocks noChangeArrowheads="1"/>
              </p:cNvSpPr>
              <p:nvPr/>
            </p:nvSpPr>
            <p:spPr bwMode="auto">
              <a:xfrm>
                <a:off x="1127046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8" name="Rectangle 57">
                <a:extLst>
                  <a:ext uri="{FF2B5EF4-FFF2-40B4-BE49-F238E27FC236}">
                    <a16:creationId xmlns:a16="http://schemas.microsoft.com/office/drawing/2014/main" id="{2048A8D9-1609-4979-9E04-CE3C74005214}"/>
                  </a:ext>
                </a:extLst>
              </p:cNvPr>
              <p:cNvSpPr>
                <a:spLocks noChangeArrowheads="1"/>
              </p:cNvSpPr>
              <p:nvPr/>
            </p:nvSpPr>
            <p:spPr bwMode="auto">
              <a:xfrm>
                <a:off x="1172589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7" name="Group 16">
              <a:extLst>
                <a:ext uri="{FF2B5EF4-FFF2-40B4-BE49-F238E27FC236}">
                  <a16:creationId xmlns:a16="http://schemas.microsoft.com/office/drawing/2014/main" id="{518EF978-EC3B-4512-9384-D9CDBEA6D3B0}"/>
                </a:ext>
              </a:extLst>
            </p:cNvPr>
            <p:cNvGrpSpPr/>
            <p:nvPr/>
          </p:nvGrpSpPr>
          <p:grpSpPr>
            <a:xfrm>
              <a:off x="354110" y="2857795"/>
              <a:ext cx="11480604" cy="109990"/>
              <a:chOff x="354110" y="2866188"/>
              <a:chExt cx="11480604" cy="109990"/>
            </a:xfrm>
            <a:grpFill/>
          </p:grpSpPr>
          <p:sp>
            <p:nvSpPr>
              <p:cNvPr id="207" name="Rectangle 59">
                <a:extLst>
                  <a:ext uri="{FF2B5EF4-FFF2-40B4-BE49-F238E27FC236}">
                    <a16:creationId xmlns:a16="http://schemas.microsoft.com/office/drawing/2014/main" id="{1CDD4CCD-B616-436B-A3FD-F9E6416D6160}"/>
                  </a:ext>
                </a:extLst>
              </p:cNvPr>
              <p:cNvSpPr>
                <a:spLocks noChangeArrowheads="1"/>
              </p:cNvSpPr>
              <p:nvPr/>
            </p:nvSpPr>
            <p:spPr bwMode="auto">
              <a:xfrm>
                <a:off x="35411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8" name="Rectangle 60">
                <a:extLst>
                  <a:ext uri="{FF2B5EF4-FFF2-40B4-BE49-F238E27FC236}">
                    <a16:creationId xmlns:a16="http://schemas.microsoft.com/office/drawing/2014/main" id="{C714A79D-593F-4D51-9527-0F7D44670155}"/>
                  </a:ext>
                </a:extLst>
              </p:cNvPr>
              <p:cNvSpPr>
                <a:spLocks noChangeArrowheads="1"/>
              </p:cNvSpPr>
              <p:nvPr/>
            </p:nvSpPr>
            <p:spPr bwMode="auto">
              <a:xfrm>
                <a:off x="80954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9" name="Rectangle 61">
                <a:extLst>
                  <a:ext uri="{FF2B5EF4-FFF2-40B4-BE49-F238E27FC236}">
                    <a16:creationId xmlns:a16="http://schemas.microsoft.com/office/drawing/2014/main" id="{E7C7988F-856E-46FD-8950-CCDDDA38CF67}"/>
                  </a:ext>
                </a:extLst>
              </p:cNvPr>
              <p:cNvSpPr>
                <a:spLocks noChangeArrowheads="1"/>
              </p:cNvSpPr>
              <p:nvPr/>
            </p:nvSpPr>
            <p:spPr bwMode="auto">
              <a:xfrm>
                <a:off x="1263805"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0" name="Rectangle 62">
                <a:extLst>
                  <a:ext uri="{FF2B5EF4-FFF2-40B4-BE49-F238E27FC236}">
                    <a16:creationId xmlns:a16="http://schemas.microsoft.com/office/drawing/2014/main" id="{6A604DC1-6DD7-4A5F-939D-B7E3D6B44599}"/>
                  </a:ext>
                </a:extLst>
              </p:cNvPr>
              <p:cNvSpPr>
                <a:spLocks noChangeArrowheads="1"/>
              </p:cNvSpPr>
              <p:nvPr/>
            </p:nvSpPr>
            <p:spPr bwMode="auto">
              <a:xfrm>
                <a:off x="1719239"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1" name="Rectangle 63">
                <a:extLst>
                  <a:ext uri="{FF2B5EF4-FFF2-40B4-BE49-F238E27FC236}">
                    <a16:creationId xmlns:a16="http://schemas.microsoft.com/office/drawing/2014/main" id="{5E841B6F-400E-43A2-BA9E-713E1210E2FC}"/>
                  </a:ext>
                </a:extLst>
              </p:cNvPr>
              <p:cNvSpPr>
                <a:spLocks noChangeArrowheads="1"/>
              </p:cNvSpPr>
              <p:nvPr/>
            </p:nvSpPr>
            <p:spPr bwMode="auto">
              <a:xfrm>
                <a:off x="2173502"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2" name="Rectangle 64">
                <a:extLst>
                  <a:ext uri="{FF2B5EF4-FFF2-40B4-BE49-F238E27FC236}">
                    <a16:creationId xmlns:a16="http://schemas.microsoft.com/office/drawing/2014/main" id="{EB3556E4-BBFF-4497-86CB-E08210DD43A4}"/>
                  </a:ext>
                </a:extLst>
              </p:cNvPr>
              <p:cNvSpPr>
                <a:spLocks noChangeArrowheads="1"/>
              </p:cNvSpPr>
              <p:nvPr/>
            </p:nvSpPr>
            <p:spPr bwMode="auto">
              <a:xfrm>
                <a:off x="2628934"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3" name="Rectangle 65">
                <a:extLst>
                  <a:ext uri="{FF2B5EF4-FFF2-40B4-BE49-F238E27FC236}">
                    <a16:creationId xmlns:a16="http://schemas.microsoft.com/office/drawing/2014/main" id="{4ED49176-4A95-47F2-9609-F517D91CE550}"/>
                  </a:ext>
                </a:extLst>
              </p:cNvPr>
              <p:cNvSpPr>
                <a:spLocks noChangeArrowheads="1"/>
              </p:cNvSpPr>
              <p:nvPr/>
            </p:nvSpPr>
            <p:spPr bwMode="auto">
              <a:xfrm>
                <a:off x="3083197"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4" name="Rectangle 66">
                <a:extLst>
                  <a:ext uri="{FF2B5EF4-FFF2-40B4-BE49-F238E27FC236}">
                    <a16:creationId xmlns:a16="http://schemas.microsoft.com/office/drawing/2014/main" id="{C285A21A-D02C-4E2C-9129-0E4FD1439834}"/>
                  </a:ext>
                </a:extLst>
              </p:cNvPr>
              <p:cNvSpPr>
                <a:spLocks noChangeArrowheads="1"/>
              </p:cNvSpPr>
              <p:nvPr/>
            </p:nvSpPr>
            <p:spPr bwMode="auto">
              <a:xfrm>
                <a:off x="3538630"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5" name="Rectangle 67">
                <a:extLst>
                  <a:ext uri="{FF2B5EF4-FFF2-40B4-BE49-F238E27FC236}">
                    <a16:creationId xmlns:a16="http://schemas.microsoft.com/office/drawing/2014/main" id="{0FAC70C0-5E77-440D-AA2C-C5F3A3CEC69B}"/>
                  </a:ext>
                </a:extLst>
              </p:cNvPr>
              <p:cNvSpPr>
                <a:spLocks noChangeArrowheads="1"/>
              </p:cNvSpPr>
              <p:nvPr/>
            </p:nvSpPr>
            <p:spPr bwMode="auto">
              <a:xfrm>
                <a:off x="3992893"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6" name="Rectangle 68">
                <a:extLst>
                  <a:ext uri="{FF2B5EF4-FFF2-40B4-BE49-F238E27FC236}">
                    <a16:creationId xmlns:a16="http://schemas.microsoft.com/office/drawing/2014/main" id="{5463B017-838F-413D-8764-821503622A96}"/>
                  </a:ext>
                </a:extLst>
              </p:cNvPr>
              <p:cNvSpPr>
                <a:spLocks noChangeArrowheads="1"/>
              </p:cNvSpPr>
              <p:nvPr/>
            </p:nvSpPr>
            <p:spPr bwMode="auto">
              <a:xfrm>
                <a:off x="4448326"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7" name="Rectangle 69">
                <a:extLst>
                  <a:ext uri="{FF2B5EF4-FFF2-40B4-BE49-F238E27FC236}">
                    <a16:creationId xmlns:a16="http://schemas.microsoft.com/office/drawing/2014/main" id="{D1A17899-795E-470F-B52B-0EE1A5143D8A}"/>
                  </a:ext>
                </a:extLst>
              </p:cNvPr>
              <p:cNvSpPr>
                <a:spLocks noChangeArrowheads="1"/>
              </p:cNvSpPr>
              <p:nvPr/>
            </p:nvSpPr>
            <p:spPr bwMode="auto">
              <a:xfrm>
                <a:off x="4902589"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8" name="Rectangle 70">
                <a:extLst>
                  <a:ext uri="{FF2B5EF4-FFF2-40B4-BE49-F238E27FC236}">
                    <a16:creationId xmlns:a16="http://schemas.microsoft.com/office/drawing/2014/main" id="{BFA98CD7-C296-4FF8-AEA4-137B730DF3A7}"/>
                  </a:ext>
                </a:extLst>
              </p:cNvPr>
              <p:cNvSpPr>
                <a:spLocks noChangeArrowheads="1"/>
              </p:cNvSpPr>
              <p:nvPr/>
            </p:nvSpPr>
            <p:spPr bwMode="auto">
              <a:xfrm>
                <a:off x="535802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9" name="Rectangle 71">
                <a:extLst>
                  <a:ext uri="{FF2B5EF4-FFF2-40B4-BE49-F238E27FC236}">
                    <a16:creationId xmlns:a16="http://schemas.microsoft.com/office/drawing/2014/main" id="{9F11BA7F-A440-4A5A-9145-C2CBF5DAF0D4}"/>
                  </a:ext>
                </a:extLst>
              </p:cNvPr>
              <p:cNvSpPr>
                <a:spLocks noChangeArrowheads="1"/>
              </p:cNvSpPr>
              <p:nvPr/>
            </p:nvSpPr>
            <p:spPr bwMode="auto">
              <a:xfrm>
                <a:off x="5812285"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0" name="Rectangle 72">
                <a:extLst>
                  <a:ext uri="{FF2B5EF4-FFF2-40B4-BE49-F238E27FC236}">
                    <a16:creationId xmlns:a16="http://schemas.microsoft.com/office/drawing/2014/main" id="{D21FFF55-7EAD-40FA-9864-F5B8971D1414}"/>
                  </a:ext>
                </a:extLst>
              </p:cNvPr>
              <p:cNvSpPr>
                <a:spLocks noChangeArrowheads="1"/>
              </p:cNvSpPr>
              <p:nvPr/>
            </p:nvSpPr>
            <p:spPr bwMode="auto">
              <a:xfrm>
                <a:off x="6267717"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1" name="Rectangle 73">
                <a:extLst>
                  <a:ext uri="{FF2B5EF4-FFF2-40B4-BE49-F238E27FC236}">
                    <a16:creationId xmlns:a16="http://schemas.microsoft.com/office/drawing/2014/main" id="{30F55C85-4BDF-4A1A-A90A-C676A9117308}"/>
                  </a:ext>
                </a:extLst>
              </p:cNvPr>
              <p:cNvSpPr>
                <a:spLocks noChangeArrowheads="1"/>
              </p:cNvSpPr>
              <p:nvPr/>
            </p:nvSpPr>
            <p:spPr bwMode="auto">
              <a:xfrm>
                <a:off x="672198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2" name="Rectangle 74">
                <a:extLst>
                  <a:ext uri="{FF2B5EF4-FFF2-40B4-BE49-F238E27FC236}">
                    <a16:creationId xmlns:a16="http://schemas.microsoft.com/office/drawing/2014/main" id="{CD376222-CE2E-460E-A86D-CEEFFC77F8CE}"/>
                  </a:ext>
                </a:extLst>
              </p:cNvPr>
              <p:cNvSpPr>
                <a:spLocks noChangeArrowheads="1"/>
              </p:cNvSpPr>
              <p:nvPr/>
            </p:nvSpPr>
            <p:spPr bwMode="auto">
              <a:xfrm>
                <a:off x="7177414"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3" name="Rectangle 75">
                <a:extLst>
                  <a:ext uri="{FF2B5EF4-FFF2-40B4-BE49-F238E27FC236}">
                    <a16:creationId xmlns:a16="http://schemas.microsoft.com/office/drawing/2014/main" id="{D9F6E244-E70D-4E98-BE65-616D29AD4DB0}"/>
                  </a:ext>
                </a:extLst>
              </p:cNvPr>
              <p:cNvSpPr>
                <a:spLocks noChangeArrowheads="1"/>
              </p:cNvSpPr>
              <p:nvPr/>
            </p:nvSpPr>
            <p:spPr bwMode="auto">
              <a:xfrm>
                <a:off x="7631676"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4" name="Rectangle 76">
                <a:extLst>
                  <a:ext uri="{FF2B5EF4-FFF2-40B4-BE49-F238E27FC236}">
                    <a16:creationId xmlns:a16="http://schemas.microsoft.com/office/drawing/2014/main" id="{E3B75F8F-57C0-4AD6-92A4-826B4281F4A1}"/>
                  </a:ext>
                </a:extLst>
              </p:cNvPr>
              <p:cNvSpPr>
                <a:spLocks noChangeArrowheads="1"/>
              </p:cNvSpPr>
              <p:nvPr/>
            </p:nvSpPr>
            <p:spPr bwMode="auto">
              <a:xfrm>
                <a:off x="8087109"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5" name="Rectangle 77">
                <a:extLst>
                  <a:ext uri="{FF2B5EF4-FFF2-40B4-BE49-F238E27FC236}">
                    <a16:creationId xmlns:a16="http://schemas.microsoft.com/office/drawing/2014/main" id="{A535E84C-3ECC-4B95-9FA9-A4AD23F2F270}"/>
                  </a:ext>
                </a:extLst>
              </p:cNvPr>
              <p:cNvSpPr>
                <a:spLocks noChangeArrowheads="1"/>
              </p:cNvSpPr>
              <p:nvPr/>
            </p:nvSpPr>
            <p:spPr bwMode="auto">
              <a:xfrm>
                <a:off x="8541372"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6" name="Rectangle 78">
                <a:extLst>
                  <a:ext uri="{FF2B5EF4-FFF2-40B4-BE49-F238E27FC236}">
                    <a16:creationId xmlns:a16="http://schemas.microsoft.com/office/drawing/2014/main" id="{B36D8AB3-727A-44D7-B945-11021E7E565E}"/>
                  </a:ext>
                </a:extLst>
              </p:cNvPr>
              <p:cNvSpPr>
                <a:spLocks noChangeArrowheads="1"/>
              </p:cNvSpPr>
              <p:nvPr/>
            </p:nvSpPr>
            <p:spPr bwMode="auto">
              <a:xfrm>
                <a:off x="8996805"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7" name="Rectangle 79">
                <a:extLst>
                  <a:ext uri="{FF2B5EF4-FFF2-40B4-BE49-F238E27FC236}">
                    <a16:creationId xmlns:a16="http://schemas.microsoft.com/office/drawing/2014/main" id="{D97F58A0-5D6C-414B-81E1-932E36D87F81}"/>
                  </a:ext>
                </a:extLst>
              </p:cNvPr>
              <p:cNvSpPr>
                <a:spLocks noChangeArrowheads="1"/>
              </p:cNvSpPr>
              <p:nvPr/>
            </p:nvSpPr>
            <p:spPr bwMode="auto">
              <a:xfrm>
                <a:off x="9451068"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8" name="Rectangle 80">
                <a:extLst>
                  <a:ext uri="{FF2B5EF4-FFF2-40B4-BE49-F238E27FC236}">
                    <a16:creationId xmlns:a16="http://schemas.microsoft.com/office/drawing/2014/main" id="{34645A3A-2DF2-467B-ADEC-66C2680074AA}"/>
                  </a:ext>
                </a:extLst>
              </p:cNvPr>
              <p:cNvSpPr>
                <a:spLocks noChangeArrowheads="1"/>
              </p:cNvSpPr>
              <p:nvPr/>
            </p:nvSpPr>
            <p:spPr bwMode="auto">
              <a:xfrm>
                <a:off x="9906501"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9" name="Rectangle 81">
                <a:extLst>
                  <a:ext uri="{FF2B5EF4-FFF2-40B4-BE49-F238E27FC236}">
                    <a16:creationId xmlns:a16="http://schemas.microsoft.com/office/drawing/2014/main" id="{2991A0D8-2D5D-4B08-9704-9BFB93B162FC}"/>
                  </a:ext>
                </a:extLst>
              </p:cNvPr>
              <p:cNvSpPr>
                <a:spLocks noChangeArrowheads="1"/>
              </p:cNvSpPr>
              <p:nvPr/>
            </p:nvSpPr>
            <p:spPr bwMode="auto">
              <a:xfrm>
                <a:off x="10360763"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0" name="Rectangle 82">
                <a:extLst>
                  <a:ext uri="{FF2B5EF4-FFF2-40B4-BE49-F238E27FC236}">
                    <a16:creationId xmlns:a16="http://schemas.microsoft.com/office/drawing/2014/main" id="{7128A5D3-8A8E-4A5B-ACA1-5A01DEAE2F4F}"/>
                  </a:ext>
                </a:extLst>
              </p:cNvPr>
              <p:cNvSpPr>
                <a:spLocks noChangeArrowheads="1"/>
              </p:cNvSpPr>
              <p:nvPr/>
            </p:nvSpPr>
            <p:spPr bwMode="auto">
              <a:xfrm>
                <a:off x="10816197"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1" name="Rectangle 83">
                <a:extLst>
                  <a:ext uri="{FF2B5EF4-FFF2-40B4-BE49-F238E27FC236}">
                    <a16:creationId xmlns:a16="http://schemas.microsoft.com/office/drawing/2014/main" id="{D017036E-3A97-4D6A-AA9F-AA9B8E3E0E34}"/>
                  </a:ext>
                </a:extLst>
              </p:cNvPr>
              <p:cNvSpPr>
                <a:spLocks noChangeArrowheads="1"/>
              </p:cNvSpPr>
              <p:nvPr/>
            </p:nvSpPr>
            <p:spPr bwMode="auto">
              <a:xfrm>
                <a:off x="1127046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2" name="Rectangle 84">
                <a:extLst>
                  <a:ext uri="{FF2B5EF4-FFF2-40B4-BE49-F238E27FC236}">
                    <a16:creationId xmlns:a16="http://schemas.microsoft.com/office/drawing/2014/main" id="{5BCCE486-20E6-47E4-96AF-5AFB021736FA}"/>
                  </a:ext>
                </a:extLst>
              </p:cNvPr>
              <p:cNvSpPr>
                <a:spLocks noChangeArrowheads="1"/>
              </p:cNvSpPr>
              <p:nvPr/>
            </p:nvSpPr>
            <p:spPr bwMode="auto">
              <a:xfrm>
                <a:off x="1172589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8" name="Group 17">
              <a:extLst>
                <a:ext uri="{FF2B5EF4-FFF2-40B4-BE49-F238E27FC236}">
                  <a16:creationId xmlns:a16="http://schemas.microsoft.com/office/drawing/2014/main" id="{906BB728-4849-4082-9FF0-0EA3AABEBCF4}"/>
                </a:ext>
              </a:extLst>
            </p:cNvPr>
            <p:cNvGrpSpPr/>
            <p:nvPr/>
          </p:nvGrpSpPr>
          <p:grpSpPr>
            <a:xfrm>
              <a:off x="354110" y="3364507"/>
              <a:ext cx="11480604" cy="109990"/>
              <a:chOff x="354110" y="3364062"/>
              <a:chExt cx="11480604" cy="109990"/>
            </a:xfrm>
            <a:grpFill/>
          </p:grpSpPr>
          <p:sp>
            <p:nvSpPr>
              <p:cNvPr id="181" name="Rectangle 5">
                <a:extLst>
                  <a:ext uri="{FF2B5EF4-FFF2-40B4-BE49-F238E27FC236}">
                    <a16:creationId xmlns:a16="http://schemas.microsoft.com/office/drawing/2014/main" id="{AC28E286-CB3B-41B8-9829-2A09FD0F1C45}"/>
                  </a:ext>
                </a:extLst>
              </p:cNvPr>
              <p:cNvSpPr>
                <a:spLocks noChangeArrowheads="1"/>
              </p:cNvSpPr>
              <p:nvPr/>
            </p:nvSpPr>
            <p:spPr bwMode="auto">
              <a:xfrm>
                <a:off x="35411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2" name="Rectangle 6">
                <a:extLst>
                  <a:ext uri="{FF2B5EF4-FFF2-40B4-BE49-F238E27FC236}">
                    <a16:creationId xmlns:a16="http://schemas.microsoft.com/office/drawing/2014/main" id="{A6CBC9BD-AE25-437A-9246-679B5C4DB89C}"/>
                  </a:ext>
                </a:extLst>
              </p:cNvPr>
              <p:cNvSpPr>
                <a:spLocks noChangeArrowheads="1"/>
              </p:cNvSpPr>
              <p:nvPr/>
            </p:nvSpPr>
            <p:spPr bwMode="auto">
              <a:xfrm>
                <a:off x="80954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3" name="Rectangle 7">
                <a:extLst>
                  <a:ext uri="{FF2B5EF4-FFF2-40B4-BE49-F238E27FC236}">
                    <a16:creationId xmlns:a16="http://schemas.microsoft.com/office/drawing/2014/main" id="{BDB3BE91-D24B-44FB-A0BE-35ABBB231390}"/>
                  </a:ext>
                </a:extLst>
              </p:cNvPr>
              <p:cNvSpPr>
                <a:spLocks noChangeArrowheads="1"/>
              </p:cNvSpPr>
              <p:nvPr/>
            </p:nvSpPr>
            <p:spPr bwMode="auto">
              <a:xfrm>
                <a:off x="1263805"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4" name="Rectangle 8">
                <a:extLst>
                  <a:ext uri="{FF2B5EF4-FFF2-40B4-BE49-F238E27FC236}">
                    <a16:creationId xmlns:a16="http://schemas.microsoft.com/office/drawing/2014/main" id="{02BF76EB-C07C-40D8-ABF9-14A0E81337BD}"/>
                  </a:ext>
                </a:extLst>
              </p:cNvPr>
              <p:cNvSpPr>
                <a:spLocks noChangeArrowheads="1"/>
              </p:cNvSpPr>
              <p:nvPr/>
            </p:nvSpPr>
            <p:spPr bwMode="auto">
              <a:xfrm>
                <a:off x="1719239"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5" name="Rectangle 9">
                <a:extLst>
                  <a:ext uri="{FF2B5EF4-FFF2-40B4-BE49-F238E27FC236}">
                    <a16:creationId xmlns:a16="http://schemas.microsoft.com/office/drawing/2014/main" id="{FC0AC496-1F3F-4359-904E-5527E0BAD729}"/>
                  </a:ext>
                </a:extLst>
              </p:cNvPr>
              <p:cNvSpPr>
                <a:spLocks noChangeArrowheads="1"/>
              </p:cNvSpPr>
              <p:nvPr/>
            </p:nvSpPr>
            <p:spPr bwMode="auto">
              <a:xfrm>
                <a:off x="2173502"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6" name="Rectangle 10">
                <a:extLst>
                  <a:ext uri="{FF2B5EF4-FFF2-40B4-BE49-F238E27FC236}">
                    <a16:creationId xmlns:a16="http://schemas.microsoft.com/office/drawing/2014/main" id="{67A5809D-4B79-4E2A-8B9D-C29BBE187DEB}"/>
                  </a:ext>
                </a:extLst>
              </p:cNvPr>
              <p:cNvSpPr>
                <a:spLocks noChangeArrowheads="1"/>
              </p:cNvSpPr>
              <p:nvPr/>
            </p:nvSpPr>
            <p:spPr bwMode="auto">
              <a:xfrm>
                <a:off x="2628934"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7" name="Rectangle 11">
                <a:extLst>
                  <a:ext uri="{FF2B5EF4-FFF2-40B4-BE49-F238E27FC236}">
                    <a16:creationId xmlns:a16="http://schemas.microsoft.com/office/drawing/2014/main" id="{5FA8A205-5CFE-4939-86AC-E0D585AB2216}"/>
                  </a:ext>
                </a:extLst>
              </p:cNvPr>
              <p:cNvSpPr>
                <a:spLocks noChangeArrowheads="1"/>
              </p:cNvSpPr>
              <p:nvPr/>
            </p:nvSpPr>
            <p:spPr bwMode="auto">
              <a:xfrm>
                <a:off x="3083197"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8" name="Rectangle 12">
                <a:extLst>
                  <a:ext uri="{FF2B5EF4-FFF2-40B4-BE49-F238E27FC236}">
                    <a16:creationId xmlns:a16="http://schemas.microsoft.com/office/drawing/2014/main" id="{553F272B-5533-4FB6-A9F0-875A21EC046E}"/>
                  </a:ext>
                </a:extLst>
              </p:cNvPr>
              <p:cNvSpPr>
                <a:spLocks noChangeArrowheads="1"/>
              </p:cNvSpPr>
              <p:nvPr/>
            </p:nvSpPr>
            <p:spPr bwMode="auto">
              <a:xfrm>
                <a:off x="3538630"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9" name="Rectangle 13">
                <a:extLst>
                  <a:ext uri="{FF2B5EF4-FFF2-40B4-BE49-F238E27FC236}">
                    <a16:creationId xmlns:a16="http://schemas.microsoft.com/office/drawing/2014/main" id="{187F64CB-DEFF-42C8-A80D-BF5D20C7E7BB}"/>
                  </a:ext>
                </a:extLst>
              </p:cNvPr>
              <p:cNvSpPr>
                <a:spLocks noChangeArrowheads="1"/>
              </p:cNvSpPr>
              <p:nvPr/>
            </p:nvSpPr>
            <p:spPr bwMode="auto">
              <a:xfrm>
                <a:off x="3992893"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0" name="Rectangle 14">
                <a:extLst>
                  <a:ext uri="{FF2B5EF4-FFF2-40B4-BE49-F238E27FC236}">
                    <a16:creationId xmlns:a16="http://schemas.microsoft.com/office/drawing/2014/main" id="{D8A81EE6-EC79-451C-8888-B85838267DFF}"/>
                  </a:ext>
                </a:extLst>
              </p:cNvPr>
              <p:cNvSpPr>
                <a:spLocks noChangeArrowheads="1"/>
              </p:cNvSpPr>
              <p:nvPr/>
            </p:nvSpPr>
            <p:spPr bwMode="auto">
              <a:xfrm>
                <a:off x="4448326"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1" name="Rectangle 15">
                <a:extLst>
                  <a:ext uri="{FF2B5EF4-FFF2-40B4-BE49-F238E27FC236}">
                    <a16:creationId xmlns:a16="http://schemas.microsoft.com/office/drawing/2014/main" id="{2F75E8FE-AE95-4C7F-8BE5-50A035B1B1A2}"/>
                  </a:ext>
                </a:extLst>
              </p:cNvPr>
              <p:cNvSpPr>
                <a:spLocks noChangeArrowheads="1"/>
              </p:cNvSpPr>
              <p:nvPr/>
            </p:nvSpPr>
            <p:spPr bwMode="auto">
              <a:xfrm>
                <a:off x="4902589"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2" name="Rectangle 16">
                <a:extLst>
                  <a:ext uri="{FF2B5EF4-FFF2-40B4-BE49-F238E27FC236}">
                    <a16:creationId xmlns:a16="http://schemas.microsoft.com/office/drawing/2014/main" id="{521C11C5-735B-4510-A6D4-19E284955808}"/>
                  </a:ext>
                </a:extLst>
              </p:cNvPr>
              <p:cNvSpPr>
                <a:spLocks noChangeArrowheads="1"/>
              </p:cNvSpPr>
              <p:nvPr/>
            </p:nvSpPr>
            <p:spPr bwMode="auto">
              <a:xfrm>
                <a:off x="535802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3" name="Rectangle 17">
                <a:extLst>
                  <a:ext uri="{FF2B5EF4-FFF2-40B4-BE49-F238E27FC236}">
                    <a16:creationId xmlns:a16="http://schemas.microsoft.com/office/drawing/2014/main" id="{DE053974-1CFB-4C67-9102-E4BA82742CCB}"/>
                  </a:ext>
                </a:extLst>
              </p:cNvPr>
              <p:cNvSpPr>
                <a:spLocks noChangeArrowheads="1"/>
              </p:cNvSpPr>
              <p:nvPr/>
            </p:nvSpPr>
            <p:spPr bwMode="auto">
              <a:xfrm>
                <a:off x="5812285"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4" name="Rectangle 18">
                <a:extLst>
                  <a:ext uri="{FF2B5EF4-FFF2-40B4-BE49-F238E27FC236}">
                    <a16:creationId xmlns:a16="http://schemas.microsoft.com/office/drawing/2014/main" id="{00A33D5E-F49C-4A86-B377-B3598B7EF79A}"/>
                  </a:ext>
                </a:extLst>
              </p:cNvPr>
              <p:cNvSpPr>
                <a:spLocks noChangeArrowheads="1"/>
              </p:cNvSpPr>
              <p:nvPr/>
            </p:nvSpPr>
            <p:spPr bwMode="auto">
              <a:xfrm>
                <a:off x="6267717"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5" name="Rectangle 19">
                <a:extLst>
                  <a:ext uri="{FF2B5EF4-FFF2-40B4-BE49-F238E27FC236}">
                    <a16:creationId xmlns:a16="http://schemas.microsoft.com/office/drawing/2014/main" id="{7B19912A-F019-49AD-A23F-B9B6F8E59878}"/>
                  </a:ext>
                </a:extLst>
              </p:cNvPr>
              <p:cNvSpPr>
                <a:spLocks noChangeArrowheads="1"/>
              </p:cNvSpPr>
              <p:nvPr/>
            </p:nvSpPr>
            <p:spPr bwMode="auto">
              <a:xfrm>
                <a:off x="672198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6" name="Rectangle 20">
                <a:extLst>
                  <a:ext uri="{FF2B5EF4-FFF2-40B4-BE49-F238E27FC236}">
                    <a16:creationId xmlns:a16="http://schemas.microsoft.com/office/drawing/2014/main" id="{0EDE0526-CBA2-4A01-9D59-24F0B138B629}"/>
                  </a:ext>
                </a:extLst>
              </p:cNvPr>
              <p:cNvSpPr>
                <a:spLocks noChangeArrowheads="1"/>
              </p:cNvSpPr>
              <p:nvPr/>
            </p:nvSpPr>
            <p:spPr bwMode="auto">
              <a:xfrm>
                <a:off x="7177414"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7" name="Rectangle 21">
                <a:extLst>
                  <a:ext uri="{FF2B5EF4-FFF2-40B4-BE49-F238E27FC236}">
                    <a16:creationId xmlns:a16="http://schemas.microsoft.com/office/drawing/2014/main" id="{5E66E413-A492-40ED-BCC5-F23480C017DC}"/>
                  </a:ext>
                </a:extLst>
              </p:cNvPr>
              <p:cNvSpPr>
                <a:spLocks noChangeArrowheads="1"/>
              </p:cNvSpPr>
              <p:nvPr/>
            </p:nvSpPr>
            <p:spPr bwMode="auto">
              <a:xfrm>
                <a:off x="7631676"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8" name="Rectangle 22">
                <a:extLst>
                  <a:ext uri="{FF2B5EF4-FFF2-40B4-BE49-F238E27FC236}">
                    <a16:creationId xmlns:a16="http://schemas.microsoft.com/office/drawing/2014/main" id="{6FCFA5F2-AFE6-49D8-BE15-40E90D43FF67}"/>
                  </a:ext>
                </a:extLst>
              </p:cNvPr>
              <p:cNvSpPr>
                <a:spLocks noChangeArrowheads="1"/>
              </p:cNvSpPr>
              <p:nvPr/>
            </p:nvSpPr>
            <p:spPr bwMode="auto">
              <a:xfrm>
                <a:off x="8087109"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9" name="Rectangle 23">
                <a:extLst>
                  <a:ext uri="{FF2B5EF4-FFF2-40B4-BE49-F238E27FC236}">
                    <a16:creationId xmlns:a16="http://schemas.microsoft.com/office/drawing/2014/main" id="{AD7A4E43-F44A-43CF-A9D7-BA4D8B2B2F47}"/>
                  </a:ext>
                </a:extLst>
              </p:cNvPr>
              <p:cNvSpPr>
                <a:spLocks noChangeArrowheads="1"/>
              </p:cNvSpPr>
              <p:nvPr/>
            </p:nvSpPr>
            <p:spPr bwMode="auto">
              <a:xfrm>
                <a:off x="8541372"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0" name="Rectangle 24">
                <a:extLst>
                  <a:ext uri="{FF2B5EF4-FFF2-40B4-BE49-F238E27FC236}">
                    <a16:creationId xmlns:a16="http://schemas.microsoft.com/office/drawing/2014/main" id="{FC2E67AB-58DA-4BCF-81D2-0040BBD96216}"/>
                  </a:ext>
                </a:extLst>
              </p:cNvPr>
              <p:cNvSpPr>
                <a:spLocks noChangeArrowheads="1"/>
              </p:cNvSpPr>
              <p:nvPr/>
            </p:nvSpPr>
            <p:spPr bwMode="auto">
              <a:xfrm>
                <a:off x="8996805"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1" name="Rectangle 25">
                <a:extLst>
                  <a:ext uri="{FF2B5EF4-FFF2-40B4-BE49-F238E27FC236}">
                    <a16:creationId xmlns:a16="http://schemas.microsoft.com/office/drawing/2014/main" id="{C99A6A98-815A-4877-8FE9-06C0CB7E1453}"/>
                  </a:ext>
                </a:extLst>
              </p:cNvPr>
              <p:cNvSpPr>
                <a:spLocks noChangeArrowheads="1"/>
              </p:cNvSpPr>
              <p:nvPr/>
            </p:nvSpPr>
            <p:spPr bwMode="auto">
              <a:xfrm>
                <a:off x="9451068"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2" name="Rectangle 26">
                <a:extLst>
                  <a:ext uri="{FF2B5EF4-FFF2-40B4-BE49-F238E27FC236}">
                    <a16:creationId xmlns:a16="http://schemas.microsoft.com/office/drawing/2014/main" id="{C64F5A0E-D9C8-4999-8349-EA4D5F6ACFA4}"/>
                  </a:ext>
                </a:extLst>
              </p:cNvPr>
              <p:cNvSpPr>
                <a:spLocks noChangeArrowheads="1"/>
              </p:cNvSpPr>
              <p:nvPr/>
            </p:nvSpPr>
            <p:spPr bwMode="auto">
              <a:xfrm>
                <a:off x="9906501"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3" name="Rectangle 27">
                <a:extLst>
                  <a:ext uri="{FF2B5EF4-FFF2-40B4-BE49-F238E27FC236}">
                    <a16:creationId xmlns:a16="http://schemas.microsoft.com/office/drawing/2014/main" id="{6935F975-0CC7-414B-9F9C-44875EF3FCA2}"/>
                  </a:ext>
                </a:extLst>
              </p:cNvPr>
              <p:cNvSpPr>
                <a:spLocks noChangeArrowheads="1"/>
              </p:cNvSpPr>
              <p:nvPr/>
            </p:nvSpPr>
            <p:spPr bwMode="auto">
              <a:xfrm>
                <a:off x="10360763"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4" name="Rectangle 28">
                <a:extLst>
                  <a:ext uri="{FF2B5EF4-FFF2-40B4-BE49-F238E27FC236}">
                    <a16:creationId xmlns:a16="http://schemas.microsoft.com/office/drawing/2014/main" id="{21DEE8DA-7AB4-4341-BEF7-E8343A7BDFC6}"/>
                  </a:ext>
                </a:extLst>
              </p:cNvPr>
              <p:cNvSpPr>
                <a:spLocks noChangeArrowheads="1"/>
              </p:cNvSpPr>
              <p:nvPr/>
            </p:nvSpPr>
            <p:spPr bwMode="auto">
              <a:xfrm>
                <a:off x="10816197"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5" name="Rectangle 29">
                <a:extLst>
                  <a:ext uri="{FF2B5EF4-FFF2-40B4-BE49-F238E27FC236}">
                    <a16:creationId xmlns:a16="http://schemas.microsoft.com/office/drawing/2014/main" id="{AF4FCF43-3009-4229-89F8-D62F91C9267A}"/>
                  </a:ext>
                </a:extLst>
              </p:cNvPr>
              <p:cNvSpPr>
                <a:spLocks noChangeArrowheads="1"/>
              </p:cNvSpPr>
              <p:nvPr/>
            </p:nvSpPr>
            <p:spPr bwMode="auto">
              <a:xfrm>
                <a:off x="1127046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6" name="Rectangle 30">
                <a:extLst>
                  <a:ext uri="{FF2B5EF4-FFF2-40B4-BE49-F238E27FC236}">
                    <a16:creationId xmlns:a16="http://schemas.microsoft.com/office/drawing/2014/main" id="{21EAAE8A-F99B-4A0B-8E7D-566273D5E904}"/>
                  </a:ext>
                </a:extLst>
              </p:cNvPr>
              <p:cNvSpPr>
                <a:spLocks noChangeArrowheads="1"/>
              </p:cNvSpPr>
              <p:nvPr/>
            </p:nvSpPr>
            <p:spPr bwMode="auto">
              <a:xfrm>
                <a:off x="1172589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9" name="Group 18">
              <a:extLst>
                <a:ext uri="{FF2B5EF4-FFF2-40B4-BE49-F238E27FC236}">
                  <a16:creationId xmlns:a16="http://schemas.microsoft.com/office/drawing/2014/main" id="{9899924C-8D1C-46B4-9F38-88AD7EA3A211}"/>
                </a:ext>
              </a:extLst>
            </p:cNvPr>
            <p:cNvGrpSpPr/>
            <p:nvPr/>
          </p:nvGrpSpPr>
          <p:grpSpPr>
            <a:xfrm>
              <a:off x="354110" y="3871219"/>
              <a:ext cx="11480604" cy="108822"/>
              <a:chOff x="354110" y="3872454"/>
              <a:chExt cx="11480604" cy="108822"/>
            </a:xfrm>
            <a:grpFill/>
          </p:grpSpPr>
          <p:sp>
            <p:nvSpPr>
              <p:cNvPr id="155" name="Rectangle 32">
                <a:extLst>
                  <a:ext uri="{FF2B5EF4-FFF2-40B4-BE49-F238E27FC236}">
                    <a16:creationId xmlns:a16="http://schemas.microsoft.com/office/drawing/2014/main" id="{FD0840A3-FF5F-4E9F-AAB6-948A5E4EC0B0}"/>
                  </a:ext>
                </a:extLst>
              </p:cNvPr>
              <p:cNvSpPr>
                <a:spLocks noChangeArrowheads="1"/>
              </p:cNvSpPr>
              <p:nvPr/>
            </p:nvSpPr>
            <p:spPr bwMode="auto">
              <a:xfrm>
                <a:off x="35411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6" name="Rectangle 33">
                <a:extLst>
                  <a:ext uri="{FF2B5EF4-FFF2-40B4-BE49-F238E27FC236}">
                    <a16:creationId xmlns:a16="http://schemas.microsoft.com/office/drawing/2014/main" id="{F50A1B14-0F67-4FC2-88F7-3BE9E0EB2DEB}"/>
                  </a:ext>
                </a:extLst>
              </p:cNvPr>
              <p:cNvSpPr>
                <a:spLocks noChangeArrowheads="1"/>
              </p:cNvSpPr>
              <p:nvPr/>
            </p:nvSpPr>
            <p:spPr bwMode="auto">
              <a:xfrm>
                <a:off x="80954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7" name="Rectangle 34">
                <a:extLst>
                  <a:ext uri="{FF2B5EF4-FFF2-40B4-BE49-F238E27FC236}">
                    <a16:creationId xmlns:a16="http://schemas.microsoft.com/office/drawing/2014/main" id="{0081421C-B014-4BA9-9B01-C495814F1439}"/>
                  </a:ext>
                </a:extLst>
              </p:cNvPr>
              <p:cNvSpPr>
                <a:spLocks noChangeArrowheads="1"/>
              </p:cNvSpPr>
              <p:nvPr/>
            </p:nvSpPr>
            <p:spPr bwMode="auto">
              <a:xfrm>
                <a:off x="1263805"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8" name="Rectangle 35">
                <a:extLst>
                  <a:ext uri="{FF2B5EF4-FFF2-40B4-BE49-F238E27FC236}">
                    <a16:creationId xmlns:a16="http://schemas.microsoft.com/office/drawing/2014/main" id="{F2F01CCA-56ED-486D-8B82-39DC92A848EA}"/>
                  </a:ext>
                </a:extLst>
              </p:cNvPr>
              <p:cNvSpPr>
                <a:spLocks noChangeArrowheads="1"/>
              </p:cNvSpPr>
              <p:nvPr/>
            </p:nvSpPr>
            <p:spPr bwMode="auto">
              <a:xfrm>
                <a:off x="1719239"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9" name="Rectangle 36">
                <a:extLst>
                  <a:ext uri="{FF2B5EF4-FFF2-40B4-BE49-F238E27FC236}">
                    <a16:creationId xmlns:a16="http://schemas.microsoft.com/office/drawing/2014/main" id="{D80D4491-E5C9-4C50-81FD-6FC11F948875}"/>
                  </a:ext>
                </a:extLst>
              </p:cNvPr>
              <p:cNvSpPr>
                <a:spLocks noChangeArrowheads="1"/>
              </p:cNvSpPr>
              <p:nvPr/>
            </p:nvSpPr>
            <p:spPr bwMode="auto">
              <a:xfrm>
                <a:off x="2173502"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0" name="Rectangle 37">
                <a:extLst>
                  <a:ext uri="{FF2B5EF4-FFF2-40B4-BE49-F238E27FC236}">
                    <a16:creationId xmlns:a16="http://schemas.microsoft.com/office/drawing/2014/main" id="{FEC9B9BF-B893-41BF-B931-31F1750D8996}"/>
                  </a:ext>
                </a:extLst>
              </p:cNvPr>
              <p:cNvSpPr>
                <a:spLocks noChangeArrowheads="1"/>
              </p:cNvSpPr>
              <p:nvPr/>
            </p:nvSpPr>
            <p:spPr bwMode="auto">
              <a:xfrm>
                <a:off x="2628934"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1" name="Rectangle 38">
                <a:extLst>
                  <a:ext uri="{FF2B5EF4-FFF2-40B4-BE49-F238E27FC236}">
                    <a16:creationId xmlns:a16="http://schemas.microsoft.com/office/drawing/2014/main" id="{3CAD1EA0-31D2-4388-AC66-BE422B61421C}"/>
                  </a:ext>
                </a:extLst>
              </p:cNvPr>
              <p:cNvSpPr>
                <a:spLocks noChangeArrowheads="1"/>
              </p:cNvSpPr>
              <p:nvPr/>
            </p:nvSpPr>
            <p:spPr bwMode="auto">
              <a:xfrm>
                <a:off x="3083197"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2" name="Rectangle 39">
                <a:extLst>
                  <a:ext uri="{FF2B5EF4-FFF2-40B4-BE49-F238E27FC236}">
                    <a16:creationId xmlns:a16="http://schemas.microsoft.com/office/drawing/2014/main" id="{992B7398-2CE5-4B74-B42B-0E4E9FA210C1}"/>
                  </a:ext>
                </a:extLst>
              </p:cNvPr>
              <p:cNvSpPr>
                <a:spLocks noChangeArrowheads="1"/>
              </p:cNvSpPr>
              <p:nvPr/>
            </p:nvSpPr>
            <p:spPr bwMode="auto">
              <a:xfrm>
                <a:off x="3538630"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3" name="Rectangle 40">
                <a:extLst>
                  <a:ext uri="{FF2B5EF4-FFF2-40B4-BE49-F238E27FC236}">
                    <a16:creationId xmlns:a16="http://schemas.microsoft.com/office/drawing/2014/main" id="{2AC042C8-974E-43A8-B1AB-D62435FE96D7}"/>
                  </a:ext>
                </a:extLst>
              </p:cNvPr>
              <p:cNvSpPr>
                <a:spLocks noChangeArrowheads="1"/>
              </p:cNvSpPr>
              <p:nvPr/>
            </p:nvSpPr>
            <p:spPr bwMode="auto">
              <a:xfrm>
                <a:off x="3992893"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4" name="Rectangle 41">
                <a:extLst>
                  <a:ext uri="{FF2B5EF4-FFF2-40B4-BE49-F238E27FC236}">
                    <a16:creationId xmlns:a16="http://schemas.microsoft.com/office/drawing/2014/main" id="{2D6F1AB9-6712-4B85-8932-7F5F1BCFDA32}"/>
                  </a:ext>
                </a:extLst>
              </p:cNvPr>
              <p:cNvSpPr>
                <a:spLocks noChangeArrowheads="1"/>
              </p:cNvSpPr>
              <p:nvPr/>
            </p:nvSpPr>
            <p:spPr bwMode="auto">
              <a:xfrm>
                <a:off x="4448326"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5" name="Rectangle 42">
                <a:extLst>
                  <a:ext uri="{FF2B5EF4-FFF2-40B4-BE49-F238E27FC236}">
                    <a16:creationId xmlns:a16="http://schemas.microsoft.com/office/drawing/2014/main" id="{80DC2507-35DC-491B-8CB6-90312B184EDE}"/>
                  </a:ext>
                </a:extLst>
              </p:cNvPr>
              <p:cNvSpPr>
                <a:spLocks noChangeArrowheads="1"/>
              </p:cNvSpPr>
              <p:nvPr/>
            </p:nvSpPr>
            <p:spPr bwMode="auto">
              <a:xfrm>
                <a:off x="4902589"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6" name="Rectangle 43">
                <a:extLst>
                  <a:ext uri="{FF2B5EF4-FFF2-40B4-BE49-F238E27FC236}">
                    <a16:creationId xmlns:a16="http://schemas.microsoft.com/office/drawing/2014/main" id="{778102A0-D658-43A1-846D-9B9E4B9AE14F}"/>
                  </a:ext>
                </a:extLst>
              </p:cNvPr>
              <p:cNvSpPr>
                <a:spLocks noChangeArrowheads="1"/>
              </p:cNvSpPr>
              <p:nvPr/>
            </p:nvSpPr>
            <p:spPr bwMode="auto">
              <a:xfrm>
                <a:off x="535802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7" name="Rectangle 44">
                <a:extLst>
                  <a:ext uri="{FF2B5EF4-FFF2-40B4-BE49-F238E27FC236}">
                    <a16:creationId xmlns:a16="http://schemas.microsoft.com/office/drawing/2014/main" id="{0532E36E-F8F7-4121-80C1-216501C391E8}"/>
                  </a:ext>
                </a:extLst>
              </p:cNvPr>
              <p:cNvSpPr>
                <a:spLocks noChangeArrowheads="1"/>
              </p:cNvSpPr>
              <p:nvPr/>
            </p:nvSpPr>
            <p:spPr bwMode="auto">
              <a:xfrm>
                <a:off x="5812285"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8" name="Rectangle 45">
                <a:extLst>
                  <a:ext uri="{FF2B5EF4-FFF2-40B4-BE49-F238E27FC236}">
                    <a16:creationId xmlns:a16="http://schemas.microsoft.com/office/drawing/2014/main" id="{EBD0C1A7-E07E-492D-A5B7-899D81C35912}"/>
                  </a:ext>
                </a:extLst>
              </p:cNvPr>
              <p:cNvSpPr>
                <a:spLocks noChangeArrowheads="1"/>
              </p:cNvSpPr>
              <p:nvPr/>
            </p:nvSpPr>
            <p:spPr bwMode="auto">
              <a:xfrm>
                <a:off x="6267717"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9" name="Rectangle 46">
                <a:extLst>
                  <a:ext uri="{FF2B5EF4-FFF2-40B4-BE49-F238E27FC236}">
                    <a16:creationId xmlns:a16="http://schemas.microsoft.com/office/drawing/2014/main" id="{FF89631E-3434-468A-BE5A-16772FE2F3D2}"/>
                  </a:ext>
                </a:extLst>
              </p:cNvPr>
              <p:cNvSpPr>
                <a:spLocks noChangeArrowheads="1"/>
              </p:cNvSpPr>
              <p:nvPr/>
            </p:nvSpPr>
            <p:spPr bwMode="auto">
              <a:xfrm>
                <a:off x="672198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0" name="Rectangle 47">
                <a:extLst>
                  <a:ext uri="{FF2B5EF4-FFF2-40B4-BE49-F238E27FC236}">
                    <a16:creationId xmlns:a16="http://schemas.microsoft.com/office/drawing/2014/main" id="{C379EE06-9745-42DA-BBC1-A082CA50FB21}"/>
                  </a:ext>
                </a:extLst>
              </p:cNvPr>
              <p:cNvSpPr>
                <a:spLocks noChangeArrowheads="1"/>
              </p:cNvSpPr>
              <p:nvPr/>
            </p:nvSpPr>
            <p:spPr bwMode="auto">
              <a:xfrm>
                <a:off x="7177414"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1" name="Rectangle 48">
                <a:extLst>
                  <a:ext uri="{FF2B5EF4-FFF2-40B4-BE49-F238E27FC236}">
                    <a16:creationId xmlns:a16="http://schemas.microsoft.com/office/drawing/2014/main" id="{06184212-6301-4320-A25C-8350DB2579F9}"/>
                  </a:ext>
                </a:extLst>
              </p:cNvPr>
              <p:cNvSpPr>
                <a:spLocks noChangeArrowheads="1"/>
              </p:cNvSpPr>
              <p:nvPr/>
            </p:nvSpPr>
            <p:spPr bwMode="auto">
              <a:xfrm>
                <a:off x="7631676"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2" name="Rectangle 49">
                <a:extLst>
                  <a:ext uri="{FF2B5EF4-FFF2-40B4-BE49-F238E27FC236}">
                    <a16:creationId xmlns:a16="http://schemas.microsoft.com/office/drawing/2014/main" id="{D81215A9-8DA9-436E-BFD3-672FD476BE6C}"/>
                  </a:ext>
                </a:extLst>
              </p:cNvPr>
              <p:cNvSpPr>
                <a:spLocks noChangeArrowheads="1"/>
              </p:cNvSpPr>
              <p:nvPr/>
            </p:nvSpPr>
            <p:spPr bwMode="auto">
              <a:xfrm>
                <a:off x="8087109"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3" name="Rectangle 50">
                <a:extLst>
                  <a:ext uri="{FF2B5EF4-FFF2-40B4-BE49-F238E27FC236}">
                    <a16:creationId xmlns:a16="http://schemas.microsoft.com/office/drawing/2014/main" id="{7F4705F9-3317-4397-B01E-644775B19C65}"/>
                  </a:ext>
                </a:extLst>
              </p:cNvPr>
              <p:cNvSpPr>
                <a:spLocks noChangeArrowheads="1"/>
              </p:cNvSpPr>
              <p:nvPr/>
            </p:nvSpPr>
            <p:spPr bwMode="auto">
              <a:xfrm>
                <a:off x="8541372"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4" name="Rectangle 51">
                <a:extLst>
                  <a:ext uri="{FF2B5EF4-FFF2-40B4-BE49-F238E27FC236}">
                    <a16:creationId xmlns:a16="http://schemas.microsoft.com/office/drawing/2014/main" id="{2857C00E-FADC-42AA-AA16-38A83D5AF738}"/>
                  </a:ext>
                </a:extLst>
              </p:cNvPr>
              <p:cNvSpPr>
                <a:spLocks noChangeArrowheads="1"/>
              </p:cNvSpPr>
              <p:nvPr/>
            </p:nvSpPr>
            <p:spPr bwMode="auto">
              <a:xfrm>
                <a:off x="8996805"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5" name="Rectangle 52">
                <a:extLst>
                  <a:ext uri="{FF2B5EF4-FFF2-40B4-BE49-F238E27FC236}">
                    <a16:creationId xmlns:a16="http://schemas.microsoft.com/office/drawing/2014/main" id="{74EAC93D-EF3C-4092-B15E-15494A23FEB0}"/>
                  </a:ext>
                </a:extLst>
              </p:cNvPr>
              <p:cNvSpPr>
                <a:spLocks noChangeArrowheads="1"/>
              </p:cNvSpPr>
              <p:nvPr/>
            </p:nvSpPr>
            <p:spPr bwMode="auto">
              <a:xfrm>
                <a:off x="9451068"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6" name="Rectangle 53">
                <a:extLst>
                  <a:ext uri="{FF2B5EF4-FFF2-40B4-BE49-F238E27FC236}">
                    <a16:creationId xmlns:a16="http://schemas.microsoft.com/office/drawing/2014/main" id="{5D3EEE91-37CE-4F2F-905E-D7AFCC6E4567}"/>
                  </a:ext>
                </a:extLst>
              </p:cNvPr>
              <p:cNvSpPr>
                <a:spLocks noChangeArrowheads="1"/>
              </p:cNvSpPr>
              <p:nvPr/>
            </p:nvSpPr>
            <p:spPr bwMode="auto">
              <a:xfrm>
                <a:off x="9906501"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7" name="Rectangle 54">
                <a:extLst>
                  <a:ext uri="{FF2B5EF4-FFF2-40B4-BE49-F238E27FC236}">
                    <a16:creationId xmlns:a16="http://schemas.microsoft.com/office/drawing/2014/main" id="{368F77C6-C453-499B-8B47-39BE1A310EAA}"/>
                  </a:ext>
                </a:extLst>
              </p:cNvPr>
              <p:cNvSpPr>
                <a:spLocks noChangeArrowheads="1"/>
              </p:cNvSpPr>
              <p:nvPr/>
            </p:nvSpPr>
            <p:spPr bwMode="auto">
              <a:xfrm>
                <a:off x="10360763"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8" name="Rectangle 55">
                <a:extLst>
                  <a:ext uri="{FF2B5EF4-FFF2-40B4-BE49-F238E27FC236}">
                    <a16:creationId xmlns:a16="http://schemas.microsoft.com/office/drawing/2014/main" id="{4EB7C421-E508-4232-A011-40643DB79DC5}"/>
                  </a:ext>
                </a:extLst>
              </p:cNvPr>
              <p:cNvSpPr>
                <a:spLocks noChangeArrowheads="1"/>
              </p:cNvSpPr>
              <p:nvPr/>
            </p:nvSpPr>
            <p:spPr bwMode="auto">
              <a:xfrm>
                <a:off x="10816197"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9" name="Rectangle 56">
                <a:extLst>
                  <a:ext uri="{FF2B5EF4-FFF2-40B4-BE49-F238E27FC236}">
                    <a16:creationId xmlns:a16="http://schemas.microsoft.com/office/drawing/2014/main" id="{B7A7C2F9-930E-4B50-9AA3-47FE15F43A0D}"/>
                  </a:ext>
                </a:extLst>
              </p:cNvPr>
              <p:cNvSpPr>
                <a:spLocks noChangeArrowheads="1"/>
              </p:cNvSpPr>
              <p:nvPr/>
            </p:nvSpPr>
            <p:spPr bwMode="auto">
              <a:xfrm>
                <a:off x="1127046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0" name="Rectangle 57">
                <a:extLst>
                  <a:ext uri="{FF2B5EF4-FFF2-40B4-BE49-F238E27FC236}">
                    <a16:creationId xmlns:a16="http://schemas.microsoft.com/office/drawing/2014/main" id="{4ADCC0C0-6310-4ED1-A69B-CF3133EB5565}"/>
                  </a:ext>
                </a:extLst>
              </p:cNvPr>
              <p:cNvSpPr>
                <a:spLocks noChangeArrowheads="1"/>
              </p:cNvSpPr>
              <p:nvPr/>
            </p:nvSpPr>
            <p:spPr bwMode="auto">
              <a:xfrm>
                <a:off x="1172589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0" name="Group 19">
              <a:extLst>
                <a:ext uri="{FF2B5EF4-FFF2-40B4-BE49-F238E27FC236}">
                  <a16:creationId xmlns:a16="http://schemas.microsoft.com/office/drawing/2014/main" id="{8F8A1E95-3088-4CA0-BA17-9F2DBDABF9DB}"/>
                </a:ext>
              </a:extLst>
            </p:cNvPr>
            <p:cNvGrpSpPr/>
            <p:nvPr/>
          </p:nvGrpSpPr>
          <p:grpSpPr>
            <a:xfrm>
              <a:off x="354110" y="4376763"/>
              <a:ext cx="11480604" cy="109990"/>
              <a:chOff x="354110" y="4379678"/>
              <a:chExt cx="11480604" cy="109990"/>
            </a:xfrm>
            <a:grpFill/>
          </p:grpSpPr>
          <p:sp>
            <p:nvSpPr>
              <p:cNvPr id="129" name="Rectangle 59">
                <a:extLst>
                  <a:ext uri="{FF2B5EF4-FFF2-40B4-BE49-F238E27FC236}">
                    <a16:creationId xmlns:a16="http://schemas.microsoft.com/office/drawing/2014/main" id="{EFCB7559-FD17-472B-B7A1-3FFC63C8BCC3}"/>
                  </a:ext>
                </a:extLst>
              </p:cNvPr>
              <p:cNvSpPr>
                <a:spLocks noChangeArrowheads="1"/>
              </p:cNvSpPr>
              <p:nvPr/>
            </p:nvSpPr>
            <p:spPr bwMode="auto">
              <a:xfrm>
                <a:off x="35411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0" name="Rectangle 60">
                <a:extLst>
                  <a:ext uri="{FF2B5EF4-FFF2-40B4-BE49-F238E27FC236}">
                    <a16:creationId xmlns:a16="http://schemas.microsoft.com/office/drawing/2014/main" id="{2DA5B014-05A6-4DC4-A1AF-6B4B382336CC}"/>
                  </a:ext>
                </a:extLst>
              </p:cNvPr>
              <p:cNvSpPr>
                <a:spLocks noChangeArrowheads="1"/>
              </p:cNvSpPr>
              <p:nvPr/>
            </p:nvSpPr>
            <p:spPr bwMode="auto">
              <a:xfrm>
                <a:off x="80954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1" name="Rectangle 61">
                <a:extLst>
                  <a:ext uri="{FF2B5EF4-FFF2-40B4-BE49-F238E27FC236}">
                    <a16:creationId xmlns:a16="http://schemas.microsoft.com/office/drawing/2014/main" id="{FEA4E4F7-8218-4E7C-9E87-224A643273FF}"/>
                  </a:ext>
                </a:extLst>
              </p:cNvPr>
              <p:cNvSpPr>
                <a:spLocks noChangeArrowheads="1"/>
              </p:cNvSpPr>
              <p:nvPr/>
            </p:nvSpPr>
            <p:spPr bwMode="auto">
              <a:xfrm>
                <a:off x="1263805"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2" name="Rectangle 62">
                <a:extLst>
                  <a:ext uri="{FF2B5EF4-FFF2-40B4-BE49-F238E27FC236}">
                    <a16:creationId xmlns:a16="http://schemas.microsoft.com/office/drawing/2014/main" id="{A94D8FC5-1EBD-4EE3-98BE-790ADC20DBFF}"/>
                  </a:ext>
                </a:extLst>
              </p:cNvPr>
              <p:cNvSpPr>
                <a:spLocks noChangeArrowheads="1"/>
              </p:cNvSpPr>
              <p:nvPr/>
            </p:nvSpPr>
            <p:spPr bwMode="auto">
              <a:xfrm>
                <a:off x="1719239"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3" name="Rectangle 63">
                <a:extLst>
                  <a:ext uri="{FF2B5EF4-FFF2-40B4-BE49-F238E27FC236}">
                    <a16:creationId xmlns:a16="http://schemas.microsoft.com/office/drawing/2014/main" id="{30D19DB9-4852-4829-8388-B6807A0BF6DF}"/>
                  </a:ext>
                </a:extLst>
              </p:cNvPr>
              <p:cNvSpPr>
                <a:spLocks noChangeArrowheads="1"/>
              </p:cNvSpPr>
              <p:nvPr/>
            </p:nvSpPr>
            <p:spPr bwMode="auto">
              <a:xfrm>
                <a:off x="2173502"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4" name="Rectangle 64">
                <a:extLst>
                  <a:ext uri="{FF2B5EF4-FFF2-40B4-BE49-F238E27FC236}">
                    <a16:creationId xmlns:a16="http://schemas.microsoft.com/office/drawing/2014/main" id="{084DC439-7F3A-4989-96B7-B29D496E655F}"/>
                  </a:ext>
                </a:extLst>
              </p:cNvPr>
              <p:cNvSpPr>
                <a:spLocks noChangeArrowheads="1"/>
              </p:cNvSpPr>
              <p:nvPr/>
            </p:nvSpPr>
            <p:spPr bwMode="auto">
              <a:xfrm>
                <a:off x="2628934"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5" name="Rectangle 65">
                <a:extLst>
                  <a:ext uri="{FF2B5EF4-FFF2-40B4-BE49-F238E27FC236}">
                    <a16:creationId xmlns:a16="http://schemas.microsoft.com/office/drawing/2014/main" id="{35EB4226-F03D-4819-A4CC-D42233D58851}"/>
                  </a:ext>
                </a:extLst>
              </p:cNvPr>
              <p:cNvSpPr>
                <a:spLocks noChangeArrowheads="1"/>
              </p:cNvSpPr>
              <p:nvPr/>
            </p:nvSpPr>
            <p:spPr bwMode="auto">
              <a:xfrm>
                <a:off x="3083197"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6" name="Rectangle 66">
                <a:extLst>
                  <a:ext uri="{FF2B5EF4-FFF2-40B4-BE49-F238E27FC236}">
                    <a16:creationId xmlns:a16="http://schemas.microsoft.com/office/drawing/2014/main" id="{E00FCAAA-AC7E-4B03-AD5E-74ABD976422E}"/>
                  </a:ext>
                </a:extLst>
              </p:cNvPr>
              <p:cNvSpPr>
                <a:spLocks noChangeArrowheads="1"/>
              </p:cNvSpPr>
              <p:nvPr/>
            </p:nvSpPr>
            <p:spPr bwMode="auto">
              <a:xfrm>
                <a:off x="3538630"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7" name="Rectangle 67">
                <a:extLst>
                  <a:ext uri="{FF2B5EF4-FFF2-40B4-BE49-F238E27FC236}">
                    <a16:creationId xmlns:a16="http://schemas.microsoft.com/office/drawing/2014/main" id="{7D3AA8CA-C2E8-4862-8F87-EFAEFBCFF0CD}"/>
                  </a:ext>
                </a:extLst>
              </p:cNvPr>
              <p:cNvSpPr>
                <a:spLocks noChangeArrowheads="1"/>
              </p:cNvSpPr>
              <p:nvPr/>
            </p:nvSpPr>
            <p:spPr bwMode="auto">
              <a:xfrm>
                <a:off x="3992893"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8" name="Rectangle 68">
                <a:extLst>
                  <a:ext uri="{FF2B5EF4-FFF2-40B4-BE49-F238E27FC236}">
                    <a16:creationId xmlns:a16="http://schemas.microsoft.com/office/drawing/2014/main" id="{217BE0BD-ECA6-4A6D-9864-90AF19AF3022}"/>
                  </a:ext>
                </a:extLst>
              </p:cNvPr>
              <p:cNvSpPr>
                <a:spLocks noChangeArrowheads="1"/>
              </p:cNvSpPr>
              <p:nvPr/>
            </p:nvSpPr>
            <p:spPr bwMode="auto">
              <a:xfrm>
                <a:off x="4448326"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9" name="Rectangle 69">
                <a:extLst>
                  <a:ext uri="{FF2B5EF4-FFF2-40B4-BE49-F238E27FC236}">
                    <a16:creationId xmlns:a16="http://schemas.microsoft.com/office/drawing/2014/main" id="{4367775C-E241-437A-90EC-7A4D13D422E0}"/>
                  </a:ext>
                </a:extLst>
              </p:cNvPr>
              <p:cNvSpPr>
                <a:spLocks noChangeArrowheads="1"/>
              </p:cNvSpPr>
              <p:nvPr/>
            </p:nvSpPr>
            <p:spPr bwMode="auto">
              <a:xfrm>
                <a:off x="4902589"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0" name="Rectangle 70">
                <a:extLst>
                  <a:ext uri="{FF2B5EF4-FFF2-40B4-BE49-F238E27FC236}">
                    <a16:creationId xmlns:a16="http://schemas.microsoft.com/office/drawing/2014/main" id="{45804E6D-FE13-4F7A-A02C-81ED1ACEAFA0}"/>
                  </a:ext>
                </a:extLst>
              </p:cNvPr>
              <p:cNvSpPr>
                <a:spLocks noChangeArrowheads="1"/>
              </p:cNvSpPr>
              <p:nvPr/>
            </p:nvSpPr>
            <p:spPr bwMode="auto">
              <a:xfrm>
                <a:off x="535802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1" name="Rectangle 71">
                <a:extLst>
                  <a:ext uri="{FF2B5EF4-FFF2-40B4-BE49-F238E27FC236}">
                    <a16:creationId xmlns:a16="http://schemas.microsoft.com/office/drawing/2014/main" id="{A09F54AC-51E7-45A0-B639-BFEC5FE67CC8}"/>
                  </a:ext>
                </a:extLst>
              </p:cNvPr>
              <p:cNvSpPr>
                <a:spLocks noChangeArrowheads="1"/>
              </p:cNvSpPr>
              <p:nvPr/>
            </p:nvSpPr>
            <p:spPr bwMode="auto">
              <a:xfrm>
                <a:off x="5812285"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2" name="Rectangle 72">
                <a:extLst>
                  <a:ext uri="{FF2B5EF4-FFF2-40B4-BE49-F238E27FC236}">
                    <a16:creationId xmlns:a16="http://schemas.microsoft.com/office/drawing/2014/main" id="{CA60C1A9-4AD0-4191-96A2-CC1DD32F6F92}"/>
                  </a:ext>
                </a:extLst>
              </p:cNvPr>
              <p:cNvSpPr>
                <a:spLocks noChangeArrowheads="1"/>
              </p:cNvSpPr>
              <p:nvPr/>
            </p:nvSpPr>
            <p:spPr bwMode="auto">
              <a:xfrm>
                <a:off x="6267717"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3" name="Rectangle 73">
                <a:extLst>
                  <a:ext uri="{FF2B5EF4-FFF2-40B4-BE49-F238E27FC236}">
                    <a16:creationId xmlns:a16="http://schemas.microsoft.com/office/drawing/2014/main" id="{9A28ED63-9408-4F16-A85E-E76BA9F9AD02}"/>
                  </a:ext>
                </a:extLst>
              </p:cNvPr>
              <p:cNvSpPr>
                <a:spLocks noChangeArrowheads="1"/>
              </p:cNvSpPr>
              <p:nvPr/>
            </p:nvSpPr>
            <p:spPr bwMode="auto">
              <a:xfrm>
                <a:off x="672198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4" name="Rectangle 74">
                <a:extLst>
                  <a:ext uri="{FF2B5EF4-FFF2-40B4-BE49-F238E27FC236}">
                    <a16:creationId xmlns:a16="http://schemas.microsoft.com/office/drawing/2014/main" id="{8E63D1D1-CF92-468A-B012-24216CA08E04}"/>
                  </a:ext>
                </a:extLst>
              </p:cNvPr>
              <p:cNvSpPr>
                <a:spLocks noChangeArrowheads="1"/>
              </p:cNvSpPr>
              <p:nvPr/>
            </p:nvSpPr>
            <p:spPr bwMode="auto">
              <a:xfrm>
                <a:off x="7177414"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5" name="Rectangle 75">
                <a:extLst>
                  <a:ext uri="{FF2B5EF4-FFF2-40B4-BE49-F238E27FC236}">
                    <a16:creationId xmlns:a16="http://schemas.microsoft.com/office/drawing/2014/main" id="{8FC2CD59-128D-4D06-937E-4505D57D1983}"/>
                  </a:ext>
                </a:extLst>
              </p:cNvPr>
              <p:cNvSpPr>
                <a:spLocks noChangeArrowheads="1"/>
              </p:cNvSpPr>
              <p:nvPr/>
            </p:nvSpPr>
            <p:spPr bwMode="auto">
              <a:xfrm>
                <a:off x="7631676"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6" name="Rectangle 76">
                <a:extLst>
                  <a:ext uri="{FF2B5EF4-FFF2-40B4-BE49-F238E27FC236}">
                    <a16:creationId xmlns:a16="http://schemas.microsoft.com/office/drawing/2014/main" id="{B9A7B9E1-4CEE-41C8-A799-EE4B9AFCD04E}"/>
                  </a:ext>
                </a:extLst>
              </p:cNvPr>
              <p:cNvSpPr>
                <a:spLocks noChangeArrowheads="1"/>
              </p:cNvSpPr>
              <p:nvPr/>
            </p:nvSpPr>
            <p:spPr bwMode="auto">
              <a:xfrm>
                <a:off x="8087109"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7" name="Rectangle 77">
                <a:extLst>
                  <a:ext uri="{FF2B5EF4-FFF2-40B4-BE49-F238E27FC236}">
                    <a16:creationId xmlns:a16="http://schemas.microsoft.com/office/drawing/2014/main" id="{3C824F84-B682-4EA2-AFC1-D56DF71A0CD9}"/>
                  </a:ext>
                </a:extLst>
              </p:cNvPr>
              <p:cNvSpPr>
                <a:spLocks noChangeArrowheads="1"/>
              </p:cNvSpPr>
              <p:nvPr/>
            </p:nvSpPr>
            <p:spPr bwMode="auto">
              <a:xfrm>
                <a:off x="8541372"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8" name="Rectangle 78">
                <a:extLst>
                  <a:ext uri="{FF2B5EF4-FFF2-40B4-BE49-F238E27FC236}">
                    <a16:creationId xmlns:a16="http://schemas.microsoft.com/office/drawing/2014/main" id="{154DDE76-05F9-405C-86DB-477B87DBB847}"/>
                  </a:ext>
                </a:extLst>
              </p:cNvPr>
              <p:cNvSpPr>
                <a:spLocks noChangeArrowheads="1"/>
              </p:cNvSpPr>
              <p:nvPr/>
            </p:nvSpPr>
            <p:spPr bwMode="auto">
              <a:xfrm>
                <a:off x="8996805"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9" name="Rectangle 79">
                <a:extLst>
                  <a:ext uri="{FF2B5EF4-FFF2-40B4-BE49-F238E27FC236}">
                    <a16:creationId xmlns:a16="http://schemas.microsoft.com/office/drawing/2014/main" id="{28217A81-8951-475F-9F90-88B99F13D6E5}"/>
                  </a:ext>
                </a:extLst>
              </p:cNvPr>
              <p:cNvSpPr>
                <a:spLocks noChangeArrowheads="1"/>
              </p:cNvSpPr>
              <p:nvPr/>
            </p:nvSpPr>
            <p:spPr bwMode="auto">
              <a:xfrm>
                <a:off x="9451068"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0" name="Rectangle 80">
                <a:extLst>
                  <a:ext uri="{FF2B5EF4-FFF2-40B4-BE49-F238E27FC236}">
                    <a16:creationId xmlns:a16="http://schemas.microsoft.com/office/drawing/2014/main" id="{DD226742-8914-401E-8D78-93F56B2E4813}"/>
                  </a:ext>
                </a:extLst>
              </p:cNvPr>
              <p:cNvSpPr>
                <a:spLocks noChangeArrowheads="1"/>
              </p:cNvSpPr>
              <p:nvPr/>
            </p:nvSpPr>
            <p:spPr bwMode="auto">
              <a:xfrm>
                <a:off x="9906501"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1" name="Rectangle 81">
                <a:extLst>
                  <a:ext uri="{FF2B5EF4-FFF2-40B4-BE49-F238E27FC236}">
                    <a16:creationId xmlns:a16="http://schemas.microsoft.com/office/drawing/2014/main" id="{B0E1AE86-33D6-4D1D-BC23-EA8A4AF1CFD2}"/>
                  </a:ext>
                </a:extLst>
              </p:cNvPr>
              <p:cNvSpPr>
                <a:spLocks noChangeArrowheads="1"/>
              </p:cNvSpPr>
              <p:nvPr/>
            </p:nvSpPr>
            <p:spPr bwMode="auto">
              <a:xfrm>
                <a:off x="10360763"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2" name="Rectangle 82">
                <a:extLst>
                  <a:ext uri="{FF2B5EF4-FFF2-40B4-BE49-F238E27FC236}">
                    <a16:creationId xmlns:a16="http://schemas.microsoft.com/office/drawing/2014/main" id="{CCA69695-3790-4A9F-9CC1-5EBCB1C96DF5}"/>
                  </a:ext>
                </a:extLst>
              </p:cNvPr>
              <p:cNvSpPr>
                <a:spLocks noChangeArrowheads="1"/>
              </p:cNvSpPr>
              <p:nvPr/>
            </p:nvSpPr>
            <p:spPr bwMode="auto">
              <a:xfrm>
                <a:off x="10816197"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3" name="Rectangle 83">
                <a:extLst>
                  <a:ext uri="{FF2B5EF4-FFF2-40B4-BE49-F238E27FC236}">
                    <a16:creationId xmlns:a16="http://schemas.microsoft.com/office/drawing/2014/main" id="{E75DD56F-C446-4037-8A60-A6C1A44E8CF2}"/>
                  </a:ext>
                </a:extLst>
              </p:cNvPr>
              <p:cNvSpPr>
                <a:spLocks noChangeArrowheads="1"/>
              </p:cNvSpPr>
              <p:nvPr/>
            </p:nvSpPr>
            <p:spPr bwMode="auto">
              <a:xfrm>
                <a:off x="1127046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4" name="Rectangle 84">
                <a:extLst>
                  <a:ext uri="{FF2B5EF4-FFF2-40B4-BE49-F238E27FC236}">
                    <a16:creationId xmlns:a16="http://schemas.microsoft.com/office/drawing/2014/main" id="{3658AAE9-4C55-47F2-9C83-497627EC28DA}"/>
                  </a:ext>
                </a:extLst>
              </p:cNvPr>
              <p:cNvSpPr>
                <a:spLocks noChangeArrowheads="1"/>
              </p:cNvSpPr>
              <p:nvPr/>
            </p:nvSpPr>
            <p:spPr bwMode="auto">
              <a:xfrm>
                <a:off x="1172589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1" name="Group 20">
              <a:extLst>
                <a:ext uri="{FF2B5EF4-FFF2-40B4-BE49-F238E27FC236}">
                  <a16:creationId xmlns:a16="http://schemas.microsoft.com/office/drawing/2014/main" id="{909F6D0B-FF49-4CC2-90DB-BE84FEA93E9F}"/>
                </a:ext>
              </a:extLst>
            </p:cNvPr>
            <p:cNvGrpSpPr/>
            <p:nvPr/>
          </p:nvGrpSpPr>
          <p:grpSpPr>
            <a:xfrm>
              <a:off x="354110" y="4883475"/>
              <a:ext cx="11480604" cy="109990"/>
              <a:chOff x="354110" y="4888062"/>
              <a:chExt cx="11480604" cy="109990"/>
            </a:xfrm>
            <a:grpFill/>
          </p:grpSpPr>
          <p:sp>
            <p:nvSpPr>
              <p:cNvPr id="103" name="Rectangle 5">
                <a:extLst>
                  <a:ext uri="{FF2B5EF4-FFF2-40B4-BE49-F238E27FC236}">
                    <a16:creationId xmlns:a16="http://schemas.microsoft.com/office/drawing/2014/main" id="{5B16BA60-1923-4CB8-AC58-3FA97E97824E}"/>
                  </a:ext>
                </a:extLst>
              </p:cNvPr>
              <p:cNvSpPr>
                <a:spLocks noChangeArrowheads="1"/>
              </p:cNvSpPr>
              <p:nvPr/>
            </p:nvSpPr>
            <p:spPr bwMode="auto">
              <a:xfrm>
                <a:off x="35411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4" name="Rectangle 6">
                <a:extLst>
                  <a:ext uri="{FF2B5EF4-FFF2-40B4-BE49-F238E27FC236}">
                    <a16:creationId xmlns:a16="http://schemas.microsoft.com/office/drawing/2014/main" id="{5472B612-6D9A-49B7-A1A5-EF7EBDCE08E2}"/>
                  </a:ext>
                </a:extLst>
              </p:cNvPr>
              <p:cNvSpPr>
                <a:spLocks noChangeArrowheads="1"/>
              </p:cNvSpPr>
              <p:nvPr/>
            </p:nvSpPr>
            <p:spPr bwMode="auto">
              <a:xfrm>
                <a:off x="80954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5" name="Rectangle 7">
                <a:extLst>
                  <a:ext uri="{FF2B5EF4-FFF2-40B4-BE49-F238E27FC236}">
                    <a16:creationId xmlns:a16="http://schemas.microsoft.com/office/drawing/2014/main" id="{19A7F840-07E0-4852-B348-40D8EB614858}"/>
                  </a:ext>
                </a:extLst>
              </p:cNvPr>
              <p:cNvSpPr>
                <a:spLocks noChangeArrowheads="1"/>
              </p:cNvSpPr>
              <p:nvPr/>
            </p:nvSpPr>
            <p:spPr bwMode="auto">
              <a:xfrm>
                <a:off x="1263805"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6" name="Rectangle 8">
                <a:extLst>
                  <a:ext uri="{FF2B5EF4-FFF2-40B4-BE49-F238E27FC236}">
                    <a16:creationId xmlns:a16="http://schemas.microsoft.com/office/drawing/2014/main" id="{F501C6E7-9683-4F5F-ADB4-D120A8CE23AC}"/>
                  </a:ext>
                </a:extLst>
              </p:cNvPr>
              <p:cNvSpPr>
                <a:spLocks noChangeArrowheads="1"/>
              </p:cNvSpPr>
              <p:nvPr/>
            </p:nvSpPr>
            <p:spPr bwMode="auto">
              <a:xfrm>
                <a:off x="1719239"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7" name="Rectangle 9">
                <a:extLst>
                  <a:ext uri="{FF2B5EF4-FFF2-40B4-BE49-F238E27FC236}">
                    <a16:creationId xmlns:a16="http://schemas.microsoft.com/office/drawing/2014/main" id="{6B0B292A-E263-45E9-8363-AB5BA07DC7ED}"/>
                  </a:ext>
                </a:extLst>
              </p:cNvPr>
              <p:cNvSpPr>
                <a:spLocks noChangeArrowheads="1"/>
              </p:cNvSpPr>
              <p:nvPr/>
            </p:nvSpPr>
            <p:spPr bwMode="auto">
              <a:xfrm>
                <a:off x="2173502"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8" name="Rectangle 10">
                <a:extLst>
                  <a:ext uri="{FF2B5EF4-FFF2-40B4-BE49-F238E27FC236}">
                    <a16:creationId xmlns:a16="http://schemas.microsoft.com/office/drawing/2014/main" id="{F6D80E9D-A930-4211-B815-FA67CF10A554}"/>
                  </a:ext>
                </a:extLst>
              </p:cNvPr>
              <p:cNvSpPr>
                <a:spLocks noChangeArrowheads="1"/>
              </p:cNvSpPr>
              <p:nvPr/>
            </p:nvSpPr>
            <p:spPr bwMode="auto">
              <a:xfrm>
                <a:off x="2628934"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9" name="Rectangle 11">
                <a:extLst>
                  <a:ext uri="{FF2B5EF4-FFF2-40B4-BE49-F238E27FC236}">
                    <a16:creationId xmlns:a16="http://schemas.microsoft.com/office/drawing/2014/main" id="{75CB23DF-89C3-4513-88A0-E31FACFB7D19}"/>
                  </a:ext>
                </a:extLst>
              </p:cNvPr>
              <p:cNvSpPr>
                <a:spLocks noChangeArrowheads="1"/>
              </p:cNvSpPr>
              <p:nvPr/>
            </p:nvSpPr>
            <p:spPr bwMode="auto">
              <a:xfrm>
                <a:off x="3083197"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0" name="Rectangle 12">
                <a:extLst>
                  <a:ext uri="{FF2B5EF4-FFF2-40B4-BE49-F238E27FC236}">
                    <a16:creationId xmlns:a16="http://schemas.microsoft.com/office/drawing/2014/main" id="{792B94F3-12D9-42E8-91C9-DE5D158733B4}"/>
                  </a:ext>
                </a:extLst>
              </p:cNvPr>
              <p:cNvSpPr>
                <a:spLocks noChangeArrowheads="1"/>
              </p:cNvSpPr>
              <p:nvPr/>
            </p:nvSpPr>
            <p:spPr bwMode="auto">
              <a:xfrm>
                <a:off x="3538630"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1" name="Rectangle 13">
                <a:extLst>
                  <a:ext uri="{FF2B5EF4-FFF2-40B4-BE49-F238E27FC236}">
                    <a16:creationId xmlns:a16="http://schemas.microsoft.com/office/drawing/2014/main" id="{F5C29CE0-8ED9-4F8F-B865-6A66D95AA6F5}"/>
                  </a:ext>
                </a:extLst>
              </p:cNvPr>
              <p:cNvSpPr>
                <a:spLocks noChangeArrowheads="1"/>
              </p:cNvSpPr>
              <p:nvPr/>
            </p:nvSpPr>
            <p:spPr bwMode="auto">
              <a:xfrm>
                <a:off x="3992893"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2" name="Rectangle 14">
                <a:extLst>
                  <a:ext uri="{FF2B5EF4-FFF2-40B4-BE49-F238E27FC236}">
                    <a16:creationId xmlns:a16="http://schemas.microsoft.com/office/drawing/2014/main" id="{E1288316-CFF0-4D0C-A6EA-50B406EBF659}"/>
                  </a:ext>
                </a:extLst>
              </p:cNvPr>
              <p:cNvSpPr>
                <a:spLocks noChangeArrowheads="1"/>
              </p:cNvSpPr>
              <p:nvPr/>
            </p:nvSpPr>
            <p:spPr bwMode="auto">
              <a:xfrm>
                <a:off x="4448326"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3" name="Rectangle 15">
                <a:extLst>
                  <a:ext uri="{FF2B5EF4-FFF2-40B4-BE49-F238E27FC236}">
                    <a16:creationId xmlns:a16="http://schemas.microsoft.com/office/drawing/2014/main" id="{4BF70EA3-0A87-40BD-94BF-76AAEC816C87}"/>
                  </a:ext>
                </a:extLst>
              </p:cNvPr>
              <p:cNvSpPr>
                <a:spLocks noChangeArrowheads="1"/>
              </p:cNvSpPr>
              <p:nvPr/>
            </p:nvSpPr>
            <p:spPr bwMode="auto">
              <a:xfrm>
                <a:off x="4902589"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4" name="Rectangle 16">
                <a:extLst>
                  <a:ext uri="{FF2B5EF4-FFF2-40B4-BE49-F238E27FC236}">
                    <a16:creationId xmlns:a16="http://schemas.microsoft.com/office/drawing/2014/main" id="{8AC49DAE-1800-40B4-908D-DACDDBFF2135}"/>
                  </a:ext>
                </a:extLst>
              </p:cNvPr>
              <p:cNvSpPr>
                <a:spLocks noChangeArrowheads="1"/>
              </p:cNvSpPr>
              <p:nvPr/>
            </p:nvSpPr>
            <p:spPr bwMode="auto">
              <a:xfrm>
                <a:off x="535802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5" name="Rectangle 17">
                <a:extLst>
                  <a:ext uri="{FF2B5EF4-FFF2-40B4-BE49-F238E27FC236}">
                    <a16:creationId xmlns:a16="http://schemas.microsoft.com/office/drawing/2014/main" id="{236BF9F5-A935-4DA3-A4A9-52DD30165B37}"/>
                  </a:ext>
                </a:extLst>
              </p:cNvPr>
              <p:cNvSpPr>
                <a:spLocks noChangeArrowheads="1"/>
              </p:cNvSpPr>
              <p:nvPr/>
            </p:nvSpPr>
            <p:spPr bwMode="auto">
              <a:xfrm>
                <a:off x="5812285"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6" name="Rectangle 18">
                <a:extLst>
                  <a:ext uri="{FF2B5EF4-FFF2-40B4-BE49-F238E27FC236}">
                    <a16:creationId xmlns:a16="http://schemas.microsoft.com/office/drawing/2014/main" id="{97FE846A-6C60-49BD-8759-77095BC24777}"/>
                  </a:ext>
                </a:extLst>
              </p:cNvPr>
              <p:cNvSpPr>
                <a:spLocks noChangeArrowheads="1"/>
              </p:cNvSpPr>
              <p:nvPr/>
            </p:nvSpPr>
            <p:spPr bwMode="auto">
              <a:xfrm>
                <a:off x="6267717"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7" name="Rectangle 19">
                <a:extLst>
                  <a:ext uri="{FF2B5EF4-FFF2-40B4-BE49-F238E27FC236}">
                    <a16:creationId xmlns:a16="http://schemas.microsoft.com/office/drawing/2014/main" id="{FA924FA8-FE97-40A1-852B-77A498A7C449}"/>
                  </a:ext>
                </a:extLst>
              </p:cNvPr>
              <p:cNvSpPr>
                <a:spLocks noChangeArrowheads="1"/>
              </p:cNvSpPr>
              <p:nvPr/>
            </p:nvSpPr>
            <p:spPr bwMode="auto">
              <a:xfrm>
                <a:off x="672198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8" name="Rectangle 20">
                <a:extLst>
                  <a:ext uri="{FF2B5EF4-FFF2-40B4-BE49-F238E27FC236}">
                    <a16:creationId xmlns:a16="http://schemas.microsoft.com/office/drawing/2014/main" id="{3C593FAE-CE47-48A5-AC85-6174EAC0A21E}"/>
                  </a:ext>
                </a:extLst>
              </p:cNvPr>
              <p:cNvSpPr>
                <a:spLocks noChangeArrowheads="1"/>
              </p:cNvSpPr>
              <p:nvPr/>
            </p:nvSpPr>
            <p:spPr bwMode="auto">
              <a:xfrm>
                <a:off x="7177414"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9" name="Rectangle 21">
                <a:extLst>
                  <a:ext uri="{FF2B5EF4-FFF2-40B4-BE49-F238E27FC236}">
                    <a16:creationId xmlns:a16="http://schemas.microsoft.com/office/drawing/2014/main" id="{E2228A57-948E-4482-9E06-D9E725176DF9}"/>
                  </a:ext>
                </a:extLst>
              </p:cNvPr>
              <p:cNvSpPr>
                <a:spLocks noChangeArrowheads="1"/>
              </p:cNvSpPr>
              <p:nvPr/>
            </p:nvSpPr>
            <p:spPr bwMode="auto">
              <a:xfrm>
                <a:off x="7631676"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0" name="Rectangle 22">
                <a:extLst>
                  <a:ext uri="{FF2B5EF4-FFF2-40B4-BE49-F238E27FC236}">
                    <a16:creationId xmlns:a16="http://schemas.microsoft.com/office/drawing/2014/main" id="{1EF13CFA-22CA-4C10-BE90-D5CC115A891A}"/>
                  </a:ext>
                </a:extLst>
              </p:cNvPr>
              <p:cNvSpPr>
                <a:spLocks noChangeArrowheads="1"/>
              </p:cNvSpPr>
              <p:nvPr/>
            </p:nvSpPr>
            <p:spPr bwMode="auto">
              <a:xfrm>
                <a:off x="8087109"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1" name="Rectangle 23">
                <a:extLst>
                  <a:ext uri="{FF2B5EF4-FFF2-40B4-BE49-F238E27FC236}">
                    <a16:creationId xmlns:a16="http://schemas.microsoft.com/office/drawing/2014/main" id="{0E8E90A3-1641-4E9B-A194-D5F117F9AEF4}"/>
                  </a:ext>
                </a:extLst>
              </p:cNvPr>
              <p:cNvSpPr>
                <a:spLocks noChangeArrowheads="1"/>
              </p:cNvSpPr>
              <p:nvPr/>
            </p:nvSpPr>
            <p:spPr bwMode="auto">
              <a:xfrm>
                <a:off x="8541372"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2" name="Rectangle 24">
                <a:extLst>
                  <a:ext uri="{FF2B5EF4-FFF2-40B4-BE49-F238E27FC236}">
                    <a16:creationId xmlns:a16="http://schemas.microsoft.com/office/drawing/2014/main" id="{A68EDFEF-E0D3-402A-9521-3DF38E4B8F5F}"/>
                  </a:ext>
                </a:extLst>
              </p:cNvPr>
              <p:cNvSpPr>
                <a:spLocks noChangeArrowheads="1"/>
              </p:cNvSpPr>
              <p:nvPr/>
            </p:nvSpPr>
            <p:spPr bwMode="auto">
              <a:xfrm>
                <a:off x="8996805"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3" name="Rectangle 25">
                <a:extLst>
                  <a:ext uri="{FF2B5EF4-FFF2-40B4-BE49-F238E27FC236}">
                    <a16:creationId xmlns:a16="http://schemas.microsoft.com/office/drawing/2014/main" id="{CCF9D944-04E9-47A8-9177-AFC8A6780FC7}"/>
                  </a:ext>
                </a:extLst>
              </p:cNvPr>
              <p:cNvSpPr>
                <a:spLocks noChangeArrowheads="1"/>
              </p:cNvSpPr>
              <p:nvPr/>
            </p:nvSpPr>
            <p:spPr bwMode="auto">
              <a:xfrm>
                <a:off x="9451068"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4" name="Rectangle 26">
                <a:extLst>
                  <a:ext uri="{FF2B5EF4-FFF2-40B4-BE49-F238E27FC236}">
                    <a16:creationId xmlns:a16="http://schemas.microsoft.com/office/drawing/2014/main" id="{ABDECE26-FC06-416E-A783-A77B3FFA3AF7}"/>
                  </a:ext>
                </a:extLst>
              </p:cNvPr>
              <p:cNvSpPr>
                <a:spLocks noChangeArrowheads="1"/>
              </p:cNvSpPr>
              <p:nvPr/>
            </p:nvSpPr>
            <p:spPr bwMode="auto">
              <a:xfrm>
                <a:off x="9906501"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5" name="Rectangle 27">
                <a:extLst>
                  <a:ext uri="{FF2B5EF4-FFF2-40B4-BE49-F238E27FC236}">
                    <a16:creationId xmlns:a16="http://schemas.microsoft.com/office/drawing/2014/main" id="{1F81018F-D062-471E-8E4D-BF55555F50D6}"/>
                  </a:ext>
                </a:extLst>
              </p:cNvPr>
              <p:cNvSpPr>
                <a:spLocks noChangeArrowheads="1"/>
              </p:cNvSpPr>
              <p:nvPr/>
            </p:nvSpPr>
            <p:spPr bwMode="auto">
              <a:xfrm>
                <a:off x="10360763"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6" name="Rectangle 28">
                <a:extLst>
                  <a:ext uri="{FF2B5EF4-FFF2-40B4-BE49-F238E27FC236}">
                    <a16:creationId xmlns:a16="http://schemas.microsoft.com/office/drawing/2014/main" id="{75BC1DFB-E2E0-44A2-8449-1511B5F4C286}"/>
                  </a:ext>
                </a:extLst>
              </p:cNvPr>
              <p:cNvSpPr>
                <a:spLocks noChangeArrowheads="1"/>
              </p:cNvSpPr>
              <p:nvPr/>
            </p:nvSpPr>
            <p:spPr bwMode="auto">
              <a:xfrm>
                <a:off x="10816197"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7" name="Rectangle 29">
                <a:extLst>
                  <a:ext uri="{FF2B5EF4-FFF2-40B4-BE49-F238E27FC236}">
                    <a16:creationId xmlns:a16="http://schemas.microsoft.com/office/drawing/2014/main" id="{FE671700-5C5E-4E82-8FDC-49E44FF73998}"/>
                  </a:ext>
                </a:extLst>
              </p:cNvPr>
              <p:cNvSpPr>
                <a:spLocks noChangeArrowheads="1"/>
              </p:cNvSpPr>
              <p:nvPr/>
            </p:nvSpPr>
            <p:spPr bwMode="auto">
              <a:xfrm>
                <a:off x="1127046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8" name="Rectangle 30">
                <a:extLst>
                  <a:ext uri="{FF2B5EF4-FFF2-40B4-BE49-F238E27FC236}">
                    <a16:creationId xmlns:a16="http://schemas.microsoft.com/office/drawing/2014/main" id="{367003AF-BC87-4F81-81EB-3D09A24C9934}"/>
                  </a:ext>
                </a:extLst>
              </p:cNvPr>
              <p:cNvSpPr>
                <a:spLocks noChangeArrowheads="1"/>
              </p:cNvSpPr>
              <p:nvPr/>
            </p:nvSpPr>
            <p:spPr bwMode="auto">
              <a:xfrm>
                <a:off x="1172589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2" name="Group 21">
              <a:extLst>
                <a:ext uri="{FF2B5EF4-FFF2-40B4-BE49-F238E27FC236}">
                  <a16:creationId xmlns:a16="http://schemas.microsoft.com/office/drawing/2014/main" id="{5E7D7A4E-C314-4987-9657-060E28CAA6A0}"/>
                </a:ext>
              </a:extLst>
            </p:cNvPr>
            <p:cNvGrpSpPr/>
            <p:nvPr/>
          </p:nvGrpSpPr>
          <p:grpSpPr>
            <a:xfrm>
              <a:off x="354110" y="5390187"/>
              <a:ext cx="11480604" cy="108822"/>
              <a:chOff x="354110" y="5396454"/>
              <a:chExt cx="11480604" cy="108822"/>
            </a:xfrm>
            <a:grpFill/>
          </p:grpSpPr>
          <p:sp>
            <p:nvSpPr>
              <p:cNvPr id="77" name="Rectangle 32">
                <a:extLst>
                  <a:ext uri="{FF2B5EF4-FFF2-40B4-BE49-F238E27FC236}">
                    <a16:creationId xmlns:a16="http://schemas.microsoft.com/office/drawing/2014/main" id="{8E8A1AC8-CA63-4F37-A8CF-FF832D8BE474}"/>
                  </a:ext>
                </a:extLst>
              </p:cNvPr>
              <p:cNvSpPr>
                <a:spLocks noChangeArrowheads="1"/>
              </p:cNvSpPr>
              <p:nvPr/>
            </p:nvSpPr>
            <p:spPr bwMode="auto">
              <a:xfrm>
                <a:off x="35411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8" name="Rectangle 33">
                <a:extLst>
                  <a:ext uri="{FF2B5EF4-FFF2-40B4-BE49-F238E27FC236}">
                    <a16:creationId xmlns:a16="http://schemas.microsoft.com/office/drawing/2014/main" id="{628E2734-FDDB-44A3-9AF2-03978429626B}"/>
                  </a:ext>
                </a:extLst>
              </p:cNvPr>
              <p:cNvSpPr>
                <a:spLocks noChangeArrowheads="1"/>
              </p:cNvSpPr>
              <p:nvPr/>
            </p:nvSpPr>
            <p:spPr bwMode="auto">
              <a:xfrm>
                <a:off x="80954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9" name="Rectangle 34">
                <a:extLst>
                  <a:ext uri="{FF2B5EF4-FFF2-40B4-BE49-F238E27FC236}">
                    <a16:creationId xmlns:a16="http://schemas.microsoft.com/office/drawing/2014/main" id="{088CF2A2-82EB-4956-973F-6A38CD7EA059}"/>
                  </a:ext>
                </a:extLst>
              </p:cNvPr>
              <p:cNvSpPr>
                <a:spLocks noChangeArrowheads="1"/>
              </p:cNvSpPr>
              <p:nvPr/>
            </p:nvSpPr>
            <p:spPr bwMode="auto">
              <a:xfrm>
                <a:off x="1263805"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0" name="Rectangle 35">
                <a:extLst>
                  <a:ext uri="{FF2B5EF4-FFF2-40B4-BE49-F238E27FC236}">
                    <a16:creationId xmlns:a16="http://schemas.microsoft.com/office/drawing/2014/main" id="{C040EEA9-3095-4F30-8483-23F37448C258}"/>
                  </a:ext>
                </a:extLst>
              </p:cNvPr>
              <p:cNvSpPr>
                <a:spLocks noChangeArrowheads="1"/>
              </p:cNvSpPr>
              <p:nvPr/>
            </p:nvSpPr>
            <p:spPr bwMode="auto">
              <a:xfrm>
                <a:off x="1719239"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1" name="Rectangle 36">
                <a:extLst>
                  <a:ext uri="{FF2B5EF4-FFF2-40B4-BE49-F238E27FC236}">
                    <a16:creationId xmlns:a16="http://schemas.microsoft.com/office/drawing/2014/main" id="{749693CE-451B-4AFB-88A8-C12ED178EA24}"/>
                  </a:ext>
                </a:extLst>
              </p:cNvPr>
              <p:cNvSpPr>
                <a:spLocks noChangeArrowheads="1"/>
              </p:cNvSpPr>
              <p:nvPr/>
            </p:nvSpPr>
            <p:spPr bwMode="auto">
              <a:xfrm>
                <a:off x="2173502"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2" name="Rectangle 37">
                <a:extLst>
                  <a:ext uri="{FF2B5EF4-FFF2-40B4-BE49-F238E27FC236}">
                    <a16:creationId xmlns:a16="http://schemas.microsoft.com/office/drawing/2014/main" id="{30280489-C791-44E8-963D-1255607CDB5F}"/>
                  </a:ext>
                </a:extLst>
              </p:cNvPr>
              <p:cNvSpPr>
                <a:spLocks noChangeArrowheads="1"/>
              </p:cNvSpPr>
              <p:nvPr/>
            </p:nvSpPr>
            <p:spPr bwMode="auto">
              <a:xfrm>
                <a:off x="2628934"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3" name="Rectangle 38">
                <a:extLst>
                  <a:ext uri="{FF2B5EF4-FFF2-40B4-BE49-F238E27FC236}">
                    <a16:creationId xmlns:a16="http://schemas.microsoft.com/office/drawing/2014/main" id="{8CC74FC2-413D-4801-AE6D-107C3B112929}"/>
                  </a:ext>
                </a:extLst>
              </p:cNvPr>
              <p:cNvSpPr>
                <a:spLocks noChangeArrowheads="1"/>
              </p:cNvSpPr>
              <p:nvPr/>
            </p:nvSpPr>
            <p:spPr bwMode="auto">
              <a:xfrm>
                <a:off x="3083197"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4" name="Rectangle 39">
                <a:extLst>
                  <a:ext uri="{FF2B5EF4-FFF2-40B4-BE49-F238E27FC236}">
                    <a16:creationId xmlns:a16="http://schemas.microsoft.com/office/drawing/2014/main" id="{B285A8B1-8801-46CD-91B8-97CE12F31990}"/>
                  </a:ext>
                </a:extLst>
              </p:cNvPr>
              <p:cNvSpPr>
                <a:spLocks noChangeArrowheads="1"/>
              </p:cNvSpPr>
              <p:nvPr/>
            </p:nvSpPr>
            <p:spPr bwMode="auto">
              <a:xfrm>
                <a:off x="3538630"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5" name="Rectangle 40">
                <a:extLst>
                  <a:ext uri="{FF2B5EF4-FFF2-40B4-BE49-F238E27FC236}">
                    <a16:creationId xmlns:a16="http://schemas.microsoft.com/office/drawing/2014/main" id="{2DCB03A8-663D-4DCB-A3A5-59C55ED30496}"/>
                  </a:ext>
                </a:extLst>
              </p:cNvPr>
              <p:cNvSpPr>
                <a:spLocks noChangeArrowheads="1"/>
              </p:cNvSpPr>
              <p:nvPr/>
            </p:nvSpPr>
            <p:spPr bwMode="auto">
              <a:xfrm>
                <a:off x="3992893"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6" name="Rectangle 41">
                <a:extLst>
                  <a:ext uri="{FF2B5EF4-FFF2-40B4-BE49-F238E27FC236}">
                    <a16:creationId xmlns:a16="http://schemas.microsoft.com/office/drawing/2014/main" id="{5407D7A5-9403-4899-B30F-57F9270DFA23}"/>
                  </a:ext>
                </a:extLst>
              </p:cNvPr>
              <p:cNvSpPr>
                <a:spLocks noChangeArrowheads="1"/>
              </p:cNvSpPr>
              <p:nvPr/>
            </p:nvSpPr>
            <p:spPr bwMode="auto">
              <a:xfrm>
                <a:off x="4448326"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7" name="Rectangle 42">
                <a:extLst>
                  <a:ext uri="{FF2B5EF4-FFF2-40B4-BE49-F238E27FC236}">
                    <a16:creationId xmlns:a16="http://schemas.microsoft.com/office/drawing/2014/main" id="{A5A712A8-2D9C-4566-93D7-A554219464B6}"/>
                  </a:ext>
                </a:extLst>
              </p:cNvPr>
              <p:cNvSpPr>
                <a:spLocks noChangeArrowheads="1"/>
              </p:cNvSpPr>
              <p:nvPr/>
            </p:nvSpPr>
            <p:spPr bwMode="auto">
              <a:xfrm>
                <a:off x="4902589"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8" name="Rectangle 43">
                <a:extLst>
                  <a:ext uri="{FF2B5EF4-FFF2-40B4-BE49-F238E27FC236}">
                    <a16:creationId xmlns:a16="http://schemas.microsoft.com/office/drawing/2014/main" id="{4B61ED17-0B4A-42B3-B859-84E6FBD9F9B9}"/>
                  </a:ext>
                </a:extLst>
              </p:cNvPr>
              <p:cNvSpPr>
                <a:spLocks noChangeArrowheads="1"/>
              </p:cNvSpPr>
              <p:nvPr/>
            </p:nvSpPr>
            <p:spPr bwMode="auto">
              <a:xfrm>
                <a:off x="535802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9" name="Rectangle 44">
                <a:extLst>
                  <a:ext uri="{FF2B5EF4-FFF2-40B4-BE49-F238E27FC236}">
                    <a16:creationId xmlns:a16="http://schemas.microsoft.com/office/drawing/2014/main" id="{7FF71609-E043-4DD4-BBED-210943BF31DB}"/>
                  </a:ext>
                </a:extLst>
              </p:cNvPr>
              <p:cNvSpPr>
                <a:spLocks noChangeArrowheads="1"/>
              </p:cNvSpPr>
              <p:nvPr/>
            </p:nvSpPr>
            <p:spPr bwMode="auto">
              <a:xfrm>
                <a:off x="5812285"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0" name="Rectangle 45">
                <a:extLst>
                  <a:ext uri="{FF2B5EF4-FFF2-40B4-BE49-F238E27FC236}">
                    <a16:creationId xmlns:a16="http://schemas.microsoft.com/office/drawing/2014/main" id="{9107E37E-3623-4410-8CEA-DA33995A6AC6}"/>
                  </a:ext>
                </a:extLst>
              </p:cNvPr>
              <p:cNvSpPr>
                <a:spLocks noChangeArrowheads="1"/>
              </p:cNvSpPr>
              <p:nvPr/>
            </p:nvSpPr>
            <p:spPr bwMode="auto">
              <a:xfrm>
                <a:off x="6267717"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1" name="Rectangle 46">
                <a:extLst>
                  <a:ext uri="{FF2B5EF4-FFF2-40B4-BE49-F238E27FC236}">
                    <a16:creationId xmlns:a16="http://schemas.microsoft.com/office/drawing/2014/main" id="{B83800E2-BDEE-48AC-9D9F-0B03C123FB62}"/>
                  </a:ext>
                </a:extLst>
              </p:cNvPr>
              <p:cNvSpPr>
                <a:spLocks noChangeArrowheads="1"/>
              </p:cNvSpPr>
              <p:nvPr/>
            </p:nvSpPr>
            <p:spPr bwMode="auto">
              <a:xfrm>
                <a:off x="672198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2" name="Rectangle 47">
                <a:extLst>
                  <a:ext uri="{FF2B5EF4-FFF2-40B4-BE49-F238E27FC236}">
                    <a16:creationId xmlns:a16="http://schemas.microsoft.com/office/drawing/2014/main" id="{924E8ED7-0B54-488C-86FD-838BEC6C72BA}"/>
                  </a:ext>
                </a:extLst>
              </p:cNvPr>
              <p:cNvSpPr>
                <a:spLocks noChangeArrowheads="1"/>
              </p:cNvSpPr>
              <p:nvPr/>
            </p:nvSpPr>
            <p:spPr bwMode="auto">
              <a:xfrm>
                <a:off x="7177414"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3" name="Rectangle 48">
                <a:extLst>
                  <a:ext uri="{FF2B5EF4-FFF2-40B4-BE49-F238E27FC236}">
                    <a16:creationId xmlns:a16="http://schemas.microsoft.com/office/drawing/2014/main" id="{5E731C89-5DF4-4419-9A67-52BAEC37335F}"/>
                  </a:ext>
                </a:extLst>
              </p:cNvPr>
              <p:cNvSpPr>
                <a:spLocks noChangeArrowheads="1"/>
              </p:cNvSpPr>
              <p:nvPr/>
            </p:nvSpPr>
            <p:spPr bwMode="auto">
              <a:xfrm>
                <a:off x="7631676"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4" name="Rectangle 49">
                <a:extLst>
                  <a:ext uri="{FF2B5EF4-FFF2-40B4-BE49-F238E27FC236}">
                    <a16:creationId xmlns:a16="http://schemas.microsoft.com/office/drawing/2014/main" id="{D7B0E779-6D3D-4414-91BB-C1BBE6380DF5}"/>
                  </a:ext>
                </a:extLst>
              </p:cNvPr>
              <p:cNvSpPr>
                <a:spLocks noChangeArrowheads="1"/>
              </p:cNvSpPr>
              <p:nvPr/>
            </p:nvSpPr>
            <p:spPr bwMode="auto">
              <a:xfrm>
                <a:off x="8087109"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5" name="Rectangle 50">
                <a:extLst>
                  <a:ext uri="{FF2B5EF4-FFF2-40B4-BE49-F238E27FC236}">
                    <a16:creationId xmlns:a16="http://schemas.microsoft.com/office/drawing/2014/main" id="{E846AB63-6AAB-4E86-B4BA-7853BD602178}"/>
                  </a:ext>
                </a:extLst>
              </p:cNvPr>
              <p:cNvSpPr>
                <a:spLocks noChangeArrowheads="1"/>
              </p:cNvSpPr>
              <p:nvPr/>
            </p:nvSpPr>
            <p:spPr bwMode="auto">
              <a:xfrm>
                <a:off x="8541372"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6" name="Rectangle 51">
                <a:extLst>
                  <a:ext uri="{FF2B5EF4-FFF2-40B4-BE49-F238E27FC236}">
                    <a16:creationId xmlns:a16="http://schemas.microsoft.com/office/drawing/2014/main" id="{D05AC798-949B-4443-ADBB-917EF526FE1B}"/>
                  </a:ext>
                </a:extLst>
              </p:cNvPr>
              <p:cNvSpPr>
                <a:spLocks noChangeArrowheads="1"/>
              </p:cNvSpPr>
              <p:nvPr/>
            </p:nvSpPr>
            <p:spPr bwMode="auto">
              <a:xfrm>
                <a:off x="8996805"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7" name="Rectangle 52">
                <a:extLst>
                  <a:ext uri="{FF2B5EF4-FFF2-40B4-BE49-F238E27FC236}">
                    <a16:creationId xmlns:a16="http://schemas.microsoft.com/office/drawing/2014/main" id="{8B3E2107-60AF-4064-A551-A333E6249CE7}"/>
                  </a:ext>
                </a:extLst>
              </p:cNvPr>
              <p:cNvSpPr>
                <a:spLocks noChangeArrowheads="1"/>
              </p:cNvSpPr>
              <p:nvPr/>
            </p:nvSpPr>
            <p:spPr bwMode="auto">
              <a:xfrm>
                <a:off x="9451068"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8" name="Rectangle 53">
                <a:extLst>
                  <a:ext uri="{FF2B5EF4-FFF2-40B4-BE49-F238E27FC236}">
                    <a16:creationId xmlns:a16="http://schemas.microsoft.com/office/drawing/2014/main" id="{055FD3E8-A340-4393-92E1-4FD68288FDBC}"/>
                  </a:ext>
                </a:extLst>
              </p:cNvPr>
              <p:cNvSpPr>
                <a:spLocks noChangeArrowheads="1"/>
              </p:cNvSpPr>
              <p:nvPr/>
            </p:nvSpPr>
            <p:spPr bwMode="auto">
              <a:xfrm>
                <a:off x="9906501"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9" name="Rectangle 54">
                <a:extLst>
                  <a:ext uri="{FF2B5EF4-FFF2-40B4-BE49-F238E27FC236}">
                    <a16:creationId xmlns:a16="http://schemas.microsoft.com/office/drawing/2014/main" id="{C18C5E0E-D82C-4F82-A0E3-6BE9AAF75E27}"/>
                  </a:ext>
                </a:extLst>
              </p:cNvPr>
              <p:cNvSpPr>
                <a:spLocks noChangeArrowheads="1"/>
              </p:cNvSpPr>
              <p:nvPr/>
            </p:nvSpPr>
            <p:spPr bwMode="auto">
              <a:xfrm>
                <a:off x="10360763"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0" name="Rectangle 55">
                <a:extLst>
                  <a:ext uri="{FF2B5EF4-FFF2-40B4-BE49-F238E27FC236}">
                    <a16:creationId xmlns:a16="http://schemas.microsoft.com/office/drawing/2014/main" id="{677F5FC4-34F3-400A-9970-A7EA63DB4B53}"/>
                  </a:ext>
                </a:extLst>
              </p:cNvPr>
              <p:cNvSpPr>
                <a:spLocks noChangeArrowheads="1"/>
              </p:cNvSpPr>
              <p:nvPr/>
            </p:nvSpPr>
            <p:spPr bwMode="auto">
              <a:xfrm>
                <a:off x="10816197"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1" name="Rectangle 56">
                <a:extLst>
                  <a:ext uri="{FF2B5EF4-FFF2-40B4-BE49-F238E27FC236}">
                    <a16:creationId xmlns:a16="http://schemas.microsoft.com/office/drawing/2014/main" id="{2A4794CF-928E-4F8E-A532-7800E5996BB3}"/>
                  </a:ext>
                </a:extLst>
              </p:cNvPr>
              <p:cNvSpPr>
                <a:spLocks noChangeArrowheads="1"/>
              </p:cNvSpPr>
              <p:nvPr/>
            </p:nvSpPr>
            <p:spPr bwMode="auto">
              <a:xfrm>
                <a:off x="1127046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2" name="Rectangle 57">
                <a:extLst>
                  <a:ext uri="{FF2B5EF4-FFF2-40B4-BE49-F238E27FC236}">
                    <a16:creationId xmlns:a16="http://schemas.microsoft.com/office/drawing/2014/main" id="{E4F63079-D99A-4ECA-AE8B-8E93D4295604}"/>
                  </a:ext>
                </a:extLst>
              </p:cNvPr>
              <p:cNvSpPr>
                <a:spLocks noChangeArrowheads="1"/>
              </p:cNvSpPr>
              <p:nvPr/>
            </p:nvSpPr>
            <p:spPr bwMode="auto">
              <a:xfrm>
                <a:off x="1172589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3" name="Group 22">
              <a:extLst>
                <a:ext uri="{FF2B5EF4-FFF2-40B4-BE49-F238E27FC236}">
                  <a16:creationId xmlns:a16="http://schemas.microsoft.com/office/drawing/2014/main" id="{8F81BE07-E676-45EB-9AFA-7BF1FBB657A2}"/>
                </a:ext>
              </a:extLst>
            </p:cNvPr>
            <p:cNvGrpSpPr/>
            <p:nvPr/>
          </p:nvGrpSpPr>
          <p:grpSpPr>
            <a:xfrm>
              <a:off x="354110" y="5895731"/>
              <a:ext cx="11480604" cy="109990"/>
              <a:chOff x="354110" y="5903678"/>
              <a:chExt cx="11480604" cy="109990"/>
            </a:xfrm>
            <a:grpFill/>
          </p:grpSpPr>
          <p:sp>
            <p:nvSpPr>
              <p:cNvPr id="51" name="Rectangle 59">
                <a:extLst>
                  <a:ext uri="{FF2B5EF4-FFF2-40B4-BE49-F238E27FC236}">
                    <a16:creationId xmlns:a16="http://schemas.microsoft.com/office/drawing/2014/main" id="{90F41A19-F592-419E-BB70-0A26A5A2C993}"/>
                  </a:ext>
                </a:extLst>
              </p:cNvPr>
              <p:cNvSpPr>
                <a:spLocks noChangeArrowheads="1"/>
              </p:cNvSpPr>
              <p:nvPr/>
            </p:nvSpPr>
            <p:spPr bwMode="auto">
              <a:xfrm>
                <a:off x="35411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 name="Rectangle 60">
                <a:extLst>
                  <a:ext uri="{FF2B5EF4-FFF2-40B4-BE49-F238E27FC236}">
                    <a16:creationId xmlns:a16="http://schemas.microsoft.com/office/drawing/2014/main" id="{1469FDD4-E3FD-413E-AE75-22EE1F631B63}"/>
                  </a:ext>
                </a:extLst>
              </p:cNvPr>
              <p:cNvSpPr>
                <a:spLocks noChangeArrowheads="1"/>
              </p:cNvSpPr>
              <p:nvPr/>
            </p:nvSpPr>
            <p:spPr bwMode="auto">
              <a:xfrm>
                <a:off x="80954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 name="Rectangle 61">
                <a:extLst>
                  <a:ext uri="{FF2B5EF4-FFF2-40B4-BE49-F238E27FC236}">
                    <a16:creationId xmlns:a16="http://schemas.microsoft.com/office/drawing/2014/main" id="{FE475E5D-8646-4FC9-BFFB-619E2D0E25ED}"/>
                  </a:ext>
                </a:extLst>
              </p:cNvPr>
              <p:cNvSpPr>
                <a:spLocks noChangeArrowheads="1"/>
              </p:cNvSpPr>
              <p:nvPr/>
            </p:nvSpPr>
            <p:spPr bwMode="auto">
              <a:xfrm>
                <a:off x="126380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 name="Rectangle 62">
                <a:extLst>
                  <a:ext uri="{FF2B5EF4-FFF2-40B4-BE49-F238E27FC236}">
                    <a16:creationId xmlns:a16="http://schemas.microsoft.com/office/drawing/2014/main" id="{3D36A72E-C554-4C3C-9B1B-6CB10E5F62BE}"/>
                  </a:ext>
                </a:extLst>
              </p:cNvPr>
              <p:cNvSpPr>
                <a:spLocks noChangeArrowheads="1"/>
              </p:cNvSpPr>
              <p:nvPr/>
            </p:nvSpPr>
            <p:spPr bwMode="auto">
              <a:xfrm>
                <a:off x="171923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 name="Rectangle 63">
                <a:extLst>
                  <a:ext uri="{FF2B5EF4-FFF2-40B4-BE49-F238E27FC236}">
                    <a16:creationId xmlns:a16="http://schemas.microsoft.com/office/drawing/2014/main" id="{7A4E6F93-4FD1-43BD-92BD-564F60D0B6DD}"/>
                  </a:ext>
                </a:extLst>
              </p:cNvPr>
              <p:cNvSpPr>
                <a:spLocks noChangeArrowheads="1"/>
              </p:cNvSpPr>
              <p:nvPr/>
            </p:nvSpPr>
            <p:spPr bwMode="auto">
              <a:xfrm>
                <a:off x="217350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 name="Rectangle 64">
                <a:extLst>
                  <a:ext uri="{FF2B5EF4-FFF2-40B4-BE49-F238E27FC236}">
                    <a16:creationId xmlns:a16="http://schemas.microsoft.com/office/drawing/2014/main" id="{91390BA3-956A-4FEA-961B-6154DE6FB764}"/>
                  </a:ext>
                </a:extLst>
              </p:cNvPr>
              <p:cNvSpPr>
                <a:spLocks noChangeArrowheads="1"/>
              </p:cNvSpPr>
              <p:nvPr/>
            </p:nvSpPr>
            <p:spPr bwMode="auto">
              <a:xfrm>
                <a:off x="262893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 name="Rectangle 65">
                <a:extLst>
                  <a:ext uri="{FF2B5EF4-FFF2-40B4-BE49-F238E27FC236}">
                    <a16:creationId xmlns:a16="http://schemas.microsoft.com/office/drawing/2014/main" id="{3BDA4482-76BD-4B95-9A99-C9D97E68F675}"/>
                  </a:ext>
                </a:extLst>
              </p:cNvPr>
              <p:cNvSpPr>
                <a:spLocks noChangeArrowheads="1"/>
              </p:cNvSpPr>
              <p:nvPr/>
            </p:nvSpPr>
            <p:spPr bwMode="auto">
              <a:xfrm>
                <a:off x="3083197"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 name="Rectangle 66">
                <a:extLst>
                  <a:ext uri="{FF2B5EF4-FFF2-40B4-BE49-F238E27FC236}">
                    <a16:creationId xmlns:a16="http://schemas.microsoft.com/office/drawing/2014/main" id="{7C89DCF1-7783-4715-A5F6-F69C325A84FE}"/>
                  </a:ext>
                </a:extLst>
              </p:cNvPr>
              <p:cNvSpPr>
                <a:spLocks noChangeArrowheads="1"/>
              </p:cNvSpPr>
              <p:nvPr/>
            </p:nvSpPr>
            <p:spPr bwMode="auto">
              <a:xfrm>
                <a:off x="3538630"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 name="Rectangle 67">
                <a:extLst>
                  <a:ext uri="{FF2B5EF4-FFF2-40B4-BE49-F238E27FC236}">
                    <a16:creationId xmlns:a16="http://schemas.microsoft.com/office/drawing/2014/main" id="{C358A697-8E33-4B4A-8E88-7C19923AD434}"/>
                  </a:ext>
                </a:extLst>
              </p:cNvPr>
              <p:cNvSpPr>
                <a:spLocks noChangeArrowheads="1"/>
              </p:cNvSpPr>
              <p:nvPr/>
            </p:nvSpPr>
            <p:spPr bwMode="auto">
              <a:xfrm>
                <a:off x="399289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 name="Rectangle 68">
                <a:extLst>
                  <a:ext uri="{FF2B5EF4-FFF2-40B4-BE49-F238E27FC236}">
                    <a16:creationId xmlns:a16="http://schemas.microsoft.com/office/drawing/2014/main" id="{8716A687-A14A-4B91-AB47-EC1722AF30AA}"/>
                  </a:ext>
                </a:extLst>
              </p:cNvPr>
              <p:cNvSpPr>
                <a:spLocks noChangeArrowheads="1"/>
              </p:cNvSpPr>
              <p:nvPr/>
            </p:nvSpPr>
            <p:spPr bwMode="auto">
              <a:xfrm>
                <a:off x="4448326"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 name="Rectangle 69">
                <a:extLst>
                  <a:ext uri="{FF2B5EF4-FFF2-40B4-BE49-F238E27FC236}">
                    <a16:creationId xmlns:a16="http://schemas.microsoft.com/office/drawing/2014/main" id="{3597BC4D-A8AB-476D-A463-DDA92D6194C6}"/>
                  </a:ext>
                </a:extLst>
              </p:cNvPr>
              <p:cNvSpPr>
                <a:spLocks noChangeArrowheads="1"/>
              </p:cNvSpPr>
              <p:nvPr/>
            </p:nvSpPr>
            <p:spPr bwMode="auto">
              <a:xfrm>
                <a:off x="4902589"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 name="Rectangle 70">
                <a:extLst>
                  <a:ext uri="{FF2B5EF4-FFF2-40B4-BE49-F238E27FC236}">
                    <a16:creationId xmlns:a16="http://schemas.microsoft.com/office/drawing/2014/main" id="{3D5FE933-374E-4D22-95B5-F8B154CFC294}"/>
                  </a:ext>
                </a:extLst>
              </p:cNvPr>
              <p:cNvSpPr>
                <a:spLocks noChangeArrowheads="1"/>
              </p:cNvSpPr>
              <p:nvPr/>
            </p:nvSpPr>
            <p:spPr bwMode="auto">
              <a:xfrm>
                <a:off x="535802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 name="Rectangle 71">
                <a:extLst>
                  <a:ext uri="{FF2B5EF4-FFF2-40B4-BE49-F238E27FC236}">
                    <a16:creationId xmlns:a16="http://schemas.microsoft.com/office/drawing/2014/main" id="{4DA4C424-BC57-46B1-8A19-98F4A1F4BC56}"/>
                  </a:ext>
                </a:extLst>
              </p:cNvPr>
              <p:cNvSpPr>
                <a:spLocks noChangeArrowheads="1"/>
              </p:cNvSpPr>
              <p:nvPr/>
            </p:nvSpPr>
            <p:spPr bwMode="auto">
              <a:xfrm>
                <a:off x="581228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 name="Rectangle 72">
                <a:extLst>
                  <a:ext uri="{FF2B5EF4-FFF2-40B4-BE49-F238E27FC236}">
                    <a16:creationId xmlns:a16="http://schemas.microsoft.com/office/drawing/2014/main" id="{8072EEA5-91EE-47E9-9C82-96966E37CB87}"/>
                  </a:ext>
                </a:extLst>
              </p:cNvPr>
              <p:cNvSpPr>
                <a:spLocks noChangeArrowheads="1"/>
              </p:cNvSpPr>
              <p:nvPr/>
            </p:nvSpPr>
            <p:spPr bwMode="auto">
              <a:xfrm>
                <a:off x="626771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 name="Rectangle 73">
                <a:extLst>
                  <a:ext uri="{FF2B5EF4-FFF2-40B4-BE49-F238E27FC236}">
                    <a16:creationId xmlns:a16="http://schemas.microsoft.com/office/drawing/2014/main" id="{D2366CD8-B517-40C0-8E52-217CE8F16474}"/>
                  </a:ext>
                </a:extLst>
              </p:cNvPr>
              <p:cNvSpPr>
                <a:spLocks noChangeArrowheads="1"/>
              </p:cNvSpPr>
              <p:nvPr/>
            </p:nvSpPr>
            <p:spPr bwMode="auto">
              <a:xfrm>
                <a:off x="672198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 name="Rectangle 74">
                <a:extLst>
                  <a:ext uri="{FF2B5EF4-FFF2-40B4-BE49-F238E27FC236}">
                    <a16:creationId xmlns:a16="http://schemas.microsoft.com/office/drawing/2014/main" id="{2739573F-C01A-4A42-BDB4-F8717CD6555C}"/>
                  </a:ext>
                </a:extLst>
              </p:cNvPr>
              <p:cNvSpPr>
                <a:spLocks noChangeArrowheads="1"/>
              </p:cNvSpPr>
              <p:nvPr/>
            </p:nvSpPr>
            <p:spPr bwMode="auto">
              <a:xfrm>
                <a:off x="717741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 name="Rectangle 75">
                <a:extLst>
                  <a:ext uri="{FF2B5EF4-FFF2-40B4-BE49-F238E27FC236}">
                    <a16:creationId xmlns:a16="http://schemas.microsoft.com/office/drawing/2014/main" id="{94A56444-668B-41B0-8986-65EB2B4A3200}"/>
                  </a:ext>
                </a:extLst>
              </p:cNvPr>
              <p:cNvSpPr>
                <a:spLocks noChangeArrowheads="1"/>
              </p:cNvSpPr>
              <p:nvPr/>
            </p:nvSpPr>
            <p:spPr bwMode="auto">
              <a:xfrm>
                <a:off x="7631676"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 name="Rectangle 76">
                <a:extLst>
                  <a:ext uri="{FF2B5EF4-FFF2-40B4-BE49-F238E27FC236}">
                    <a16:creationId xmlns:a16="http://schemas.microsoft.com/office/drawing/2014/main" id="{B2CFF404-368E-4A76-A2CA-471611869B48}"/>
                  </a:ext>
                </a:extLst>
              </p:cNvPr>
              <p:cNvSpPr>
                <a:spLocks noChangeArrowheads="1"/>
              </p:cNvSpPr>
              <p:nvPr/>
            </p:nvSpPr>
            <p:spPr bwMode="auto">
              <a:xfrm>
                <a:off x="808710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 name="Rectangle 77">
                <a:extLst>
                  <a:ext uri="{FF2B5EF4-FFF2-40B4-BE49-F238E27FC236}">
                    <a16:creationId xmlns:a16="http://schemas.microsoft.com/office/drawing/2014/main" id="{3B1857CC-9DC7-43E3-98B6-0DCBB2DC18B3}"/>
                  </a:ext>
                </a:extLst>
              </p:cNvPr>
              <p:cNvSpPr>
                <a:spLocks noChangeArrowheads="1"/>
              </p:cNvSpPr>
              <p:nvPr/>
            </p:nvSpPr>
            <p:spPr bwMode="auto">
              <a:xfrm>
                <a:off x="854137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 name="Rectangle 78">
                <a:extLst>
                  <a:ext uri="{FF2B5EF4-FFF2-40B4-BE49-F238E27FC236}">
                    <a16:creationId xmlns:a16="http://schemas.microsoft.com/office/drawing/2014/main" id="{13C3C468-F3E2-4B75-BB66-184F85DD01B0}"/>
                  </a:ext>
                </a:extLst>
              </p:cNvPr>
              <p:cNvSpPr>
                <a:spLocks noChangeArrowheads="1"/>
              </p:cNvSpPr>
              <p:nvPr/>
            </p:nvSpPr>
            <p:spPr bwMode="auto">
              <a:xfrm>
                <a:off x="8996805"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 name="Rectangle 79">
                <a:extLst>
                  <a:ext uri="{FF2B5EF4-FFF2-40B4-BE49-F238E27FC236}">
                    <a16:creationId xmlns:a16="http://schemas.microsoft.com/office/drawing/2014/main" id="{1A0E9336-6E7F-4174-BB8B-7B675743AA41}"/>
                  </a:ext>
                </a:extLst>
              </p:cNvPr>
              <p:cNvSpPr>
                <a:spLocks noChangeArrowheads="1"/>
              </p:cNvSpPr>
              <p:nvPr/>
            </p:nvSpPr>
            <p:spPr bwMode="auto">
              <a:xfrm>
                <a:off x="9451068"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 name="Rectangle 80">
                <a:extLst>
                  <a:ext uri="{FF2B5EF4-FFF2-40B4-BE49-F238E27FC236}">
                    <a16:creationId xmlns:a16="http://schemas.microsoft.com/office/drawing/2014/main" id="{1AB6293C-8454-4149-8126-EFE23BCE434D}"/>
                  </a:ext>
                </a:extLst>
              </p:cNvPr>
              <p:cNvSpPr>
                <a:spLocks noChangeArrowheads="1"/>
              </p:cNvSpPr>
              <p:nvPr/>
            </p:nvSpPr>
            <p:spPr bwMode="auto">
              <a:xfrm>
                <a:off x="9906501"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 name="Rectangle 81">
                <a:extLst>
                  <a:ext uri="{FF2B5EF4-FFF2-40B4-BE49-F238E27FC236}">
                    <a16:creationId xmlns:a16="http://schemas.microsoft.com/office/drawing/2014/main" id="{BAE4953B-46B2-4552-8D6A-C67D4FCB3D6C}"/>
                  </a:ext>
                </a:extLst>
              </p:cNvPr>
              <p:cNvSpPr>
                <a:spLocks noChangeArrowheads="1"/>
              </p:cNvSpPr>
              <p:nvPr/>
            </p:nvSpPr>
            <p:spPr bwMode="auto">
              <a:xfrm>
                <a:off x="1036076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 name="Rectangle 82">
                <a:extLst>
                  <a:ext uri="{FF2B5EF4-FFF2-40B4-BE49-F238E27FC236}">
                    <a16:creationId xmlns:a16="http://schemas.microsoft.com/office/drawing/2014/main" id="{40C5CC0E-449E-4E60-822F-5A4AB69E541C}"/>
                  </a:ext>
                </a:extLst>
              </p:cNvPr>
              <p:cNvSpPr>
                <a:spLocks noChangeArrowheads="1"/>
              </p:cNvSpPr>
              <p:nvPr/>
            </p:nvSpPr>
            <p:spPr bwMode="auto">
              <a:xfrm>
                <a:off x="1081619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 name="Rectangle 83">
                <a:extLst>
                  <a:ext uri="{FF2B5EF4-FFF2-40B4-BE49-F238E27FC236}">
                    <a16:creationId xmlns:a16="http://schemas.microsoft.com/office/drawing/2014/main" id="{B2688373-3DD7-4956-8759-7CB2AF735B51}"/>
                  </a:ext>
                </a:extLst>
              </p:cNvPr>
              <p:cNvSpPr>
                <a:spLocks noChangeArrowheads="1"/>
              </p:cNvSpPr>
              <p:nvPr/>
            </p:nvSpPr>
            <p:spPr bwMode="auto">
              <a:xfrm>
                <a:off x="1127046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 name="Rectangle 84">
                <a:extLst>
                  <a:ext uri="{FF2B5EF4-FFF2-40B4-BE49-F238E27FC236}">
                    <a16:creationId xmlns:a16="http://schemas.microsoft.com/office/drawing/2014/main" id="{50B8E454-F10F-456B-81ED-301B191CA48D}"/>
                  </a:ext>
                </a:extLst>
              </p:cNvPr>
              <p:cNvSpPr>
                <a:spLocks noChangeArrowheads="1"/>
              </p:cNvSpPr>
              <p:nvPr/>
            </p:nvSpPr>
            <p:spPr bwMode="auto">
              <a:xfrm>
                <a:off x="1172589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4" name="Group 23">
              <a:extLst>
                <a:ext uri="{FF2B5EF4-FFF2-40B4-BE49-F238E27FC236}">
                  <a16:creationId xmlns:a16="http://schemas.microsoft.com/office/drawing/2014/main" id="{960ABA5C-8D36-4AAD-9494-669B8A3E9E86}"/>
                </a:ext>
              </a:extLst>
            </p:cNvPr>
            <p:cNvGrpSpPr/>
            <p:nvPr/>
          </p:nvGrpSpPr>
          <p:grpSpPr>
            <a:xfrm>
              <a:off x="354110" y="6402442"/>
              <a:ext cx="11480604" cy="109990"/>
              <a:chOff x="354110" y="5903678"/>
              <a:chExt cx="11480604" cy="109990"/>
            </a:xfrm>
            <a:grpFill/>
          </p:grpSpPr>
          <p:sp>
            <p:nvSpPr>
              <p:cNvPr id="25" name="Rectangle 59">
                <a:extLst>
                  <a:ext uri="{FF2B5EF4-FFF2-40B4-BE49-F238E27FC236}">
                    <a16:creationId xmlns:a16="http://schemas.microsoft.com/office/drawing/2014/main" id="{9006E5F9-87EA-4BFF-AC26-08D7B4E65589}"/>
                  </a:ext>
                </a:extLst>
              </p:cNvPr>
              <p:cNvSpPr>
                <a:spLocks noChangeArrowheads="1"/>
              </p:cNvSpPr>
              <p:nvPr/>
            </p:nvSpPr>
            <p:spPr bwMode="auto">
              <a:xfrm>
                <a:off x="35411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 name="Rectangle 60">
                <a:extLst>
                  <a:ext uri="{FF2B5EF4-FFF2-40B4-BE49-F238E27FC236}">
                    <a16:creationId xmlns:a16="http://schemas.microsoft.com/office/drawing/2014/main" id="{40F26277-619B-41A3-9D5F-A02E6914E16A}"/>
                  </a:ext>
                </a:extLst>
              </p:cNvPr>
              <p:cNvSpPr>
                <a:spLocks noChangeArrowheads="1"/>
              </p:cNvSpPr>
              <p:nvPr/>
            </p:nvSpPr>
            <p:spPr bwMode="auto">
              <a:xfrm>
                <a:off x="80954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 name="Rectangle 61">
                <a:extLst>
                  <a:ext uri="{FF2B5EF4-FFF2-40B4-BE49-F238E27FC236}">
                    <a16:creationId xmlns:a16="http://schemas.microsoft.com/office/drawing/2014/main" id="{23DB5C85-827B-49AF-BC96-24E7ABDAD9B3}"/>
                  </a:ext>
                </a:extLst>
              </p:cNvPr>
              <p:cNvSpPr>
                <a:spLocks noChangeArrowheads="1"/>
              </p:cNvSpPr>
              <p:nvPr/>
            </p:nvSpPr>
            <p:spPr bwMode="auto">
              <a:xfrm>
                <a:off x="126380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 name="Rectangle 62">
                <a:extLst>
                  <a:ext uri="{FF2B5EF4-FFF2-40B4-BE49-F238E27FC236}">
                    <a16:creationId xmlns:a16="http://schemas.microsoft.com/office/drawing/2014/main" id="{847A0A99-2056-4E0E-8A5A-2CBCA33AFFD3}"/>
                  </a:ext>
                </a:extLst>
              </p:cNvPr>
              <p:cNvSpPr>
                <a:spLocks noChangeArrowheads="1"/>
              </p:cNvSpPr>
              <p:nvPr/>
            </p:nvSpPr>
            <p:spPr bwMode="auto">
              <a:xfrm>
                <a:off x="171923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 name="Rectangle 63">
                <a:extLst>
                  <a:ext uri="{FF2B5EF4-FFF2-40B4-BE49-F238E27FC236}">
                    <a16:creationId xmlns:a16="http://schemas.microsoft.com/office/drawing/2014/main" id="{5474EE8D-D88A-47FF-9107-09082030E050}"/>
                  </a:ext>
                </a:extLst>
              </p:cNvPr>
              <p:cNvSpPr>
                <a:spLocks noChangeArrowheads="1"/>
              </p:cNvSpPr>
              <p:nvPr/>
            </p:nvSpPr>
            <p:spPr bwMode="auto">
              <a:xfrm>
                <a:off x="217350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 name="Rectangle 64">
                <a:extLst>
                  <a:ext uri="{FF2B5EF4-FFF2-40B4-BE49-F238E27FC236}">
                    <a16:creationId xmlns:a16="http://schemas.microsoft.com/office/drawing/2014/main" id="{0EC4B1DB-FB22-4303-B2D7-5E60C557A837}"/>
                  </a:ext>
                </a:extLst>
              </p:cNvPr>
              <p:cNvSpPr>
                <a:spLocks noChangeArrowheads="1"/>
              </p:cNvSpPr>
              <p:nvPr/>
            </p:nvSpPr>
            <p:spPr bwMode="auto">
              <a:xfrm>
                <a:off x="262893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 name="Rectangle 65">
                <a:extLst>
                  <a:ext uri="{FF2B5EF4-FFF2-40B4-BE49-F238E27FC236}">
                    <a16:creationId xmlns:a16="http://schemas.microsoft.com/office/drawing/2014/main" id="{B5127279-9249-47F2-8A42-1F7F68517E9D}"/>
                  </a:ext>
                </a:extLst>
              </p:cNvPr>
              <p:cNvSpPr>
                <a:spLocks noChangeArrowheads="1"/>
              </p:cNvSpPr>
              <p:nvPr/>
            </p:nvSpPr>
            <p:spPr bwMode="auto">
              <a:xfrm>
                <a:off x="3083197"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 name="Rectangle 66">
                <a:extLst>
                  <a:ext uri="{FF2B5EF4-FFF2-40B4-BE49-F238E27FC236}">
                    <a16:creationId xmlns:a16="http://schemas.microsoft.com/office/drawing/2014/main" id="{4BE3E747-CD2D-4EA9-8A1C-AFC94F640398}"/>
                  </a:ext>
                </a:extLst>
              </p:cNvPr>
              <p:cNvSpPr>
                <a:spLocks noChangeArrowheads="1"/>
              </p:cNvSpPr>
              <p:nvPr/>
            </p:nvSpPr>
            <p:spPr bwMode="auto">
              <a:xfrm>
                <a:off x="3538630"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 name="Rectangle 67">
                <a:extLst>
                  <a:ext uri="{FF2B5EF4-FFF2-40B4-BE49-F238E27FC236}">
                    <a16:creationId xmlns:a16="http://schemas.microsoft.com/office/drawing/2014/main" id="{844450CC-44D2-4CFB-9D82-BA80F0CA0E8F}"/>
                  </a:ext>
                </a:extLst>
              </p:cNvPr>
              <p:cNvSpPr>
                <a:spLocks noChangeArrowheads="1"/>
              </p:cNvSpPr>
              <p:nvPr/>
            </p:nvSpPr>
            <p:spPr bwMode="auto">
              <a:xfrm>
                <a:off x="399289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 name="Rectangle 68">
                <a:extLst>
                  <a:ext uri="{FF2B5EF4-FFF2-40B4-BE49-F238E27FC236}">
                    <a16:creationId xmlns:a16="http://schemas.microsoft.com/office/drawing/2014/main" id="{56C9C6B8-074B-4807-A953-D5D69AEE2FA6}"/>
                  </a:ext>
                </a:extLst>
              </p:cNvPr>
              <p:cNvSpPr>
                <a:spLocks noChangeArrowheads="1"/>
              </p:cNvSpPr>
              <p:nvPr/>
            </p:nvSpPr>
            <p:spPr bwMode="auto">
              <a:xfrm>
                <a:off x="4448326"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 name="Rectangle 69">
                <a:extLst>
                  <a:ext uri="{FF2B5EF4-FFF2-40B4-BE49-F238E27FC236}">
                    <a16:creationId xmlns:a16="http://schemas.microsoft.com/office/drawing/2014/main" id="{55A940DF-BE4B-4046-BF7D-7BBB8316FF86}"/>
                  </a:ext>
                </a:extLst>
              </p:cNvPr>
              <p:cNvSpPr>
                <a:spLocks noChangeArrowheads="1"/>
              </p:cNvSpPr>
              <p:nvPr/>
            </p:nvSpPr>
            <p:spPr bwMode="auto">
              <a:xfrm>
                <a:off x="4902589"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 name="Rectangle 70">
                <a:extLst>
                  <a:ext uri="{FF2B5EF4-FFF2-40B4-BE49-F238E27FC236}">
                    <a16:creationId xmlns:a16="http://schemas.microsoft.com/office/drawing/2014/main" id="{79FECFE2-55AB-4195-B4F2-F1831B090139}"/>
                  </a:ext>
                </a:extLst>
              </p:cNvPr>
              <p:cNvSpPr>
                <a:spLocks noChangeArrowheads="1"/>
              </p:cNvSpPr>
              <p:nvPr/>
            </p:nvSpPr>
            <p:spPr bwMode="auto">
              <a:xfrm>
                <a:off x="535802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 name="Rectangle 71">
                <a:extLst>
                  <a:ext uri="{FF2B5EF4-FFF2-40B4-BE49-F238E27FC236}">
                    <a16:creationId xmlns:a16="http://schemas.microsoft.com/office/drawing/2014/main" id="{F78BF45E-3F1B-4CCF-AB55-6AACA1D79688}"/>
                  </a:ext>
                </a:extLst>
              </p:cNvPr>
              <p:cNvSpPr>
                <a:spLocks noChangeArrowheads="1"/>
              </p:cNvSpPr>
              <p:nvPr/>
            </p:nvSpPr>
            <p:spPr bwMode="auto">
              <a:xfrm>
                <a:off x="581228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 name="Rectangle 72">
                <a:extLst>
                  <a:ext uri="{FF2B5EF4-FFF2-40B4-BE49-F238E27FC236}">
                    <a16:creationId xmlns:a16="http://schemas.microsoft.com/office/drawing/2014/main" id="{CEAEA0D2-DAF5-42AD-824D-BF0A0786ACDB}"/>
                  </a:ext>
                </a:extLst>
              </p:cNvPr>
              <p:cNvSpPr>
                <a:spLocks noChangeArrowheads="1"/>
              </p:cNvSpPr>
              <p:nvPr/>
            </p:nvSpPr>
            <p:spPr bwMode="auto">
              <a:xfrm>
                <a:off x="626771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 name="Rectangle 73">
                <a:extLst>
                  <a:ext uri="{FF2B5EF4-FFF2-40B4-BE49-F238E27FC236}">
                    <a16:creationId xmlns:a16="http://schemas.microsoft.com/office/drawing/2014/main" id="{2616B93B-15A3-4A25-B322-A4A334791D48}"/>
                  </a:ext>
                </a:extLst>
              </p:cNvPr>
              <p:cNvSpPr>
                <a:spLocks noChangeArrowheads="1"/>
              </p:cNvSpPr>
              <p:nvPr/>
            </p:nvSpPr>
            <p:spPr bwMode="auto">
              <a:xfrm>
                <a:off x="672198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 name="Rectangle 74">
                <a:extLst>
                  <a:ext uri="{FF2B5EF4-FFF2-40B4-BE49-F238E27FC236}">
                    <a16:creationId xmlns:a16="http://schemas.microsoft.com/office/drawing/2014/main" id="{26C24972-CC21-4F79-908A-8F7EEF3C3BF9}"/>
                  </a:ext>
                </a:extLst>
              </p:cNvPr>
              <p:cNvSpPr>
                <a:spLocks noChangeArrowheads="1"/>
              </p:cNvSpPr>
              <p:nvPr/>
            </p:nvSpPr>
            <p:spPr bwMode="auto">
              <a:xfrm>
                <a:off x="717741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 name="Rectangle 75">
                <a:extLst>
                  <a:ext uri="{FF2B5EF4-FFF2-40B4-BE49-F238E27FC236}">
                    <a16:creationId xmlns:a16="http://schemas.microsoft.com/office/drawing/2014/main" id="{FD7C3FD5-0F89-4B6D-AC87-8001A0810CFA}"/>
                  </a:ext>
                </a:extLst>
              </p:cNvPr>
              <p:cNvSpPr>
                <a:spLocks noChangeArrowheads="1"/>
              </p:cNvSpPr>
              <p:nvPr/>
            </p:nvSpPr>
            <p:spPr bwMode="auto">
              <a:xfrm>
                <a:off x="7631676"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 name="Rectangle 76">
                <a:extLst>
                  <a:ext uri="{FF2B5EF4-FFF2-40B4-BE49-F238E27FC236}">
                    <a16:creationId xmlns:a16="http://schemas.microsoft.com/office/drawing/2014/main" id="{B03C108E-68F6-4221-BC40-C5E3C190447E}"/>
                  </a:ext>
                </a:extLst>
              </p:cNvPr>
              <p:cNvSpPr>
                <a:spLocks noChangeArrowheads="1"/>
              </p:cNvSpPr>
              <p:nvPr/>
            </p:nvSpPr>
            <p:spPr bwMode="auto">
              <a:xfrm>
                <a:off x="808710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 name="Rectangle 77">
                <a:extLst>
                  <a:ext uri="{FF2B5EF4-FFF2-40B4-BE49-F238E27FC236}">
                    <a16:creationId xmlns:a16="http://schemas.microsoft.com/office/drawing/2014/main" id="{AEE8C851-520C-4A98-839F-17DEECB4C1ED}"/>
                  </a:ext>
                </a:extLst>
              </p:cNvPr>
              <p:cNvSpPr>
                <a:spLocks noChangeArrowheads="1"/>
              </p:cNvSpPr>
              <p:nvPr/>
            </p:nvSpPr>
            <p:spPr bwMode="auto">
              <a:xfrm>
                <a:off x="854137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 name="Rectangle 78">
                <a:extLst>
                  <a:ext uri="{FF2B5EF4-FFF2-40B4-BE49-F238E27FC236}">
                    <a16:creationId xmlns:a16="http://schemas.microsoft.com/office/drawing/2014/main" id="{64CDD37E-8761-499B-B591-D1B68A0C6023}"/>
                  </a:ext>
                </a:extLst>
              </p:cNvPr>
              <p:cNvSpPr>
                <a:spLocks noChangeArrowheads="1"/>
              </p:cNvSpPr>
              <p:nvPr/>
            </p:nvSpPr>
            <p:spPr bwMode="auto">
              <a:xfrm>
                <a:off x="8996805"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 name="Rectangle 79">
                <a:extLst>
                  <a:ext uri="{FF2B5EF4-FFF2-40B4-BE49-F238E27FC236}">
                    <a16:creationId xmlns:a16="http://schemas.microsoft.com/office/drawing/2014/main" id="{CF1D9CFA-A92A-4012-8DBE-A1AFE416C0D8}"/>
                  </a:ext>
                </a:extLst>
              </p:cNvPr>
              <p:cNvSpPr>
                <a:spLocks noChangeArrowheads="1"/>
              </p:cNvSpPr>
              <p:nvPr/>
            </p:nvSpPr>
            <p:spPr bwMode="auto">
              <a:xfrm>
                <a:off x="9451068"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 name="Rectangle 80">
                <a:extLst>
                  <a:ext uri="{FF2B5EF4-FFF2-40B4-BE49-F238E27FC236}">
                    <a16:creationId xmlns:a16="http://schemas.microsoft.com/office/drawing/2014/main" id="{5B28FF0B-0B00-4C89-9B32-5FCEE8CF723B}"/>
                  </a:ext>
                </a:extLst>
              </p:cNvPr>
              <p:cNvSpPr>
                <a:spLocks noChangeArrowheads="1"/>
              </p:cNvSpPr>
              <p:nvPr/>
            </p:nvSpPr>
            <p:spPr bwMode="auto">
              <a:xfrm>
                <a:off x="9906501"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 name="Rectangle 81">
                <a:extLst>
                  <a:ext uri="{FF2B5EF4-FFF2-40B4-BE49-F238E27FC236}">
                    <a16:creationId xmlns:a16="http://schemas.microsoft.com/office/drawing/2014/main" id="{3F39461F-D7C3-4741-A3BF-B2B81AC1BD42}"/>
                  </a:ext>
                </a:extLst>
              </p:cNvPr>
              <p:cNvSpPr>
                <a:spLocks noChangeArrowheads="1"/>
              </p:cNvSpPr>
              <p:nvPr/>
            </p:nvSpPr>
            <p:spPr bwMode="auto">
              <a:xfrm>
                <a:off x="1036076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 name="Rectangle 82">
                <a:extLst>
                  <a:ext uri="{FF2B5EF4-FFF2-40B4-BE49-F238E27FC236}">
                    <a16:creationId xmlns:a16="http://schemas.microsoft.com/office/drawing/2014/main" id="{B209DBFB-FB6A-41D4-B8FD-371C1627C2D7}"/>
                  </a:ext>
                </a:extLst>
              </p:cNvPr>
              <p:cNvSpPr>
                <a:spLocks noChangeArrowheads="1"/>
              </p:cNvSpPr>
              <p:nvPr/>
            </p:nvSpPr>
            <p:spPr bwMode="auto">
              <a:xfrm>
                <a:off x="1081619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 name="Rectangle 83">
                <a:extLst>
                  <a:ext uri="{FF2B5EF4-FFF2-40B4-BE49-F238E27FC236}">
                    <a16:creationId xmlns:a16="http://schemas.microsoft.com/office/drawing/2014/main" id="{9851ABD3-4B24-43E9-8246-B439DE289025}"/>
                  </a:ext>
                </a:extLst>
              </p:cNvPr>
              <p:cNvSpPr>
                <a:spLocks noChangeArrowheads="1"/>
              </p:cNvSpPr>
              <p:nvPr/>
            </p:nvSpPr>
            <p:spPr bwMode="auto">
              <a:xfrm>
                <a:off x="1127046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 name="Rectangle 84">
                <a:extLst>
                  <a:ext uri="{FF2B5EF4-FFF2-40B4-BE49-F238E27FC236}">
                    <a16:creationId xmlns:a16="http://schemas.microsoft.com/office/drawing/2014/main" id="{C66181AB-B727-41A6-A789-CF6AAB6890A6}"/>
                  </a:ext>
                </a:extLst>
              </p:cNvPr>
              <p:cNvSpPr>
                <a:spLocks noChangeArrowheads="1"/>
              </p:cNvSpPr>
              <p:nvPr/>
            </p:nvSpPr>
            <p:spPr bwMode="auto">
              <a:xfrm>
                <a:off x="1172589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sp>
        <p:nvSpPr>
          <p:cNvPr id="2" name="Date Placeholder 1"/>
          <p:cNvSpPr>
            <a:spLocks noGrp="1"/>
          </p:cNvSpPr>
          <p:nvPr>
            <p:ph type="dt" sz="half" idx="10"/>
          </p:nvPr>
        </p:nvSpPr>
        <p:spPr/>
        <p:txBody>
          <a:bodyPr/>
          <a:lstStyle/>
          <a:p>
            <a:fld id="{425404F2-BE9A-4460-8815-8F645183555F}" type="datetimeFigureOut">
              <a:rPr lang="en-US" smtClean="0"/>
              <a:pPr/>
              <a:t>9/4/2025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lvl1pPr>
              <a:defRPr/>
            </a:lvl1pPr>
          </a:lstStyle>
          <a:p>
            <a:r>
              <a:rPr lang="en-US" dirty="0"/>
              <a:t>www.anubhavtrainings.com</a:t>
            </a:r>
          </a:p>
        </p:txBody>
      </p:sp>
      <p:sp>
        <p:nvSpPr>
          <p:cNvPr id="10" name="Picture Placeholder 9">
            <a:extLst>
              <a:ext uri="{FF2B5EF4-FFF2-40B4-BE49-F238E27FC236}">
                <a16:creationId xmlns:a16="http://schemas.microsoft.com/office/drawing/2014/main" id="{08ACDF83-3992-49FB-93C3-FD7BBB55C915}"/>
              </a:ext>
            </a:extLst>
          </p:cNvPr>
          <p:cNvSpPr>
            <a:spLocks noGrp="1"/>
          </p:cNvSpPr>
          <p:nvPr>
            <p:ph type="pic" sz="quarter" idx="13"/>
          </p:nvPr>
        </p:nvSpPr>
        <p:spPr>
          <a:xfrm>
            <a:off x="4575931" y="607234"/>
            <a:ext cx="6932127" cy="4386230"/>
          </a:xfrm>
          <a:custGeom>
            <a:avLst/>
            <a:gdLst>
              <a:gd name="connsiteX0" fmla="*/ 387523 w 6932127"/>
              <a:gd name="connsiteY0" fmla="*/ 0 h 4386230"/>
              <a:gd name="connsiteX1" fmla="*/ 6544604 w 6932127"/>
              <a:gd name="connsiteY1" fmla="*/ 0 h 4386230"/>
              <a:gd name="connsiteX2" fmla="*/ 6932127 w 6932127"/>
              <a:gd name="connsiteY2" fmla="*/ 387523 h 4386230"/>
              <a:gd name="connsiteX3" fmla="*/ 6932127 w 6932127"/>
              <a:gd name="connsiteY3" fmla="*/ 3998707 h 4386230"/>
              <a:gd name="connsiteX4" fmla="*/ 6544604 w 6932127"/>
              <a:gd name="connsiteY4" fmla="*/ 4386230 h 4386230"/>
              <a:gd name="connsiteX5" fmla="*/ 387523 w 6932127"/>
              <a:gd name="connsiteY5" fmla="*/ 4386230 h 4386230"/>
              <a:gd name="connsiteX6" fmla="*/ 0 w 6932127"/>
              <a:gd name="connsiteY6" fmla="*/ 3998707 h 4386230"/>
              <a:gd name="connsiteX7" fmla="*/ 0 w 6932127"/>
              <a:gd name="connsiteY7" fmla="*/ 387523 h 4386230"/>
              <a:gd name="connsiteX8" fmla="*/ 387523 w 6932127"/>
              <a:gd name="connsiteY8" fmla="*/ 0 h 43862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6932127" h="4386230">
                <a:moveTo>
                  <a:pt x="387523" y="0"/>
                </a:moveTo>
                <a:lnTo>
                  <a:pt x="6544604" y="0"/>
                </a:lnTo>
                <a:cubicBezTo>
                  <a:pt x="6758627" y="0"/>
                  <a:pt x="6932127" y="173500"/>
                  <a:pt x="6932127" y="387523"/>
                </a:cubicBezTo>
                <a:lnTo>
                  <a:pt x="6932127" y="3998707"/>
                </a:lnTo>
                <a:cubicBezTo>
                  <a:pt x="6932127" y="4212730"/>
                  <a:pt x="6758627" y="4386230"/>
                  <a:pt x="6544604" y="4386230"/>
                </a:cubicBezTo>
                <a:lnTo>
                  <a:pt x="387523" y="4386230"/>
                </a:lnTo>
                <a:cubicBezTo>
                  <a:pt x="173500" y="4386230"/>
                  <a:pt x="0" y="4212730"/>
                  <a:pt x="0" y="3998707"/>
                </a:cubicBezTo>
                <a:lnTo>
                  <a:pt x="0" y="387523"/>
                </a:lnTo>
                <a:cubicBezTo>
                  <a:pt x="0" y="173500"/>
                  <a:pt x="173500" y="0"/>
                  <a:pt x="387523" y="0"/>
                </a:cubicBezTo>
                <a:close/>
              </a:path>
            </a:pathLst>
          </a:custGeom>
          <a:solidFill>
            <a:schemeClr val="accent3"/>
          </a:solidFill>
          <a:effectLst>
            <a:outerShdw blurRad="635000" dist="825500" dir="9600000" algn="tr" rotWithShape="0">
              <a:prstClr val="black">
                <a:alpha val="20000"/>
              </a:prstClr>
            </a:outerShdw>
          </a:effectLst>
        </p:spPr>
        <p:txBody>
          <a:bodyPr wrap="square" anchor="ctr">
            <a:noAutofit/>
          </a:bodyPr>
          <a:lstStyle>
            <a:lvl1pPr marL="0" indent="0" algn="ctr">
              <a:buFontTx/>
              <a:buNone/>
              <a:defRPr>
                <a:solidFill>
                  <a:schemeClr val="bg1"/>
                </a:solidFill>
                <a:latin typeface="+mn-lt"/>
              </a:defRPr>
            </a:lvl1pPr>
          </a:lstStyle>
          <a:p>
            <a:endParaRPr lang="en-IN" dirty="0"/>
          </a:p>
        </p:txBody>
      </p:sp>
    </p:spTree>
    <p:extLst>
      <p:ext uri="{BB962C8B-B14F-4D97-AF65-F5344CB8AC3E}">
        <p14:creationId xmlns:p14="http://schemas.microsoft.com/office/powerpoint/2010/main" val="2782825699"/>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What we do?">
    <p:bg>
      <p:bgPr>
        <a:solidFill>
          <a:schemeClr val="accent1"/>
        </a:solidFill>
        <a:effectLst/>
      </p:bgPr>
    </p:bg>
    <p:spTree>
      <p:nvGrpSpPr>
        <p:cNvPr id="1" name=""/>
        <p:cNvGrpSpPr/>
        <p:nvPr/>
      </p:nvGrpSpPr>
      <p:grpSpPr>
        <a:xfrm>
          <a:off x="0" y="0"/>
          <a:ext cx="0" cy="0"/>
          <a:chOff x="0" y="0"/>
          <a:chExt cx="0" cy="0"/>
        </a:xfrm>
      </p:grpSpPr>
      <p:grpSp>
        <p:nvGrpSpPr>
          <p:cNvPr id="11" name="Group 10">
            <a:extLst>
              <a:ext uri="{FF2B5EF4-FFF2-40B4-BE49-F238E27FC236}">
                <a16:creationId xmlns:a16="http://schemas.microsoft.com/office/drawing/2014/main" id="{8C1607FC-4025-4535-B960-C423F1504CE5}"/>
              </a:ext>
            </a:extLst>
          </p:cNvPr>
          <p:cNvGrpSpPr/>
          <p:nvPr userDrawn="1"/>
        </p:nvGrpSpPr>
        <p:grpSpPr>
          <a:xfrm>
            <a:off x="354110" y="326571"/>
            <a:ext cx="11480604" cy="6185861"/>
            <a:chOff x="354110" y="326571"/>
            <a:chExt cx="11480604" cy="6185861"/>
          </a:xfrm>
          <a:solidFill>
            <a:schemeClr val="accent1">
              <a:lumMod val="90000"/>
              <a:lumOff val="10000"/>
              <a:alpha val="20000"/>
            </a:schemeClr>
          </a:solidFill>
        </p:grpSpPr>
        <p:grpSp>
          <p:nvGrpSpPr>
            <p:cNvPr id="12" name="Group 11">
              <a:extLst>
                <a:ext uri="{FF2B5EF4-FFF2-40B4-BE49-F238E27FC236}">
                  <a16:creationId xmlns:a16="http://schemas.microsoft.com/office/drawing/2014/main" id="{5651BEEC-E6AC-4E4B-9B88-D2F823311FDE}"/>
                </a:ext>
              </a:extLst>
            </p:cNvPr>
            <p:cNvGrpSpPr/>
            <p:nvPr/>
          </p:nvGrpSpPr>
          <p:grpSpPr>
            <a:xfrm>
              <a:off x="354110" y="326571"/>
              <a:ext cx="11480604" cy="109990"/>
              <a:chOff x="354110" y="326571"/>
              <a:chExt cx="11480604" cy="109990"/>
            </a:xfrm>
            <a:grpFill/>
          </p:grpSpPr>
          <p:sp>
            <p:nvSpPr>
              <p:cNvPr id="337" name="Rectangle 5">
                <a:extLst>
                  <a:ext uri="{FF2B5EF4-FFF2-40B4-BE49-F238E27FC236}">
                    <a16:creationId xmlns:a16="http://schemas.microsoft.com/office/drawing/2014/main" id="{85C298FF-97F9-4147-B827-D8E5136C2635}"/>
                  </a:ext>
                </a:extLst>
              </p:cNvPr>
              <p:cNvSpPr>
                <a:spLocks noChangeArrowheads="1"/>
              </p:cNvSpPr>
              <p:nvPr/>
            </p:nvSpPr>
            <p:spPr bwMode="auto">
              <a:xfrm>
                <a:off x="35411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8" name="Rectangle 6">
                <a:extLst>
                  <a:ext uri="{FF2B5EF4-FFF2-40B4-BE49-F238E27FC236}">
                    <a16:creationId xmlns:a16="http://schemas.microsoft.com/office/drawing/2014/main" id="{9408EFDD-1492-4223-8E65-A093D2F1BB8A}"/>
                  </a:ext>
                </a:extLst>
              </p:cNvPr>
              <p:cNvSpPr>
                <a:spLocks noChangeArrowheads="1"/>
              </p:cNvSpPr>
              <p:nvPr/>
            </p:nvSpPr>
            <p:spPr bwMode="auto">
              <a:xfrm>
                <a:off x="80954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9" name="Rectangle 7">
                <a:extLst>
                  <a:ext uri="{FF2B5EF4-FFF2-40B4-BE49-F238E27FC236}">
                    <a16:creationId xmlns:a16="http://schemas.microsoft.com/office/drawing/2014/main" id="{F894E7F8-7101-42ED-9EE3-85F58C6EF313}"/>
                  </a:ext>
                </a:extLst>
              </p:cNvPr>
              <p:cNvSpPr>
                <a:spLocks noChangeArrowheads="1"/>
              </p:cNvSpPr>
              <p:nvPr/>
            </p:nvSpPr>
            <p:spPr bwMode="auto">
              <a:xfrm>
                <a:off x="1263805"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0" name="Rectangle 8">
                <a:extLst>
                  <a:ext uri="{FF2B5EF4-FFF2-40B4-BE49-F238E27FC236}">
                    <a16:creationId xmlns:a16="http://schemas.microsoft.com/office/drawing/2014/main" id="{877C8C7E-1793-4536-97A4-63A3591EF955}"/>
                  </a:ext>
                </a:extLst>
              </p:cNvPr>
              <p:cNvSpPr>
                <a:spLocks noChangeArrowheads="1"/>
              </p:cNvSpPr>
              <p:nvPr/>
            </p:nvSpPr>
            <p:spPr bwMode="auto">
              <a:xfrm>
                <a:off x="1719239"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1" name="Rectangle 9">
                <a:extLst>
                  <a:ext uri="{FF2B5EF4-FFF2-40B4-BE49-F238E27FC236}">
                    <a16:creationId xmlns:a16="http://schemas.microsoft.com/office/drawing/2014/main" id="{077D2BC4-41B3-4D98-84CA-A2503EF131C0}"/>
                  </a:ext>
                </a:extLst>
              </p:cNvPr>
              <p:cNvSpPr>
                <a:spLocks noChangeArrowheads="1"/>
              </p:cNvSpPr>
              <p:nvPr/>
            </p:nvSpPr>
            <p:spPr bwMode="auto">
              <a:xfrm>
                <a:off x="2173502"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2" name="Rectangle 10">
                <a:extLst>
                  <a:ext uri="{FF2B5EF4-FFF2-40B4-BE49-F238E27FC236}">
                    <a16:creationId xmlns:a16="http://schemas.microsoft.com/office/drawing/2014/main" id="{DE4270DF-458E-4975-B86F-E605B966C64F}"/>
                  </a:ext>
                </a:extLst>
              </p:cNvPr>
              <p:cNvSpPr>
                <a:spLocks noChangeArrowheads="1"/>
              </p:cNvSpPr>
              <p:nvPr/>
            </p:nvSpPr>
            <p:spPr bwMode="auto">
              <a:xfrm>
                <a:off x="2628934"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3" name="Rectangle 11">
                <a:extLst>
                  <a:ext uri="{FF2B5EF4-FFF2-40B4-BE49-F238E27FC236}">
                    <a16:creationId xmlns:a16="http://schemas.microsoft.com/office/drawing/2014/main" id="{5334B1DA-DE9D-46A4-B1CC-07D8B5B37F04}"/>
                  </a:ext>
                </a:extLst>
              </p:cNvPr>
              <p:cNvSpPr>
                <a:spLocks noChangeArrowheads="1"/>
              </p:cNvSpPr>
              <p:nvPr/>
            </p:nvSpPr>
            <p:spPr bwMode="auto">
              <a:xfrm>
                <a:off x="3083197"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4" name="Rectangle 12">
                <a:extLst>
                  <a:ext uri="{FF2B5EF4-FFF2-40B4-BE49-F238E27FC236}">
                    <a16:creationId xmlns:a16="http://schemas.microsoft.com/office/drawing/2014/main" id="{1CF1EF4A-5FEC-4B62-A622-2DEE7B72C0B5}"/>
                  </a:ext>
                </a:extLst>
              </p:cNvPr>
              <p:cNvSpPr>
                <a:spLocks noChangeArrowheads="1"/>
              </p:cNvSpPr>
              <p:nvPr/>
            </p:nvSpPr>
            <p:spPr bwMode="auto">
              <a:xfrm>
                <a:off x="3538630"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5" name="Rectangle 13">
                <a:extLst>
                  <a:ext uri="{FF2B5EF4-FFF2-40B4-BE49-F238E27FC236}">
                    <a16:creationId xmlns:a16="http://schemas.microsoft.com/office/drawing/2014/main" id="{322BDF90-AD9B-4F68-8F1B-8AE6FD1E4711}"/>
                  </a:ext>
                </a:extLst>
              </p:cNvPr>
              <p:cNvSpPr>
                <a:spLocks noChangeArrowheads="1"/>
              </p:cNvSpPr>
              <p:nvPr/>
            </p:nvSpPr>
            <p:spPr bwMode="auto">
              <a:xfrm>
                <a:off x="3992893"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6" name="Rectangle 14">
                <a:extLst>
                  <a:ext uri="{FF2B5EF4-FFF2-40B4-BE49-F238E27FC236}">
                    <a16:creationId xmlns:a16="http://schemas.microsoft.com/office/drawing/2014/main" id="{93F9BC3E-2349-4557-A942-FF58D3497577}"/>
                  </a:ext>
                </a:extLst>
              </p:cNvPr>
              <p:cNvSpPr>
                <a:spLocks noChangeArrowheads="1"/>
              </p:cNvSpPr>
              <p:nvPr/>
            </p:nvSpPr>
            <p:spPr bwMode="auto">
              <a:xfrm>
                <a:off x="4448326"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7" name="Rectangle 15">
                <a:extLst>
                  <a:ext uri="{FF2B5EF4-FFF2-40B4-BE49-F238E27FC236}">
                    <a16:creationId xmlns:a16="http://schemas.microsoft.com/office/drawing/2014/main" id="{D4E479F8-DBB7-4E24-82DB-9187E1DA1579}"/>
                  </a:ext>
                </a:extLst>
              </p:cNvPr>
              <p:cNvSpPr>
                <a:spLocks noChangeArrowheads="1"/>
              </p:cNvSpPr>
              <p:nvPr/>
            </p:nvSpPr>
            <p:spPr bwMode="auto">
              <a:xfrm>
                <a:off x="4902589"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8" name="Rectangle 16">
                <a:extLst>
                  <a:ext uri="{FF2B5EF4-FFF2-40B4-BE49-F238E27FC236}">
                    <a16:creationId xmlns:a16="http://schemas.microsoft.com/office/drawing/2014/main" id="{88729413-47AC-4DEA-A613-0B6158FCB8A0}"/>
                  </a:ext>
                </a:extLst>
              </p:cNvPr>
              <p:cNvSpPr>
                <a:spLocks noChangeArrowheads="1"/>
              </p:cNvSpPr>
              <p:nvPr/>
            </p:nvSpPr>
            <p:spPr bwMode="auto">
              <a:xfrm>
                <a:off x="535802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9" name="Rectangle 17">
                <a:extLst>
                  <a:ext uri="{FF2B5EF4-FFF2-40B4-BE49-F238E27FC236}">
                    <a16:creationId xmlns:a16="http://schemas.microsoft.com/office/drawing/2014/main" id="{20F824DD-152A-4F6D-952E-24ADD1A8C073}"/>
                  </a:ext>
                </a:extLst>
              </p:cNvPr>
              <p:cNvSpPr>
                <a:spLocks noChangeArrowheads="1"/>
              </p:cNvSpPr>
              <p:nvPr/>
            </p:nvSpPr>
            <p:spPr bwMode="auto">
              <a:xfrm>
                <a:off x="5812285"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0" name="Rectangle 18">
                <a:extLst>
                  <a:ext uri="{FF2B5EF4-FFF2-40B4-BE49-F238E27FC236}">
                    <a16:creationId xmlns:a16="http://schemas.microsoft.com/office/drawing/2014/main" id="{951C09E8-C755-4AEB-9C27-AE9621753A01}"/>
                  </a:ext>
                </a:extLst>
              </p:cNvPr>
              <p:cNvSpPr>
                <a:spLocks noChangeArrowheads="1"/>
              </p:cNvSpPr>
              <p:nvPr/>
            </p:nvSpPr>
            <p:spPr bwMode="auto">
              <a:xfrm>
                <a:off x="6267717"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1" name="Rectangle 19">
                <a:extLst>
                  <a:ext uri="{FF2B5EF4-FFF2-40B4-BE49-F238E27FC236}">
                    <a16:creationId xmlns:a16="http://schemas.microsoft.com/office/drawing/2014/main" id="{32F64432-EE66-40C8-A67A-FA722F75D59C}"/>
                  </a:ext>
                </a:extLst>
              </p:cNvPr>
              <p:cNvSpPr>
                <a:spLocks noChangeArrowheads="1"/>
              </p:cNvSpPr>
              <p:nvPr/>
            </p:nvSpPr>
            <p:spPr bwMode="auto">
              <a:xfrm>
                <a:off x="672198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2" name="Rectangle 20">
                <a:extLst>
                  <a:ext uri="{FF2B5EF4-FFF2-40B4-BE49-F238E27FC236}">
                    <a16:creationId xmlns:a16="http://schemas.microsoft.com/office/drawing/2014/main" id="{29005991-F871-4DFB-9517-DCB334B68BCC}"/>
                  </a:ext>
                </a:extLst>
              </p:cNvPr>
              <p:cNvSpPr>
                <a:spLocks noChangeArrowheads="1"/>
              </p:cNvSpPr>
              <p:nvPr/>
            </p:nvSpPr>
            <p:spPr bwMode="auto">
              <a:xfrm>
                <a:off x="7177414"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3" name="Rectangle 21">
                <a:extLst>
                  <a:ext uri="{FF2B5EF4-FFF2-40B4-BE49-F238E27FC236}">
                    <a16:creationId xmlns:a16="http://schemas.microsoft.com/office/drawing/2014/main" id="{1C601034-B07F-4FCA-B65F-4BA94F1FEF56}"/>
                  </a:ext>
                </a:extLst>
              </p:cNvPr>
              <p:cNvSpPr>
                <a:spLocks noChangeArrowheads="1"/>
              </p:cNvSpPr>
              <p:nvPr/>
            </p:nvSpPr>
            <p:spPr bwMode="auto">
              <a:xfrm>
                <a:off x="7631676"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4" name="Rectangle 22">
                <a:extLst>
                  <a:ext uri="{FF2B5EF4-FFF2-40B4-BE49-F238E27FC236}">
                    <a16:creationId xmlns:a16="http://schemas.microsoft.com/office/drawing/2014/main" id="{A3C10F51-A92E-4F5D-841E-2495E85BD8B7}"/>
                  </a:ext>
                </a:extLst>
              </p:cNvPr>
              <p:cNvSpPr>
                <a:spLocks noChangeArrowheads="1"/>
              </p:cNvSpPr>
              <p:nvPr/>
            </p:nvSpPr>
            <p:spPr bwMode="auto">
              <a:xfrm>
                <a:off x="8087109"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5" name="Rectangle 23">
                <a:extLst>
                  <a:ext uri="{FF2B5EF4-FFF2-40B4-BE49-F238E27FC236}">
                    <a16:creationId xmlns:a16="http://schemas.microsoft.com/office/drawing/2014/main" id="{8656C742-4C71-41EC-9EED-8A0FF35A8BC7}"/>
                  </a:ext>
                </a:extLst>
              </p:cNvPr>
              <p:cNvSpPr>
                <a:spLocks noChangeArrowheads="1"/>
              </p:cNvSpPr>
              <p:nvPr/>
            </p:nvSpPr>
            <p:spPr bwMode="auto">
              <a:xfrm>
                <a:off x="8541372"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6" name="Rectangle 24">
                <a:extLst>
                  <a:ext uri="{FF2B5EF4-FFF2-40B4-BE49-F238E27FC236}">
                    <a16:creationId xmlns:a16="http://schemas.microsoft.com/office/drawing/2014/main" id="{DD7837C0-45DC-47B0-8EB6-E1AFA3DF28F9}"/>
                  </a:ext>
                </a:extLst>
              </p:cNvPr>
              <p:cNvSpPr>
                <a:spLocks noChangeArrowheads="1"/>
              </p:cNvSpPr>
              <p:nvPr/>
            </p:nvSpPr>
            <p:spPr bwMode="auto">
              <a:xfrm>
                <a:off x="8996805"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7" name="Rectangle 25">
                <a:extLst>
                  <a:ext uri="{FF2B5EF4-FFF2-40B4-BE49-F238E27FC236}">
                    <a16:creationId xmlns:a16="http://schemas.microsoft.com/office/drawing/2014/main" id="{C6C4A808-47AA-4933-B20F-A80BEEFBDEA0}"/>
                  </a:ext>
                </a:extLst>
              </p:cNvPr>
              <p:cNvSpPr>
                <a:spLocks noChangeArrowheads="1"/>
              </p:cNvSpPr>
              <p:nvPr/>
            </p:nvSpPr>
            <p:spPr bwMode="auto">
              <a:xfrm>
                <a:off x="9451068"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8" name="Rectangle 26">
                <a:extLst>
                  <a:ext uri="{FF2B5EF4-FFF2-40B4-BE49-F238E27FC236}">
                    <a16:creationId xmlns:a16="http://schemas.microsoft.com/office/drawing/2014/main" id="{1916F620-2E67-4716-A335-AA9D0F9A9B74}"/>
                  </a:ext>
                </a:extLst>
              </p:cNvPr>
              <p:cNvSpPr>
                <a:spLocks noChangeArrowheads="1"/>
              </p:cNvSpPr>
              <p:nvPr/>
            </p:nvSpPr>
            <p:spPr bwMode="auto">
              <a:xfrm>
                <a:off x="9906501"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9" name="Rectangle 27">
                <a:extLst>
                  <a:ext uri="{FF2B5EF4-FFF2-40B4-BE49-F238E27FC236}">
                    <a16:creationId xmlns:a16="http://schemas.microsoft.com/office/drawing/2014/main" id="{54529738-34CA-43C1-9448-C6D7594E392A}"/>
                  </a:ext>
                </a:extLst>
              </p:cNvPr>
              <p:cNvSpPr>
                <a:spLocks noChangeArrowheads="1"/>
              </p:cNvSpPr>
              <p:nvPr/>
            </p:nvSpPr>
            <p:spPr bwMode="auto">
              <a:xfrm>
                <a:off x="10360763"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0" name="Rectangle 28">
                <a:extLst>
                  <a:ext uri="{FF2B5EF4-FFF2-40B4-BE49-F238E27FC236}">
                    <a16:creationId xmlns:a16="http://schemas.microsoft.com/office/drawing/2014/main" id="{AB2B254B-6166-4F70-A263-5F5630C8AF54}"/>
                  </a:ext>
                </a:extLst>
              </p:cNvPr>
              <p:cNvSpPr>
                <a:spLocks noChangeArrowheads="1"/>
              </p:cNvSpPr>
              <p:nvPr/>
            </p:nvSpPr>
            <p:spPr bwMode="auto">
              <a:xfrm>
                <a:off x="10816197"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1" name="Rectangle 29">
                <a:extLst>
                  <a:ext uri="{FF2B5EF4-FFF2-40B4-BE49-F238E27FC236}">
                    <a16:creationId xmlns:a16="http://schemas.microsoft.com/office/drawing/2014/main" id="{CC179163-7F45-4275-B900-184CA908E769}"/>
                  </a:ext>
                </a:extLst>
              </p:cNvPr>
              <p:cNvSpPr>
                <a:spLocks noChangeArrowheads="1"/>
              </p:cNvSpPr>
              <p:nvPr/>
            </p:nvSpPr>
            <p:spPr bwMode="auto">
              <a:xfrm>
                <a:off x="1127046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2" name="Rectangle 30">
                <a:extLst>
                  <a:ext uri="{FF2B5EF4-FFF2-40B4-BE49-F238E27FC236}">
                    <a16:creationId xmlns:a16="http://schemas.microsoft.com/office/drawing/2014/main" id="{A16179B1-495E-40B6-BA3E-4FE45BD06F96}"/>
                  </a:ext>
                </a:extLst>
              </p:cNvPr>
              <p:cNvSpPr>
                <a:spLocks noChangeArrowheads="1"/>
              </p:cNvSpPr>
              <p:nvPr/>
            </p:nvSpPr>
            <p:spPr bwMode="auto">
              <a:xfrm>
                <a:off x="1172589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3" name="Group 12">
              <a:extLst>
                <a:ext uri="{FF2B5EF4-FFF2-40B4-BE49-F238E27FC236}">
                  <a16:creationId xmlns:a16="http://schemas.microsoft.com/office/drawing/2014/main" id="{6CC022AE-7DA1-4DBC-B4FA-A550170E3244}"/>
                </a:ext>
              </a:extLst>
            </p:cNvPr>
            <p:cNvGrpSpPr/>
            <p:nvPr/>
          </p:nvGrpSpPr>
          <p:grpSpPr>
            <a:xfrm>
              <a:off x="354110" y="833283"/>
              <a:ext cx="11480604" cy="108822"/>
              <a:chOff x="354110" y="834963"/>
              <a:chExt cx="11480604" cy="108822"/>
            </a:xfrm>
            <a:grpFill/>
          </p:grpSpPr>
          <p:sp>
            <p:nvSpPr>
              <p:cNvPr id="311" name="Rectangle 32">
                <a:extLst>
                  <a:ext uri="{FF2B5EF4-FFF2-40B4-BE49-F238E27FC236}">
                    <a16:creationId xmlns:a16="http://schemas.microsoft.com/office/drawing/2014/main" id="{E6CEC545-E6D9-4264-BEA6-119B54AE4C09}"/>
                  </a:ext>
                </a:extLst>
              </p:cNvPr>
              <p:cNvSpPr>
                <a:spLocks noChangeArrowheads="1"/>
              </p:cNvSpPr>
              <p:nvPr/>
            </p:nvSpPr>
            <p:spPr bwMode="auto">
              <a:xfrm>
                <a:off x="35411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2" name="Rectangle 33">
                <a:extLst>
                  <a:ext uri="{FF2B5EF4-FFF2-40B4-BE49-F238E27FC236}">
                    <a16:creationId xmlns:a16="http://schemas.microsoft.com/office/drawing/2014/main" id="{60C7E7B9-97E8-4AE1-A9F0-162381B38DA4}"/>
                  </a:ext>
                </a:extLst>
              </p:cNvPr>
              <p:cNvSpPr>
                <a:spLocks noChangeArrowheads="1"/>
              </p:cNvSpPr>
              <p:nvPr/>
            </p:nvSpPr>
            <p:spPr bwMode="auto">
              <a:xfrm>
                <a:off x="80954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3" name="Rectangle 34">
                <a:extLst>
                  <a:ext uri="{FF2B5EF4-FFF2-40B4-BE49-F238E27FC236}">
                    <a16:creationId xmlns:a16="http://schemas.microsoft.com/office/drawing/2014/main" id="{BC9E105B-3AD3-4AC9-8C4E-3DABA3F82142}"/>
                  </a:ext>
                </a:extLst>
              </p:cNvPr>
              <p:cNvSpPr>
                <a:spLocks noChangeArrowheads="1"/>
              </p:cNvSpPr>
              <p:nvPr/>
            </p:nvSpPr>
            <p:spPr bwMode="auto">
              <a:xfrm>
                <a:off x="1263805"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4" name="Rectangle 35">
                <a:extLst>
                  <a:ext uri="{FF2B5EF4-FFF2-40B4-BE49-F238E27FC236}">
                    <a16:creationId xmlns:a16="http://schemas.microsoft.com/office/drawing/2014/main" id="{B10232F8-CE74-495F-B906-B4B223707999}"/>
                  </a:ext>
                </a:extLst>
              </p:cNvPr>
              <p:cNvSpPr>
                <a:spLocks noChangeArrowheads="1"/>
              </p:cNvSpPr>
              <p:nvPr/>
            </p:nvSpPr>
            <p:spPr bwMode="auto">
              <a:xfrm>
                <a:off x="1719239"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5" name="Rectangle 36">
                <a:extLst>
                  <a:ext uri="{FF2B5EF4-FFF2-40B4-BE49-F238E27FC236}">
                    <a16:creationId xmlns:a16="http://schemas.microsoft.com/office/drawing/2014/main" id="{377EBFB6-EE61-435B-A0EA-67D67D892FEE}"/>
                  </a:ext>
                </a:extLst>
              </p:cNvPr>
              <p:cNvSpPr>
                <a:spLocks noChangeArrowheads="1"/>
              </p:cNvSpPr>
              <p:nvPr/>
            </p:nvSpPr>
            <p:spPr bwMode="auto">
              <a:xfrm>
                <a:off x="2173502"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6" name="Rectangle 37">
                <a:extLst>
                  <a:ext uri="{FF2B5EF4-FFF2-40B4-BE49-F238E27FC236}">
                    <a16:creationId xmlns:a16="http://schemas.microsoft.com/office/drawing/2014/main" id="{7837C467-758B-463F-B551-93C783E1292B}"/>
                  </a:ext>
                </a:extLst>
              </p:cNvPr>
              <p:cNvSpPr>
                <a:spLocks noChangeArrowheads="1"/>
              </p:cNvSpPr>
              <p:nvPr/>
            </p:nvSpPr>
            <p:spPr bwMode="auto">
              <a:xfrm>
                <a:off x="2628934"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7" name="Rectangle 38">
                <a:extLst>
                  <a:ext uri="{FF2B5EF4-FFF2-40B4-BE49-F238E27FC236}">
                    <a16:creationId xmlns:a16="http://schemas.microsoft.com/office/drawing/2014/main" id="{C77A01F7-C261-4381-86C3-4C89EE66C709}"/>
                  </a:ext>
                </a:extLst>
              </p:cNvPr>
              <p:cNvSpPr>
                <a:spLocks noChangeArrowheads="1"/>
              </p:cNvSpPr>
              <p:nvPr/>
            </p:nvSpPr>
            <p:spPr bwMode="auto">
              <a:xfrm>
                <a:off x="3083197"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8" name="Rectangle 39">
                <a:extLst>
                  <a:ext uri="{FF2B5EF4-FFF2-40B4-BE49-F238E27FC236}">
                    <a16:creationId xmlns:a16="http://schemas.microsoft.com/office/drawing/2014/main" id="{7477D541-DCD7-4A47-BAD6-421CE795D868}"/>
                  </a:ext>
                </a:extLst>
              </p:cNvPr>
              <p:cNvSpPr>
                <a:spLocks noChangeArrowheads="1"/>
              </p:cNvSpPr>
              <p:nvPr/>
            </p:nvSpPr>
            <p:spPr bwMode="auto">
              <a:xfrm>
                <a:off x="3538630"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9" name="Rectangle 40">
                <a:extLst>
                  <a:ext uri="{FF2B5EF4-FFF2-40B4-BE49-F238E27FC236}">
                    <a16:creationId xmlns:a16="http://schemas.microsoft.com/office/drawing/2014/main" id="{4E64ADB5-6C15-4DFA-A1D8-CCB52869EB2D}"/>
                  </a:ext>
                </a:extLst>
              </p:cNvPr>
              <p:cNvSpPr>
                <a:spLocks noChangeArrowheads="1"/>
              </p:cNvSpPr>
              <p:nvPr/>
            </p:nvSpPr>
            <p:spPr bwMode="auto">
              <a:xfrm>
                <a:off x="3992893"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0" name="Rectangle 41">
                <a:extLst>
                  <a:ext uri="{FF2B5EF4-FFF2-40B4-BE49-F238E27FC236}">
                    <a16:creationId xmlns:a16="http://schemas.microsoft.com/office/drawing/2014/main" id="{AC57F5E1-8997-4B18-B946-EC6DFA386D59}"/>
                  </a:ext>
                </a:extLst>
              </p:cNvPr>
              <p:cNvSpPr>
                <a:spLocks noChangeArrowheads="1"/>
              </p:cNvSpPr>
              <p:nvPr/>
            </p:nvSpPr>
            <p:spPr bwMode="auto">
              <a:xfrm>
                <a:off x="4448326"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1" name="Rectangle 42">
                <a:extLst>
                  <a:ext uri="{FF2B5EF4-FFF2-40B4-BE49-F238E27FC236}">
                    <a16:creationId xmlns:a16="http://schemas.microsoft.com/office/drawing/2014/main" id="{AC1B45CA-8F96-41DA-A93A-FD14080BEB84}"/>
                  </a:ext>
                </a:extLst>
              </p:cNvPr>
              <p:cNvSpPr>
                <a:spLocks noChangeArrowheads="1"/>
              </p:cNvSpPr>
              <p:nvPr/>
            </p:nvSpPr>
            <p:spPr bwMode="auto">
              <a:xfrm>
                <a:off x="4902589"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2" name="Rectangle 43">
                <a:extLst>
                  <a:ext uri="{FF2B5EF4-FFF2-40B4-BE49-F238E27FC236}">
                    <a16:creationId xmlns:a16="http://schemas.microsoft.com/office/drawing/2014/main" id="{703118E8-5E3B-4DFA-9921-369E22CA03E5}"/>
                  </a:ext>
                </a:extLst>
              </p:cNvPr>
              <p:cNvSpPr>
                <a:spLocks noChangeArrowheads="1"/>
              </p:cNvSpPr>
              <p:nvPr/>
            </p:nvSpPr>
            <p:spPr bwMode="auto">
              <a:xfrm>
                <a:off x="535802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3" name="Rectangle 44">
                <a:extLst>
                  <a:ext uri="{FF2B5EF4-FFF2-40B4-BE49-F238E27FC236}">
                    <a16:creationId xmlns:a16="http://schemas.microsoft.com/office/drawing/2014/main" id="{ED301010-E5DC-4676-A476-7C14D84A537E}"/>
                  </a:ext>
                </a:extLst>
              </p:cNvPr>
              <p:cNvSpPr>
                <a:spLocks noChangeArrowheads="1"/>
              </p:cNvSpPr>
              <p:nvPr/>
            </p:nvSpPr>
            <p:spPr bwMode="auto">
              <a:xfrm>
                <a:off x="5812285"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4" name="Rectangle 45">
                <a:extLst>
                  <a:ext uri="{FF2B5EF4-FFF2-40B4-BE49-F238E27FC236}">
                    <a16:creationId xmlns:a16="http://schemas.microsoft.com/office/drawing/2014/main" id="{37F85CBA-9F8F-490A-A6C5-555D548FDAD9}"/>
                  </a:ext>
                </a:extLst>
              </p:cNvPr>
              <p:cNvSpPr>
                <a:spLocks noChangeArrowheads="1"/>
              </p:cNvSpPr>
              <p:nvPr/>
            </p:nvSpPr>
            <p:spPr bwMode="auto">
              <a:xfrm>
                <a:off x="6267717"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5" name="Rectangle 46">
                <a:extLst>
                  <a:ext uri="{FF2B5EF4-FFF2-40B4-BE49-F238E27FC236}">
                    <a16:creationId xmlns:a16="http://schemas.microsoft.com/office/drawing/2014/main" id="{4CDDB648-0406-4415-9B3A-F56F9D7B2EC7}"/>
                  </a:ext>
                </a:extLst>
              </p:cNvPr>
              <p:cNvSpPr>
                <a:spLocks noChangeArrowheads="1"/>
              </p:cNvSpPr>
              <p:nvPr/>
            </p:nvSpPr>
            <p:spPr bwMode="auto">
              <a:xfrm>
                <a:off x="672198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6" name="Rectangle 47">
                <a:extLst>
                  <a:ext uri="{FF2B5EF4-FFF2-40B4-BE49-F238E27FC236}">
                    <a16:creationId xmlns:a16="http://schemas.microsoft.com/office/drawing/2014/main" id="{9656844F-AFE3-4957-A69F-F4A848FEF63A}"/>
                  </a:ext>
                </a:extLst>
              </p:cNvPr>
              <p:cNvSpPr>
                <a:spLocks noChangeArrowheads="1"/>
              </p:cNvSpPr>
              <p:nvPr/>
            </p:nvSpPr>
            <p:spPr bwMode="auto">
              <a:xfrm>
                <a:off x="7177414"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7" name="Rectangle 48">
                <a:extLst>
                  <a:ext uri="{FF2B5EF4-FFF2-40B4-BE49-F238E27FC236}">
                    <a16:creationId xmlns:a16="http://schemas.microsoft.com/office/drawing/2014/main" id="{5A3A99BA-4854-4231-B6BB-888D83A01003}"/>
                  </a:ext>
                </a:extLst>
              </p:cNvPr>
              <p:cNvSpPr>
                <a:spLocks noChangeArrowheads="1"/>
              </p:cNvSpPr>
              <p:nvPr/>
            </p:nvSpPr>
            <p:spPr bwMode="auto">
              <a:xfrm>
                <a:off x="7631676"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8" name="Rectangle 49">
                <a:extLst>
                  <a:ext uri="{FF2B5EF4-FFF2-40B4-BE49-F238E27FC236}">
                    <a16:creationId xmlns:a16="http://schemas.microsoft.com/office/drawing/2014/main" id="{22B51AD2-0C6E-467F-A47F-34DAB5BB7EBC}"/>
                  </a:ext>
                </a:extLst>
              </p:cNvPr>
              <p:cNvSpPr>
                <a:spLocks noChangeArrowheads="1"/>
              </p:cNvSpPr>
              <p:nvPr/>
            </p:nvSpPr>
            <p:spPr bwMode="auto">
              <a:xfrm>
                <a:off x="8087109"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9" name="Rectangle 50">
                <a:extLst>
                  <a:ext uri="{FF2B5EF4-FFF2-40B4-BE49-F238E27FC236}">
                    <a16:creationId xmlns:a16="http://schemas.microsoft.com/office/drawing/2014/main" id="{EDE14BA8-EBD0-4206-8FB2-6B9E4AB28FEF}"/>
                  </a:ext>
                </a:extLst>
              </p:cNvPr>
              <p:cNvSpPr>
                <a:spLocks noChangeArrowheads="1"/>
              </p:cNvSpPr>
              <p:nvPr/>
            </p:nvSpPr>
            <p:spPr bwMode="auto">
              <a:xfrm>
                <a:off x="8541372"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0" name="Rectangle 51">
                <a:extLst>
                  <a:ext uri="{FF2B5EF4-FFF2-40B4-BE49-F238E27FC236}">
                    <a16:creationId xmlns:a16="http://schemas.microsoft.com/office/drawing/2014/main" id="{F2846FEF-2688-4964-A02B-231009108D65}"/>
                  </a:ext>
                </a:extLst>
              </p:cNvPr>
              <p:cNvSpPr>
                <a:spLocks noChangeArrowheads="1"/>
              </p:cNvSpPr>
              <p:nvPr/>
            </p:nvSpPr>
            <p:spPr bwMode="auto">
              <a:xfrm>
                <a:off x="8996805"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1" name="Rectangle 52">
                <a:extLst>
                  <a:ext uri="{FF2B5EF4-FFF2-40B4-BE49-F238E27FC236}">
                    <a16:creationId xmlns:a16="http://schemas.microsoft.com/office/drawing/2014/main" id="{93E03F91-49D8-43EE-B637-0558AECB0EDE}"/>
                  </a:ext>
                </a:extLst>
              </p:cNvPr>
              <p:cNvSpPr>
                <a:spLocks noChangeArrowheads="1"/>
              </p:cNvSpPr>
              <p:nvPr/>
            </p:nvSpPr>
            <p:spPr bwMode="auto">
              <a:xfrm>
                <a:off x="9451068"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2" name="Rectangle 53">
                <a:extLst>
                  <a:ext uri="{FF2B5EF4-FFF2-40B4-BE49-F238E27FC236}">
                    <a16:creationId xmlns:a16="http://schemas.microsoft.com/office/drawing/2014/main" id="{25EB1B6D-371C-4129-8792-C87711A4DC1E}"/>
                  </a:ext>
                </a:extLst>
              </p:cNvPr>
              <p:cNvSpPr>
                <a:spLocks noChangeArrowheads="1"/>
              </p:cNvSpPr>
              <p:nvPr/>
            </p:nvSpPr>
            <p:spPr bwMode="auto">
              <a:xfrm>
                <a:off x="9906501"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3" name="Rectangle 54">
                <a:extLst>
                  <a:ext uri="{FF2B5EF4-FFF2-40B4-BE49-F238E27FC236}">
                    <a16:creationId xmlns:a16="http://schemas.microsoft.com/office/drawing/2014/main" id="{F0762AD7-4B47-41B5-90EC-26D5248FC187}"/>
                  </a:ext>
                </a:extLst>
              </p:cNvPr>
              <p:cNvSpPr>
                <a:spLocks noChangeArrowheads="1"/>
              </p:cNvSpPr>
              <p:nvPr/>
            </p:nvSpPr>
            <p:spPr bwMode="auto">
              <a:xfrm>
                <a:off x="10360763"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4" name="Rectangle 55">
                <a:extLst>
                  <a:ext uri="{FF2B5EF4-FFF2-40B4-BE49-F238E27FC236}">
                    <a16:creationId xmlns:a16="http://schemas.microsoft.com/office/drawing/2014/main" id="{77F5372A-DF0C-4EB4-8383-88ACAFBC34E4}"/>
                  </a:ext>
                </a:extLst>
              </p:cNvPr>
              <p:cNvSpPr>
                <a:spLocks noChangeArrowheads="1"/>
              </p:cNvSpPr>
              <p:nvPr/>
            </p:nvSpPr>
            <p:spPr bwMode="auto">
              <a:xfrm>
                <a:off x="10816197"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5" name="Rectangle 56">
                <a:extLst>
                  <a:ext uri="{FF2B5EF4-FFF2-40B4-BE49-F238E27FC236}">
                    <a16:creationId xmlns:a16="http://schemas.microsoft.com/office/drawing/2014/main" id="{E1647C36-4FD2-4648-B99F-D1A25055E7FA}"/>
                  </a:ext>
                </a:extLst>
              </p:cNvPr>
              <p:cNvSpPr>
                <a:spLocks noChangeArrowheads="1"/>
              </p:cNvSpPr>
              <p:nvPr/>
            </p:nvSpPr>
            <p:spPr bwMode="auto">
              <a:xfrm>
                <a:off x="1127046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6" name="Rectangle 57">
                <a:extLst>
                  <a:ext uri="{FF2B5EF4-FFF2-40B4-BE49-F238E27FC236}">
                    <a16:creationId xmlns:a16="http://schemas.microsoft.com/office/drawing/2014/main" id="{ACEC7B34-ADAF-47D3-BF11-ED91BA7A1A56}"/>
                  </a:ext>
                </a:extLst>
              </p:cNvPr>
              <p:cNvSpPr>
                <a:spLocks noChangeArrowheads="1"/>
              </p:cNvSpPr>
              <p:nvPr/>
            </p:nvSpPr>
            <p:spPr bwMode="auto">
              <a:xfrm>
                <a:off x="1172589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4" name="Group 13">
              <a:extLst>
                <a:ext uri="{FF2B5EF4-FFF2-40B4-BE49-F238E27FC236}">
                  <a16:creationId xmlns:a16="http://schemas.microsoft.com/office/drawing/2014/main" id="{86937529-B296-43D8-A41E-AB8B81312F52}"/>
                </a:ext>
              </a:extLst>
            </p:cNvPr>
            <p:cNvGrpSpPr/>
            <p:nvPr/>
          </p:nvGrpSpPr>
          <p:grpSpPr>
            <a:xfrm>
              <a:off x="354110" y="1338827"/>
              <a:ext cx="11480604" cy="109990"/>
              <a:chOff x="354110" y="1342187"/>
              <a:chExt cx="11480604" cy="109990"/>
            </a:xfrm>
            <a:grpFill/>
          </p:grpSpPr>
          <p:sp>
            <p:nvSpPr>
              <p:cNvPr id="285" name="Rectangle 59">
                <a:extLst>
                  <a:ext uri="{FF2B5EF4-FFF2-40B4-BE49-F238E27FC236}">
                    <a16:creationId xmlns:a16="http://schemas.microsoft.com/office/drawing/2014/main" id="{D5764D4B-1D40-4C27-A916-0AC8D9299408}"/>
                  </a:ext>
                </a:extLst>
              </p:cNvPr>
              <p:cNvSpPr>
                <a:spLocks noChangeArrowheads="1"/>
              </p:cNvSpPr>
              <p:nvPr/>
            </p:nvSpPr>
            <p:spPr bwMode="auto">
              <a:xfrm>
                <a:off x="35411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6" name="Rectangle 60">
                <a:extLst>
                  <a:ext uri="{FF2B5EF4-FFF2-40B4-BE49-F238E27FC236}">
                    <a16:creationId xmlns:a16="http://schemas.microsoft.com/office/drawing/2014/main" id="{8D6FB00B-87D1-4116-9000-867A2BDD9921}"/>
                  </a:ext>
                </a:extLst>
              </p:cNvPr>
              <p:cNvSpPr>
                <a:spLocks noChangeArrowheads="1"/>
              </p:cNvSpPr>
              <p:nvPr/>
            </p:nvSpPr>
            <p:spPr bwMode="auto">
              <a:xfrm>
                <a:off x="80954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7" name="Rectangle 61">
                <a:extLst>
                  <a:ext uri="{FF2B5EF4-FFF2-40B4-BE49-F238E27FC236}">
                    <a16:creationId xmlns:a16="http://schemas.microsoft.com/office/drawing/2014/main" id="{13141309-AB43-4A97-A80F-35655D9BF20E}"/>
                  </a:ext>
                </a:extLst>
              </p:cNvPr>
              <p:cNvSpPr>
                <a:spLocks noChangeArrowheads="1"/>
              </p:cNvSpPr>
              <p:nvPr/>
            </p:nvSpPr>
            <p:spPr bwMode="auto">
              <a:xfrm>
                <a:off x="1263805"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8" name="Rectangle 62">
                <a:extLst>
                  <a:ext uri="{FF2B5EF4-FFF2-40B4-BE49-F238E27FC236}">
                    <a16:creationId xmlns:a16="http://schemas.microsoft.com/office/drawing/2014/main" id="{C9A0F710-6D9F-43AD-AC28-FF4E52165501}"/>
                  </a:ext>
                </a:extLst>
              </p:cNvPr>
              <p:cNvSpPr>
                <a:spLocks noChangeArrowheads="1"/>
              </p:cNvSpPr>
              <p:nvPr/>
            </p:nvSpPr>
            <p:spPr bwMode="auto">
              <a:xfrm>
                <a:off x="1719239"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9" name="Rectangle 63">
                <a:extLst>
                  <a:ext uri="{FF2B5EF4-FFF2-40B4-BE49-F238E27FC236}">
                    <a16:creationId xmlns:a16="http://schemas.microsoft.com/office/drawing/2014/main" id="{22D043F3-2F25-42E6-A0CC-C1417E89D190}"/>
                  </a:ext>
                </a:extLst>
              </p:cNvPr>
              <p:cNvSpPr>
                <a:spLocks noChangeArrowheads="1"/>
              </p:cNvSpPr>
              <p:nvPr/>
            </p:nvSpPr>
            <p:spPr bwMode="auto">
              <a:xfrm>
                <a:off x="2173502"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0" name="Rectangle 64">
                <a:extLst>
                  <a:ext uri="{FF2B5EF4-FFF2-40B4-BE49-F238E27FC236}">
                    <a16:creationId xmlns:a16="http://schemas.microsoft.com/office/drawing/2014/main" id="{128AE702-54D4-4937-85C0-321F9B6D1728}"/>
                  </a:ext>
                </a:extLst>
              </p:cNvPr>
              <p:cNvSpPr>
                <a:spLocks noChangeArrowheads="1"/>
              </p:cNvSpPr>
              <p:nvPr/>
            </p:nvSpPr>
            <p:spPr bwMode="auto">
              <a:xfrm>
                <a:off x="2628934"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1" name="Rectangle 65">
                <a:extLst>
                  <a:ext uri="{FF2B5EF4-FFF2-40B4-BE49-F238E27FC236}">
                    <a16:creationId xmlns:a16="http://schemas.microsoft.com/office/drawing/2014/main" id="{495CD95D-8E09-4DE3-AD35-D07AE4DACF52}"/>
                  </a:ext>
                </a:extLst>
              </p:cNvPr>
              <p:cNvSpPr>
                <a:spLocks noChangeArrowheads="1"/>
              </p:cNvSpPr>
              <p:nvPr/>
            </p:nvSpPr>
            <p:spPr bwMode="auto">
              <a:xfrm>
                <a:off x="3083197"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2" name="Rectangle 66">
                <a:extLst>
                  <a:ext uri="{FF2B5EF4-FFF2-40B4-BE49-F238E27FC236}">
                    <a16:creationId xmlns:a16="http://schemas.microsoft.com/office/drawing/2014/main" id="{F9E349F8-478A-454D-B3EF-507AC5975821}"/>
                  </a:ext>
                </a:extLst>
              </p:cNvPr>
              <p:cNvSpPr>
                <a:spLocks noChangeArrowheads="1"/>
              </p:cNvSpPr>
              <p:nvPr/>
            </p:nvSpPr>
            <p:spPr bwMode="auto">
              <a:xfrm>
                <a:off x="3538630"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3" name="Rectangle 67">
                <a:extLst>
                  <a:ext uri="{FF2B5EF4-FFF2-40B4-BE49-F238E27FC236}">
                    <a16:creationId xmlns:a16="http://schemas.microsoft.com/office/drawing/2014/main" id="{038DA8FC-06DE-457C-A8EE-5A7FEC447F1A}"/>
                  </a:ext>
                </a:extLst>
              </p:cNvPr>
              <p:cNvSpPr>
                <a:spLocks noChangeArrowheads="1"/>
              </p:cNvSpPr>
              <p:nvPr/>
            </p:nvSpPr>
            <p:spPr bwMode="auto">
              <a:xfrm>
                <a:off x="3992893"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4" name="Rectangle 68">
                <a:extLst>
                  <a:ext uri="{FF2B5EF4-FFF2-40B4-BE49-F238E27FC236}">
                    <a16:creationId xmlns:a16="http://schemas.microsoft.com/office/drawing/2014/main" id="{37F3C727-E73B-4515-BA7B-40F081102511}"/>
                  </a:ext>
                </a:extLst>
              </p:cNvPr>
              <p:cNvSpPr>
                <a:spLocks noChangeArrowheads="1"/>
              </p:cNvSpPr>
              <p:nvPr/>
            </p:nvSpPr>
            <p:spPr bwMode="auto">
              <a:xfrm>
                <a:off x="4448326"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5" name="Rectangle 69">
                <a:extLst>
                  <a:ext uri="{FF2B5EF4-FFF2-40B4-BE49-F238E27FC236}">
                    <a16:creationId xmlns:a16="http://schemas.microsoft.com/office/drawing/2014/main" id="{7ACA813C-C067-4264-85A3-D6CC63AFF948}"/>
                  </a:ext>
                </a:extLst>
              </p:cNvPr>
              <p:cNvSpPr>
                <a:spLocks noChangeArrowheads="1"/>
              </p:cNvSpPr>
              <p:nvPr/>
            </p:nvSpPr>
            <p:spPr bwMode="auto">
              <a:xfrm>
                <a:off x="4902589"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6" name="Rectangle 70">
                <a:extLst>
                  <a:ext uri="{FF2B5EF4-FFF2-40B4-BE49-F238E27FC236}">
                    <a16:creationId xmlns:a16="http://schemas.microsoft.com/office/drawing/2014/main" id="{7F1EFEF0-7477-4565-8B37-7950FACA6799}"/>
                  </a:ext>
                </a:extLst>
              </p:cNvPr>
              <p:cNvSpPr>
                <a:spLocks noChangeArrowheads="1"/>
              </p:cNvSpPr>
              <p:nvPr/>
            </p:nvSpPr>
            <p:spPr bwMode="auto">
              <a:xfrm>
                <a:off x="535802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7" name="Rectangle 71">
                <a:extLst>
                  <a:ext uri="{FF2B5EF4-FFF2-40B4-BE49-F238E27FC236}">
                    <a16:creationId xmlns:a16="http://schemas.microsoft.com/office/drawing/2014/main" id="{F425C54F-BDFC-4555-881A-B6F267624F2B}"/>
                  </a:ext>
                </a:extLst>
              </p:cNvPr>
              <p:cNvSpPr>
                <a:spLocks noChangeArrowheads="1"/>
              </p:cNvSpPr>
              <p:nvPr/>
            </p:nvSpPr>
            <p:spPr bwMode="auto">
              <a:xfrm>
                <a:off x="5812285"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8" name="Rectangle 72">
                <a:extLst>
                  <a:ext uri="{FF2B5EF4-FFF2-40B4-BE49-F238E27FC236}">
                    <a16:creationId xmlns:a16="http://schemas.microsoft.com/office/drawing/2014/main" id="{213AFED9-7175-4A0D-92DC-B39BAE0FD3D9}"/>
                  </a:ext>
                </a:extLst>
              </p:cNvPr>
              <p:cNvSpPr>
                <a:spLocks noChangeArrowheads="1"/>
              </p:cNvSpPr>
              <p:nvPr/>
            </p:nvSpPr>
            <p:spPr bwMode="auto">
              <a:xfrm>
                <a:off x="6267717"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9" name="Rectangle 73">
                <a:extLst>
                  <a:ext uri="{FF2B5EF4-FFF2-40B4-BE49-F238E27FC236}">
                    <a16:creationId xmlns:a16="http://schemas.microsoft.com/office/drawing/2014/main" id="{9E4FCFC2-A1ED-453A-B612-E5E0B39C2A9F}"/>
                  </a:ext>
                </a:extLst>
              </p:cNvPr>
              <p:cNvSpPr>
                <a:spLocks noChangeArrowheads="1"/>
              </p:cNvSpPr>
              <p:nvPr/>
            </p:nvSpPr>
            <p:spPr bwMode="auto">
              <a:xfrm>
                <a:off x="672198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0" name="Rectangle 74">
                <a:extLst>
                  <a:ext uri="{FF2B5EF4-FFF2-40B4-BE49-F238E27FC236}">
                    <a16:creationId xmlns:a16="http://schemas.microsoft.com/office/drawing/2014/main" id="{1C9D742B-9152-4EF7-A612-B519BF62C6C9}"/>
                  </a:ext>
                </a:extLst>
              </p:cNvPr>
              <p:cNvSpPr>
                <a:spLocks noChangeArrowheads="1"/>
              </p:cNvSpPr>
              <p:nvPr/>
            </p:nvSpPr>
            <p:spPr bwMode="auto">
              <a:xfrm>
                <a:off x="7177414"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1" name="Rectangle 75">
                <a:extLst>
                  <a:ext uri="{FF2B5EF4-FFF2-40B4-BE49-F238E27FC236}">
                    <a16:creationId xmlns:a16="http://schemas.microsoft.com/office/drawing/2014/main" id="{2149792F-282E-44D6-84AE-7D31FA24B25F}"/>
                  </a:ext>
                </a:extLst>
              </p:cNvPr>
              <p:cNvSpPr>
                <a:spLocks noChangeArrowheads="1"/>
              </p:cNvSpPr>
              <p:nvPr/>
            </p:nvSpPr>
            <p:spPr bwMode="auto">
              <a:xfrm>
                <a:off x="7631676"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2" name="Rectangle 76">
                <a:extLst>
                  <a:ext uri="{FF2B5EF4-FFF2-40B4-BE49-F238E27FC236}">
                    <a16:creationId xmlns:a16="http://schemas.microsoft.com/office/drawing/2014/main" id="{BEAFEECA-B893-49C1-9039-812C4AF541DE}"/>
                  </a:ext>
                </a:extLst>
              </p:cNvPr>
              <p:cNvSpPr>
                <a:spLocks noChangeArrowheads="1"/>
              </p:cNvSpPr>
              <p:nvPr/>
            </p:nvSpPr>
            <p:spPr bwMode="auto">
              <a:xfrm>
                <a:off x="8087109"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3" name="Rectangle 77">
                <a:extLst>
                  <a:ext uri="{FF2B5EF4-FFF2-40B4-BE49-F238E27FC236}">
                    <a16:creationId xmlns:a16="http://schemas.microsoft.com/office/drawing/2014/main" id="{122E4F71-6D60-47F1-8100-1C8190AADAFA}"/>
                  </a:ext>
                </a:extLst>
              </p:cNvPr>
              <p:cNvSpPr>
                <a:spLocks noChangeArrowheads="1"/>
              </p:cNvSpPr>
              <p:nvPr/>
            </p:nvSpPr>
            <p:spPr bwMode="auto">
              <a:xfrm>
                <a:off x="8541372"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4" name="Rectangle 78">
                <a:extLst>
                  <a:ext uri="{FF2B5EF4-FFF2-40B4-BE49-F238E27FC236}">
                    <a16:creationId xmlns:a16="http://schemas.microsoft.com/office/drawing/2014/main" id="{E9A54785-45A1-4BC8-A85E-CA3EB19FF384}"/>
                  </a:ext>
                </a:extLst>
              </p:cNvPr>
              <p:cNvSpPr>
                <a:spLocks noChangeArrowheads="1"/>
              </p:cNvSpPr>
              <p:nvPr/>
            </p:nvSpPr>
            <p:spPr bwMode="auto">
              <a:xfrm>
                <a:off x="8996805"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5" name="Rectangle 79">
                <a:extLst>
                  <a:ext uri="{FF2B5EF4-FFF2-40B4-BE49-F238E27FC236}">
                    <a16:creationId xmlns:a16="http://schemas.microsoft.com/office/drawing/2014/main" id="{D765DC5F-87A3-4E46-88C5-F2101A2941F1}"/>
                  </a:ext>
                </a:extLst>
              </p:cNvPr>
              <p:cNvSpPr>
                <a:spLocks noChangeArrowheads="1"/>
              </p:cNvSpPr>
              <p:nvPr/>
            </p:nvSpPr>
            <p:spPr bwMode="auto">
              <a:xfrm>
                <a:off x="9451068"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6" name="Rectangle 80">
                <a:extLst>
                  <a:ext uri="{FF2B5EF4-FFF2-40B4-BE49-F238E27FC236}">
                    <a16:creationId xmlns:a16="http://schemas.microsoft.com/office/drawing/2014/main" id="{644B6B17-5BBC-4A03-8899-52E7DF7FE658}"/>
                  </a:ext>
                </a:extLst>
              </p:cNvPr>
              <p:cNvSpPr>
                <a:spLocks noChangeArrowheads="1"/>
              </p:cNvSpPr>
              <p:nvPr/>
            </p:nvSpPr>
            <p:spPr bwMode="auto">
              <a:xfrm>
                <a:off x="9906501"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7" name="Rectangle 81">
                <a:extLst>
                  <a:ext uri="{FF2B5EF4-FFF2-40B4-BE49-F238E27FC236}">
                    <a16:creationId xmlns:a16="http://schemas.microsoft.com/office/drawing/2014/main" id="{987BE756-32EA-455B-8130-C8E83B1B3B0D}"/>
                  </a:ext>
                </a:extLst>
              </p:cNvPr>
              <p:cNvSpPr>
                <a:spLocks noChangeArrowheads="1"/>
              </p:cNvSpPr>
              <p:nvPr/>
            </p:nvSpPr>
            <p:spPr bwMode="auto">
              <a:xfrm>
                <a:off x="10360763"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8" name="Rectangle 82">
                <a:extLst>
                  <a:ext uri="{FF2B5EF4-FFF2-40B4-BE49-F238E27FC236}">
                    <a16:creationId xmlns:a16="http://schemas.microsoft.com/office/drawing/2014/main" id="{5C7821F2-B5EF-4833-B9B9-5AE62E01175B}"/>
                  </a:ext>
                </a:extLst>
              </p:cNvPr>
              <p:cNvSpPr>
                <a:spLocks noChangeArrowheads="1"/>
              </p:cNvSpPr>
              <p:nvPr/>
            </p:nvSpPr>
            <p:spPr bwMode="auto">
              <a:xfrm>
                <a:off x="10816197"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9" name="Rectangle 83">
                <a:extLst>
                  <a:ext uri="{FF2B5EF4-FFF2-40B4-BE49-F238E27FC236}">
                    <a16:creationId xmlns:a16="http://schemas.microsoft.com/office/drawing/2014/main" id="{EDF1C499-3F66-4B42-92C0-855DDB14CD0D}"/>
                  </a:ext>
                </a:extLst>
              </p:cNvPr>
              <p:cNvSpPr>
                <a:spLocks noChangeArrowheads="1"/>
              </p:cNvSpPr>
              <p:nvPr/>
            </p:nvSpPr>
            <p:spPr bwMode="auto">
              <a:xfrm>
                <a:off x="1127046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0" name="Rectangle 84">
                <a:extLst>
                  <a:ext uri="{FF2B5EF4-FFF2-40B4-BE49-F238E27FC236}">
                    <a16:creationId xmlns:a16="http://schemas.microsoft.com/office/drawing/2014/main" id="{3A95874A-F523-4169-A3FB-782B25C88E1A}"/>
                  </a:ext>
                </a:extLst>
              </p:cNvPr>
              <p:cNvSpPr>
                <a:spLocks noChangeArrowheads="1"/>
              </p:cNvSpPr>
              <p:nvPr/>
            </p:nvSpPr>
            <p:spPr bwMode="auto">
              <a:xfrm>
                <a:off x="1172589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5" name="Group 14">
              <a:extLst>
                <a:ext uri="{FF2B5EF4-FFF2-40B4-BE49-F238E27FC236}">
                  <a16:creationId xmlns:a16="http://schemas.microsoft.com/office/drawing/2014/main" id="{7F2D639A-C347-4082-9643-F89AF7802C05}"/>
                </a:ext>
              </a:extLst>
            </p:cNvPr>
            <p:cNvGrpSpPr/>
            <p:nvPr/>
          </p:nvGrpSpPr>
          <p:grpSpPr>
            <a:xfrm>
              <a:off x="354110" y="1845539"/>
              <a:ext cx="11480604" cy="109990"/>
              <a:chOff x="354110" y="1850572"/>
              <a:chExt cx="11480604" cy="109990"/>
            </a:xfrm>
            <a:grpFill/>
          </p:grpSpPr>
          <p:sp>
            <p:nvSpPr>
              <p:cNvPr id="259" name="Rectangle 5">
                <a:extLst>
                  <a:ext uri="{FF2B5EF4-FFF2-40B4-BE49-F238E27FC236}">
                    <a16:creationId xmlns:a16="http://schemas.microsoft.com/office/drawing/2014/main" id="{6291B61F-460B-41F6-82CC-088066FD85C2}"/>
                  </a:ext>
                </a:extLst>
              </p:cNvPr>
              <p:cNvSpPr>
                <a:spLocks noChangeArrowheads="1"/>
              </p:cNvSpPr>
              <p:nvPr/>
            </p:nvSpPr>
            <p:spPr bwMode="auto">
              <a:xfrm>
                <a:off x="35411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0" name="Rectangle 6">
                <a:extLst>
                  <a:ext uri="{FF2B5EF4-FFF2-40B4-BE49-F238E27FC236}">
                    <a16:creationId xmlns:a16="http://schemas.microsoft.com/office/drawing/2014/main" id="{C588270F-A3F7-4DD2-8B81-C30BA6412569}"/>
                  </a:ext>
                </a:extLst>
              </p:cNvPr>
              <p:cNvSpPr>
                <a:spLocks noChangeArrowheads="1"/>
              </p:cNvSpPr>
              <p:nvPr/>
            </p:nvSpPr>
            <p:spPr bwMode="auto">
              <a:xfrm>
                <a:off x="80954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1" name="Rectangle 7">
                <a:extLst>
                  <a:ext uri="{FF2B5EF4-FFF2-40B4-BE49-F238E27FC236}">
                    <a16:creationId xmlns:a16="http://schemas.microsoft.com/office/drawing/2014/main" id="{050F8909-1A69-4BF3-BC80-ECD1B486FAE2}"/>
                  </a:ext>
                </a:extLst>
              </p:cNvPr>
              <p:cNvSpPr>
                <a:spLocks noChangeArrowheads="1"/>
              </p:cNvSpPr>
              <p:nvPr/>
            </p:nvSpPr>
            <p:spPr bwMode="auto">
              <a:xfrm>
                <a:off x="1263805"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2" name="Rectangle 8">
                <a:extLst>
                  <a:ext uri="{FF2B5EF4-FFF2-40B4-BE49-F238E27FC236}">
                    <a16:creationId xmlns:a16="http://schemas.microsoft.com/office/drawing/2014/main" id="{995EC835-8CAE-48D8-ADF0-22B6D986B1EF}"/>
                  </a:ext>
                </a:extLst>
              </p:cNvPr>
              <p:cNvSpPr>
                <a:spLocks noChangeArrowheads="1"/>
              </p:cNvSpPr>
              <p:nvPr/>
            </p:nvSpPr>
            <p:spPr bwMode="auto">
              <a:xfrm>
                <a:off x="1719239"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3" name="Rectangle 9">
                <a:extLst>
                  <a:ext uri="{FF2B5EF4-FFF2-40B4-BE49-F238E27FC236}">
                    <a16:creationId xmlns:a16="http://schemas.microsoft.com/office/drawing/2014/main" id="{5076577D-01F8-484C-8AEB-1091039A662E}"/>
                  </a:ext>
                </a:extLst>
              </p:cNvPr>
              <p:cNvSpPr>
                <a:spLocks noChangeArrowheads="1"/>
              </p:cNvSpPr>
              <p:nvPr/>
            </p:nvSpPr>
            <p:spPr bwMode="auto">
              <a:xfrm>
                <a:off x="2173502"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4" name="Rectangle 10">
                <a:extLst>
                  <a:ext uri="{FF2B5EF4-FFF2-40B4-BE49-F238E27FC236}">
                    <a16:creationId xmlns:a16="http://schemas.microsoft.com/office/drawing/2014/main" id="{5FAA1557-63ED-4C2E-89BE-E827B69C47DE}"/>
                  </a:ext>
                </a:extLst>
              </p:cNvPr>
              <p:cNvSpPr>
                <a:spLocks noChangeArrowheads="1"/>
              </p:cNvSpPr>
              <p:nvPr/>
            </p:nvSpPr>
            <p:spPr bwMode="auto">
              <a:xfrm>
                <a:off x="2628934"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5" name="Rectangle 11">
                <a:extLst>
                  <a:ext uri="{FF2B5EF4-FFF2-40B4-BE49-F238E27FC236}">
                    <a16:creationId xmlns:a16="http://schemas.microsoft.com/office/drawing/2014/main" id="{63D8B1EF-AF76-4A72-B4E3-FC4D1B4E7A80}"/>
                  </a:ext>
                </a:extLst>
              </p:cNvPr>
              <p:cNvSpPr>
                <a:spLocks noChangeArrowheads="1"/>
              </p:cNvSpPr>
              <p:nvPr/>
            </p:nvSpPr>
            <p:spPr bwMode="auto">
              <a:xfrm>
                <a:off x="3083197"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6" name="Rectangle 12">
                <a:extLst>
                  <a:ext uri="{FF2B5EF4-FFF2-40B4-BE49-F238E27FC236}">
                    <a16:creationId xmlns:a16="http://schemas.microsoft.com/office/drawing/2014/main" id="{4DF3DA51-2B69-42BD-A6DE-6F85AA116149}"/>
                  </a:ext>
                </a:extLst>
              </p:cNvPr>
              <p:cNvSpPr>
                <a:spLocks noChangeArrowheads="1"/>
              </p:cNvSpPr>
              <p:nvPr/>
            </p:nvSpPr>
            <p:spPr bwMode="auto">
              <a:xfrm>
                <a:off x="3538630"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7" name="Rectangle 13">
                <a:extLst>
                  <a:ext uri="{FF2B5EF4-FFF2-40B4-BE49-F238E27FC236}">
                    <a16:creationId xmlns:a16="http://schemas.microsoft.com/office/drawing/2014/main" id="{464ECA3E-44D7-43DE-A35E-EADB2D8D7243}"/>
                  </a:ext>
                </a:extLst>
              </p:cNvPr>
              <p:cNvSpPr>
                <a:spLocks noChangeArrowheads="1"/>
              </p:cNvSpPr>
              <p:nvPr/>
            </p:nvSpPr>
            <p:spPr bwMode="auto">
              <a:xfrm>
                <a:off x="3992893"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8" name="Rectangle 14">
                <a:extLst>
                  <a:ext uri="{FF2B5EF4-FFF2-40B4-BE49-F238E27FC236}">
                    <a16:creationId xmlns:a16="http://schemas.microsoft.com/office/drawing/2014/main" id="{36E4F914-DFE7-4297-8E42-A27710155F63}"/>
                  </a:ext>
                </a:extLst>
              </p:cNvPr>
              <p:cNvSpPr>
                <a:spLocks noChangeArrowheads="1"/>
              </p:cNvSpPr>
              <p:nvPr/>
            </p:nvSpPr>
            <p:spPr bwMode="auto">
              <a:xfrm>
                <a:off x="4448326"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9" name="Rectangle 15">
                <a:extLst>
                  <a:ext uri="{FF2B5EF4-FFF2-40B4-BE49-F238E27FC236}">
                    <a16:creationId xmlns:a16="http://schemas.microsoft.com/office/drawing/2014/main" id="{164AA26B-0915-4E61-AFF2-BDA8ED551BFE}"/>
                  </a:ext>
                </a:extLst>
              </p:cNvPr>
              <p:cNvSpPr>
                <a:spLocks noChangeArrowheads="1"/>
              </p:cNvSpPr>
              <p:nvPr/>
            </p:nvSpPr>
            <p:spPr bwMode="auto">
              <a:xfrm>
                <a:off x="4902589"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0" name="Rectangle 16">
                <a:extLst>
                  <a:ext uri="{FF2B5EF4-FFF2-40B4-BE49-F238E27FC236}">
                    <a16:creationId xmlns:a16="http://schemas.microsoft.com/office/drawing/2014/main" id="{D5AB2E4B-626F-4072-87E5-595D35EFADAD}"/>
                  </a:ext>
                </a:extLst>
              </p:cNvPr>
              <p:cNvSpPr>
                <a:spLocks noChangeArrowheads="1"/>
              </p:cNvSpPr>
              <p:nvPr/>
            </p:nvSpPr>
            <p:spPr bwMode="auto">
              <a:xfrm>
                <a:off x="535802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1" name="Rectangle 17">
                <a:extLst>
                  <a:ext uri="{FF2B5EF4-FFF2-40B4-BE49-F238E27FC236}">
                    <a16:creationId xmlns:a16="http://schemas.microsoft.com/office/drawing/2014/main" id="{65DAB362-330B-46D1-BCA8-58DF84B02A0B}"/>
                  </a:ext>
                </a:extLst>
              </p:cNvPr>
              <p:cNvSpPr>
                <a:spLocks noChangeArrowheads="1"/>
              </p:cNvSpPr>
              <p:nvPr/>
            </p:nvSpPr>
            <p:spPr bwMode="auto">
              <a:xfrm>
                <a:off x="5812285"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2" name="Rectangle 18">
                <a:extLst>
                  <a:ext uri="{FF2B5EF4-FFF2-40B4-BE49-F238E27FC236}">
                    <a16:creationId xmlns:a16="http://schemas.microsoft.com/office/drawing/2014/main" id="{354D240F-C2AD-45B8-AC36-32AD2EAD65C6}"/>
                  </a:ext>
                </a:extLst>
              </p:cNvPr>
              <p:cNvSpPr>
                <a:spLocks noChangeArrowheads="1"/>
              </p:cNvSpPr>
              <p:nvPr/>
            </p:nvSpPr>
            <p:spPr bwMode="auto">
              <a:xfrm>
                <a:off x="6267717"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3" name="Rectangle 19">
                <a:extLst>
                  <a:ext uri="{FF2B5EF4-FFF2-40B4-BE49-F238E27FC236}">
                    <a16:creationId xmlns:a16="http://schemas.microsoft.com/office/drawing/2014/main" id="{90E2C084-FE42-498D-9DD1-54C9F1833304}"/>
                  </a:ext>
                </a:extLst>
              </p:cNvPr>
              <p:cNvSpPr>
                <a:spLocks noChangeArrowheads="1"/>
              </p:cNvSpPr>
              <p:nvPr/>
            </p:nvSpPr>
            <p:spPr bwMode="auto">
              <a:xfrm>
                <a:off x="672198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4" name="Rectangle 20">
                <a:extLst>
                  <a:ext uri="{FF2B5EF4-FFF2-40B4-BE49-F238E27FC236}">
                    <a16:creationId xmlns:a16="http://schemas.microsoft.com/office/drawing/2014/main" id="{C350DA86-5C2C-4CB7-B1CC-4409FC68993E}"/>
                  </a:ext>
                </a:extLst>
              </p:cNvPr>
              <p:cNvSpPr>
                <a:spLocks noChangeArrowheads="1"/>
              </p:cNvSpPr>
              <p:nvPr/>
            </p:nvSpPr>
            <p:spPr bwMode="auto">
              <a:xfrm>
                <a:off x="7177414"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5" name="Rectangle 21">
                <a:extLst>
                  <a:ext uri="{FF2B5EF4-FFF2-40B4-BE49-F238E27FC236}">
                    <a16:creationId xmlns:a16="http://schemas.microsoft.com/office/drawing/2014/main" id="{3476D016-BE0E-40FB-AE03-36C7206310DC}"/>
                  </a:ext>
                </a:extLst>
              </p:cNvPr>
              <p:cNvSpPr>
                <a:spLocks noChangeArrowheads="1"/>
              </p:cNvSpPr>
              <p:nvPr/>
            </p:nvSpPr>
            <p:spPr bwMode="auto">
              <a:xfrm>
                <a:off x="7631676"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6" name="Rectangle 22">
                <a:extLst>
                  <a:ext uri="{FF2B5EF4-FFF2-40B4-BE49-F238E27FC236}">
                    <a16:creationId xmlns:a16="http://schemas.microsoft.com/office/drawing/2014/main" id="{4207A264-69D9-418A-8329-92D261B9B62C}"/>
                  </a:ext>
                </a:extLst>
              </p:cNvPr>
              <p:cNvSpPr>
                <a:spLocks noChangeArrowheads="1"/>
              </p:cNvSpPr>
              <p:nvPr/>
            </p:nvSpPr>
            <p:spPr bwMode="auto">
              <a:xfrm>
                <a:off x="8087109"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7" name="Rectangle 23">
                <a:extLst>
                  <a:ext uri="{FF2B5EF4-FFF2-40B4-BE49-F238E27FC236}">
                    <a16:creationId xmlns:a16="http://schemas.microsoft.com/office/drawing/2014/main" id="{A6B0A29B-A2CB-436D-9F5A-97AC9E9B35A6}"/>
                  </a:ext>
                </a:extLst>
              </p:cNvPr>
              <p:cNvSpPr>
                <a:spLocks noChangeArrowheads="1"/>
              </p:cNvSpPr>
              <p:nvPr/>
            </p:nvSpPr>
            <p:spPr bwMode="auto">
              <a:xfrm>
                <a:off x="8541372"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8" name="Rectangle 24">
                <a:extLst>
                  <a:ext uri="{FF2B5EF4-FFF2-40B4-BE49-F238E27FC236}">
                    <a16:creationId xmlns:a16="http://schemas.microsoft.com/office/drawing/2014/main" id="{E9855E46-BFAF-42D9-AC3D-C449C9315DD0}"/>
                  </a:ext>
                </a:extLst>
              </p:cNvPr>
              <p:cNvSpPr>
                <a:spLocks noChangeArrowheads="1"/>
              </p:cNvSpPr>
              <p:nvPr/>
            </p:nvSpPr>
            <p:spPr bwMode="auto">
              <a:xfrm>
                <a:off x="8996805"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9" name="Rectangle 25">
                <a:extLst>
                  <a:ext uri="{FF2B5EF4-FFF2-40B4-BE49-F238E27FC236}">
                    <a16:creationId xmlns:a16="http://schemas.microsoft.com/office/drawing/2014/main" id="{8A0832E2-B419-44F2-AA90-20EF152828FB}"/>
                  </a:ext>
                </a:extLst>
              </p:cNvPr>
              <p:cNvSpPr>
                <a:spLocks noChangeArrowheads="1"/>
              </p:cNvSpPr>
              <p:nvPr/>
            </p:nvSpPr>
            <p:spPr bwMode="auto">
              <a:xfrm>
                <a:off x="9451068"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0" name="Rectangle 26">
                <a:extLst>
                  <a:ext uri="{FF2B5EF4-FFF2-40B4-BE49-F238E27FC236}">
                    <a16:creationId xmlns:a16="http://schemas.microsoft.com/office/drawing/2014/main" id="{19E36BF2-3D4E-4C2B-8D4A-DCF9E92FAEDD}"/>
                  </a:ext>
                </a:extLst>
              </p:cNvPr>
              <p:cNvSpPr>
                <a:spLocks noChangeArrowheads="1"/>
              </p:cNvSpPr>
              <p:nvPr/>
            </p:nvSpPr>
            <p:spPr bwMode="auto">
              <a:xfrm>
                <a:off x="9906501"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1" name="Rectangle 27">
                <a:extLst>
                  <a:ext uri="{FF2B5EF4-FFF2-40B4-BE49-F238E27FC236}">
                    <a16:creationId xmlns:a16="http://schemas.microsoft.com/office/drawing/2014/main" id="{038C7A5F-FE20-45D2-9A21-6F27B6DEE723}"/>
                  </a:ext>
                </a:extLst>
              </p:cNvPr>
              <p:cNvSpPr>
                <a:spLocks noChangeArrowheads="1"/>
              </p:cNvSpPr>
              <p:nvPr/>
            </p:nvSpPr>
            <p:spPr bwMode="auto">
              <a:xfrm>
                <a:off x="10360763"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2" name="Rectangle 28">
                <a:extLst>
                  <a:ext uri="{FF2B5EF4-FFF2-40B4-BE49-F238E27FC236}">
                    <a16:creationId xmlns:a16="http://schemas.microsoft.com/office/drawing/2014/main" id="{E6296672-5055-43EF-8C50-F99741CCADCF}"/>
                  </a:ext>
                </a:extLst>
              </p:cNvPr>
              <p:cNvSpPr>
                <a:spLocks noChangeArrowheads="1"/>
              </p:cNvSpPr>
              <p:nvPr/>
            </p:nvSpPr>
            <p:spPr bwMode="auto">
              <a:xfrm>
                <a:off x="10816197"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3" name="Rectangle 29">
                <a:extLst>
                  <a:ext uri="{FF2B5EF4-FFF2-40B4-BE49-F238E27FC236}">
                    <a16:creationId xmlns:a16="http://schemas.microsoft.com/office/drawing/2014/main" id="{9F789C90-FBCD-48B5-800E-4829555286BD}"/>
                  </a:ext>
                </a:extLst>
              </p:cNvPr>
              <p:cNvSpPr>
                <a:spLocks noChangeArrowheads="1"/>
              </p:cNvSpPr>
              <p:nvPr/>
            </p:nvSpPr>
            <p:spPr bwMode="auto">
              <a:xfrm>
                <a:off x="1127046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4" name="Rectangle 30">
                <a:extLst>
                  <a:ext uri="{FF2B5EF4-FFF2-40B4-BE49-F238E27FC236}">
                    <a16:creationId xmlns:a16="http://schemas.microsoft.com/office/drawing/2014/main" id="{DDF49BA7-3A02-4020-A1E4-11270C686243}"/>
                  </a:ext>
                </a:extLst>
              </p:cNvPr>
              <p:cNvSpPr>
                <a:spLocks noChangeArrowheads="1"/>
              </p:cNvSpPr>
              <p:nvPr/>
            </p:nvSpPr>
            <p:spPr bwMode="auto">
              <a:xfrm>
                <a:off x="1172589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6" name="Group 15">
              <a:extLst>
                <a:ext uri="{FF2B5EF4-FFF2-40B4-BE49-F238E27FC236}">
                  <a16:creationId xmlns:a16="http://schemas.microsoft.com/office/drawing/2014/main" id="{66A8B488-F73F-46BA-AAC6-FAAE1D26CA95}"/>
                </a:ext>
              </a:extLst>
            </p:cNvPr>
            <p:cNvGrpSpPr/>
            <p:nvPr/>
          </p:nvGrpSpPr>
          <p:grpSpPr>
            <a:xfrm>
              <a:off x="354110" y="2352251"/>
              <a:ext cx="11480604" cy="108822"/>
              <a:chOff x="354110" y="2358964"/>
              <a:chExt cx="11480604" cy="108822"/>
            </a:xfrm>
            <a:grpFill/>
          </p:grpSpPr>
          <p:sp>
            <p:nvSpPr>
              <p:cNvPr id="233" name="Rectangle 32">
                <a:extLst>
                  <a:ext uri="{FF2B5EF4-FFF2-40B4-BE49-F238E27FC236}">
                    <a16:creationId xmlns:a16="http://schemas.microsoft.com/office/drawing/2014/main" id="{B4B13D94-DCE1-468B-AF50-848FB46E4948}"/>
                  </a:ext>
                </a:extLst>
              </p:cNvPr>
              <p:cNvSpPr>
                <a:spLocks noChangeArrowheads="1"/>
              </p:cNvSpPr>
              <p:nvPr/>
            </p:nvSpPr>
            <p:spPr bwMode="auto">
              <a:xfrm>
                <a:off x="35411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4" name="Rectangle 33">
                <a:extLst>
                  <a:ext uri="{FF2B5EF4-FFF2-40B4-BE49-F238E27FC236}">
                    <a16:creationId xmlns:a16="http://schemas.microsoft.com/office/drawing/2014/main" id="{D42897BB-EFBB-4C3E-B7D8-39558C9973F8}"/>
                  </a:ext>
                </a:extLst>
              </p:cNvPr>
              <p:cNvSpPr>
                <a:spLocks noChangeArrowheads="1"/>
              </p:cNvSpPr>
              <p:nvPr/>
            </p:nvSpPr>
            <p:spPr bwMode="auto">
              <a:xfrm>
                <a:off x="80954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5" name="Rectangle 34">
                <a:extLst>
                  <a:ext uri="{FF2B5EF4-FFF2-40B4-BE49-F238E27FC236}">
                    <a16:creationId xmlns:a16="http://schemas.microsoft.com/office/drawing/2014/main" id="{4FAE9ED1-B75E-4074-8A29-538EBAC75111}"/>
                  </a:ext>
                </a:extLst>
              </p:cNvPr>
              <p:cNvSpPr>
                <a:spLocks noChangeArrowheads="1"/>
              </p:cNvSpPr>
              <p:nvPr/>
            </p:nvSpPr>
            <p:spPr bwMode="auto">
              <a:xfrm>
                <a:off x="1263805"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6" name="Rectangle 35">
                <a:extLst>
                  <a:ext uri="{FF2B5EF4-FFF2-40B4-BE49-F238E27FC236}">
                    <a16:creationId xmlns:a16="http://schemas.microsoft.com/office/drawing/2014/main" id="{04AF33C2-82DD-4449-B5ED-C6E11A9176B9}"/>
                  </a:ext>
                </a:extLst>
              </p:cNvPr>
              <p:cNvSpPr>
                <a:spLocks noChangeArrowheads="1"/>
              </p:cNvSpPr>
              <p:nvPr/>
            </p:nvSpPr>
            <p:spPr bwMode="auto">
              <a:xfrm>
                <a:off x="1719239"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7" name="Rectangle 36">
                <a:extLst>
                  <a:ext uri="{FF2B5EF4-FFF2-40B4-BE49-F238E27FC236}">
                    <a16:creationId xmlns:a16="http://schemas.microsoft.com/office/drawing/2014/main" id="{A402AA2F-3566-4F90-A3D7-2F6ACC0596DC}"/>
                  </a:ext>
                </a:extLst>
              </p:cNvPr>
              <p:cNvSpPr>
                <a:spLocks noChangeArrowheads="1"/>
              </p:cNvSpPr>
              <p:nvPr/>
            </p:nvSpPr>
            <p:spPr bwMode="auto">
              <a:xfrm>
                <a:off x="2173502"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8" name="Rectangle 37">
                <a:extLst>
                  <a:ext uri="{FF2B5EF4-FFF2-40B4-BE49-F238E27FC236}">
                    <a16:creationId xmlns:a16="http://schemas.microsoft.com/office/drawing/2014/main" id="{12257C74-8FE2-4A5A-AE7D-4253FD48B2A6}"/>
                  </a:ext>
                </a:extLst>
              </p:cNvPr>
              <p:cNvSpPr>
                <a:spLocks noChangeArrowheads="1"/>
              </p:cNvSpPr>
              <p:nvPr/>
            </p:nvSpPr>
            <p:spPr bwMode="auto">
              <a:xfrm>
                <a:off x="2628934"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9" name="Rectangle 38">
                <a:extLst>
                  <a:ext uri="{FF2B5EF4-FFF2-40B4-BE49-F238E27FC236}">
                    <a16:creationId xmlns:a16="http://schemas.microsoft.com/office/drawing/2014/main" id="{EDCCE78B-73E1-4347-A0AB-893F31DE0D72}"/>
                  </a:ext>
                </a:extLst>
              </p:cNvPr>
              <p:cNvSpPr>
                <a:spLocks noChangeArrowheads="1"/>
              </p:cNvSpPr>
              <p:nvPr/>
            </p:nvSpPr>
            <p:spPr bwMode="auto">
              <a:xfrm>
                <a:off x="3083197"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0" name="Rectangle 39">
                <a:extLst>
                  <a:ext uri="{FF2B5EF4-FFF2-40B4-BE49-F238E27FC236}">
                    <a16:creationId xmlns:a16="http://schemas.microsoft.com/office/drawing/2014/main" id="{71A20C81-1914-4715-86F6-FC2A3887F217}"/>
                  </a:ext>
                </a:extLst>
              </p:cNvPr>
              <p:cNvSpPr>
                <a:spLocks noChangeArrowheads="1"/>
              </p:cNvSpPr>
              <p:nvPr/>
            </p:nvSpPr>
            <p:spPr bwMode="auto">
              <a:xfrm>
                <a:off x="3538630"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1" name="Rectangle 40">
                <a:extLst>
                  <a:ext uri="{FF2B5EF4-FFF2-40B4-BE49-F238E27FC236}">
                    <a16:creationId xmlns:a16="http://schemas.microsoft.com/office/drawing/2014/main" id="{30EB0F8B-2241-4BB6-B10C-10150726F1C8}"/>
                  </a:ext>
                </a:extLst>
              </p:cNvPr>
              <p:cNvSpPr>
                <a:spLocks noChangeArrowheads="1"/>
              </p:cNvSpPr>
              <p:nvPr/>
            </p:nvSpPr>
            <p:spPr bwMode="auto">
              <a:xfrm>
                <a:off x="3992893"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2" name="Rectangle 41">
                <a:extLst>
                  <a:ext uri="{FF2B5EF4-FFF2-40B4-BE49-F238E27FC236}">
                    <a16:creationId xmlns:a16="http://schemas.microsoft.com/office/drawing/2014/main" id="{93DC7C70-8C17-43A4-9F9B-0C24A1A8816F}"/>
                  </a:ext>
                </a:extLst>
              </p:cNvPr>
              <p:cNvSpPr>
                <a:spLocks noChangeArrowheads="1"/>
              </p:cNvSpPr>
              <p:nvPr/>
            </p:nvSpPr>
            <p:spPr bwMode="auto">
              <a:xfrm>
                <a:off x="4448326"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3" name="Rectangle 42">
                <a:extLst>
                  <a:ext uri="{FF2B5EF4-FFF2-40B4-BE49-F238E27FC236}">
                    <a16:creationId xmlns:a16="http://schemas.microsoft.com/office/drawing/2014/main" id="{700DA9A2-C7ED-46FB-B7ED-912E60E91053}"/>
                  </a:ext>
                </a:extLst>
              </p:cNvPr>
              <p:cNvSpPr>
                <a:spLocks noChangeArrowheads="1"/>
              </p:cNvSpPr>
              <p:nvPr/>
            </p:nvSpPr>
            <p:spPr bwMode="auto">
              <a:xfrm>
                <a:off x="4902589"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4" name="Rectangle 43">
                <a:extLst>
                  <a:ext uri="{FF2B5EF4-FFF2-40B4-BE49-F238E27FC236}">
                    <a16:creationId xmlns:a16="http://schemas.microsoft.com/office/drawing/2014/main" id="{23993B3F-B1E2-4626-915E-30EA0C27114C}"/>
                  </a:ext>
                </a:extLst>
              </p:cNvPr>
              <p:cNvSpPr>
                <a:spLocks noChangeArrowheads="1"/>
              </p:cNvSpPr>
              <p:nvPr/>
            </p:nvSpPr>
            <p:spPr bwMode="auto">
              <a:xfrm>
                <a:off x="535802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5" name="Rectangle 44">
                <a:extLst>
                  <a:ext uri="{FF2B5EF4-FFF2-40B4-BE49-F238E27FC236}">
                    <a16:creationId xmlns:a16="http://schemas.microsoft.com/office/drawing/2014/main" id="{70A847F2-326C-4A11-90C5-5A5E3BC0062F}"/>
                  </a:ext>
                </a:extLst>
              </p:cNvPr>
              <p:cNvSpPr>
                <a:spLocks noChangeArrowheads="1"/>
              </p:cNvSpPr>
              <p:nvPr/>
            </p:nvSpPr>
            <p:spPr bwMode="auto">
              <a:xfrm>
                <a:off x="5812285"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6" name="Rectangle 45">
                <a:extLst>
                  <a:ext uri="{FF2B5EF4-FFF2-40B4-BE49-F238E27FC236}">
                    <a16:creationId xmlns:a16="http://schemas.microsoft.com/office/drawing/2014/main" id="{D050CF34-CB80-475B-86F9-30114A7E6141}"/>
                  </a:ext>
                </a:extLst>
              </p:cNvPr>
              <p:cNvSpPr>
                <a:spLocks noChangeArrowheads="1"/>
              </p:cNvSpPr>
              <p:nvPr/>
            </p:nvSpPr>
            <p:spPr bwMode="auto">
              <a:xfrm>
                <a:off x="6267717"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7" name="Rectangle 46">
                <a:extLst>
                  <a:ext uri="{FF2B5EF4-FFF2-40B4-BE49-F238E27FC236}">
                    <a16:creationId xmlns:a16="http://schemas.microsoft.com/office/drawing/2014/main" id="{72F7682D-8B8B-4827-9F84-5A883F25751E}"/>
                  </a:ext>
                </a:extLst>
              </p:cNvPr>
              <p:cNvSpPr>
                <a:spLocks noChangeArrowheads="1"/>
              </p:cNvSpPr>
              <p:nvPr/>
            </p:nvSpPr>
            <p:spPr bwMode="auto">
              <a:xfrm>
                <a:off x="672198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8" name="Rectangle 47">
                <a:extLst>
                  <a:ext uri="{FF2B5EF4-FFF2-40B4-BE49-F238E27FC236}">
                    <a16:creationId xmlns:a16="http://schemas.microsoft.com/office/drawing/2014/main" id="{096B96DB-AD07-4F59-8D81-878896D609D6}"/>
                  </a:ext>
                </a:extLst>
              </p:cNvPr>
              <p:cNvSpPr>
                <a:spLocks noChangeArrowheads="1"/>
              </p:cNvSpPr>
              <p:nvPr/>
            </p:nvSpPr>
            <p:spPr bwMode="auto">
              <a:xfrm>
                <a:off x="7177414"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9" name="Rectangle 48">
                <a:extLst>
                  <a:ext uri="{FF2B5EF4-FFF2-40B4-BE49-F238E27FC236}">
                    <a16:creationId xmlns:a16="http://schemas.microsoft.com/office/drawing/2014/main" id="{8B2388B0-7437-4F3C-B5AF-A99838656D00}"/>
                  </a:ext>
                </a:extLst>
              </p:cNvPr>
              <p:cNvSpPr>
                <a:spLocks noChangeArrowheads="1"/>
              </p:cNvSpPr>
              <p:nvPr/>
            </p:nvSpPr>
            <p:spPr bwMode="auto">
              <a:xfrm>
                <a:off x="7631676"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0" name="Rectangle 49">
                <a:extLst>
                  <a:ext uri="{FF2B5EF4-FFF2-40B4-BE49-F238E27FC236}">
                    <a16:creationId xmlns:a16="http://schemas.microsoft.com/office/drawing/2014/main" id="{FBE62A09-5F6A-4BC0-9413-4B7222385A07}"/>
                  </a:ext>
                </a:extLst>
              </p:cNvPr>
              <p:cNvSpPr>
                <a:spLocks noChangeArrowheads="1"/>
              </p:cNvSpPr>
              <p:nvPr/>
            </p:nvSpPr>
            <p:spPr bwMode="auto">
              <a:xfrm>
                <a:off x="8087109"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1" name="Rectangle 50">
                <a:extLst>
                  <a:ext uri="{FF2B5EF4-FFF2-40B4-BE49-F238E27FC236}">
                    <a16:creationId xmlns:a16="http://schemas.microsoft.com/office/drawing/2014/main" id="{FD4120A0-F176-4CF5-BD30-0A467CCD63B4}"/>
                  </a:ext>
                </a:extLst>
              </p:cNvPr>
              <p:cNvSpPr>
                <a:spLocks noChangeArrowheads="1"/>
              </p:cNvSpPr>
              <p:nvPr/>
            </p:nvSpPr>
            <p:spPr bwMode="auto">
              <a:xfrm>
                <a:off x="8541372"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2" name="Rectangle 51">
                <a:extLst>
                  <a:ext uri="{FF2B5EF4-FFF2-40B4-BE49-F238E27FC236}">
                    <a16:creationId xmlns:a16="http://schemas.microsoft.com/office/drawing/2014/main" id="{8075DBF6-9812-49E0-8973-F29DF4621992}"/>
                  </a:ext>
                </a:extLst>
              </p:cNvPr>
              <p:cNvSpPr>
                <a:spLocks noChangeArrowheads="1"/>
              </p:cNvSpPr>
              <p:nvPr/>
            </p:nvSpPr>
            <p:spPr bwMode="auto">
              <a:xfrm>
                <a:off x="8996805"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3" name="Rectangle 52">
                <a:extLst>
                  <a:ext uri="{FF2B5EF4-FFF2-40B4-BE49-F238E27FC236}">
                    <a16:creationId xmlns:a16="http://schemas.microsoft.com/office/drawing/2014/main" id="{55CA37AD-A3E1-4489-9138-C3852B352A18}"/>
                  </a:ext>
                </a:extLst>
              </p:cNvPr>
              <p:cNvSpPr>
                <a:spLocks noChangeArrowheads="1"/>
              </p:cNvSpPr>
              <p:nvPr/>
            </p:nvSpPr>
            <p:spPr bwMode="auto">
              <a:xfrm>
                <a:off x="9451068"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4" name="Rectangle 53">
                <a:extLst>
                  <a:ext uri="{FF2B5EF4-FFF2-40B4-BE49-F238E27FC236}">
                    <a16:creationId xmlns:a16="http://schemas.microsoft.com/office/drawing/2014/main" id="{C88268CA-A454-432A-BBC6-F3C2F2736E0C}"/>
                  </a:ext>
                </a:extLst>
              </p:cNvPr>
              <p:cNvSpPr>
                <a:spLocks noChangeArrowheads="1"/>
              </p:cNvSpPr>
              <p:nvPr/>
            </p:nvSpPr>
            <p:spPr bwMode="auto">
              <a:xfrm>
                <a:off x="9906501"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5" name="Rectangle 54">
                <a:extLst>
                  <a:ext uri="{FF2B5EF4-FFF2-40B4-BE49-F238E27FC236}">
                    <a16:creationId xmlns:a16="http://schemas.microsoft.com/office/drawing/2014/main" id="{3EA71045-4C26-49CD-944A-9D37A7B68674}"/>
                  </a:ext>
                </a:extLst>
              </p:cNvPr>
              <p:cNvSpPr>
                <a:spLocks noChangeArrowheads="1"/>
              </p:cNvSpPr>
              <p:nvPr/>
            </p:nvSpPr>
            <p:spPr bwMode="auto">
              <a:xfrm>
                <a:off x="10360763"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6" name="Rectangle 55">
                <a:extLst>
                  <a:ext uri="{FF2B5EF4-FFF2-40B4-BE49-F238E27FC236}">
                    <a16:creationId xmlns:a16="http://schemas.microsoft.com/office/drawing/2014/main" id="{4CA66C44-3E69-4CC0-BE3E-5099678F39E7}"/>
                  </a:ext>
                </a:extLst>
              </p:cNvPr>
              <p:cNvSpPr>
                <a:spLocks noChangeArrowheads="1"/>
              </p:cNvSpPr>
              <p:nvPr/>
            </p:nvSpPr>
            <p:spPr bwMode="auto">
              <a:xfrm>
                <a:off x="10816197"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7" name="Rectangle 56">
                <a:extLst>
                  <a:ext uri="{FF2B5EF4-FFF2-40B4-BE49-F238E27FC236}">
                    <a16:creationId xmlns:a16="http://schemas.microsoft.com/office/drawing/2014/main" id="{DBCD939E-7346-4FE8-9A9E-3196A1634058}"/>
                  </a:ext>
                </a:extLst>
              </p:cNvPr>
              <p:cNvSpPr>
                <a:spLocks noChangeArrowheads="1"/>
              </p:cNvSpPr>
              <p:nvPr/>
            </p:nvSpPr>
            <p:spPr bwMode="auto">
              <a:xfrm>
                <a:off x="1127046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8" name="Rectangle 57">
                <a:extLst>
                  <a:ext uri="{FF2B5EF4-FFF2-40B4-BE49-F238E27FC236}">
                    <a16:creationId xmlns:a16="http://schemas.microsoft.com/office/drawing/2014/main" id="{2048A8D9-1609-4979-9E04-CE3C74005214}"/>
                  </a:ext>
                </a:extLst>
              </p:cNvPr>
              <p:cNvSpPr>
                <a:spLocks noChangeArrowheads="1"/>
              </p:cNvSpPr>
              <p:nvPr/>
            </p:nvSpPr>
            <p:spPr bwMode="auto">
              <a:xfrm>
                <a:off x="1172589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7" name="Group 16">
              <a:extLst>
                <a:ext uri="{FF2B5EF4-FFF2-40B4-BE49-F238E27FC236}">
                  <a16:creationId xmlns:a16="http://schemas.microsoft.com/office/drawing/2014/main" id="{518EF978-EC3B-4512-9384-D9CDBEA6D3B0}"/>
                </a:ext>
              </a:extLst>
            </p:cNvPr>
            <p:cNvGrpSpPr/>
            <p:nvPr/>
          </p:nvGrpSpPr>
          <p:grpSpPr>
            <a:xfrm>
              <a:off x="354110" y="2857795"/>
              <a:ext cx="11480604" cy="109990"/>
              <a:chOff x="354110" y="2866188"/>
              <a:chExt cx="11480604" cy="109990"/>
            </a:xfrm>
            <a:grpFill/>
          </p:grpSpPr>
          <p:sp>
            <p:nvSpPr>
              <p:cNvPr id="207" name="Rectangle 59">
                <a:extLst>
                  <a:ext uri="{FF2B5EF4-FFF2-40B4-BE49-F238E27FC236}">
                    <a16:creationId xmlns:a16="http://schemas.microsoft.com/office/drawing/2014/main" id="{1CDD4CCD-B616-436B-A3FD-F9E6416D6160}"/>
                  </a:ext>
                </a:extLst>
              </p:cNvPr>
              <p:cNvSpPr>
                <a:spLocks noChangeArrowheads="1"/>
              </p:cNvSpPr>
              <p:nvPr/>
            </p:nvSpPr>
            <p:spPr bwMode="auto">
              <a:xfrm>
                <a:off x="35411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8" name="Rectangle 60">
                <a:extLst>
                  <a:ext uri="{FF2B5EF4-FFF2-40B4-BE49-F238E27FC236}">
                    <a16:creationId xmlns:a16="http://schemas.microsoft.com/office/drawing/2014/main" id="{C714A79D-593F-4D51-9527-0F7D44670155}"/>
                  </a:ext>
                </a:extLst>
              </p:cNvPr>
              <p:cNvSpPr>
                <a:spLocks noChangeArrowheads="1"/>
              </p:cNvSpPr>
              <p:nvPr/>
            </p:nvSpPr>
            <p:spPr bwMode="auto">
              <a:xfrm>
                <a:off x="80954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9" name="Rectangle 61">
                <a:extLst>
                  <a:ext uri="{FF2B5EF4-FFF2-40B4-BE49-F238E27FC236}">
                    <a16:creationId xmlns:a16="http://schemas.microsoft.com/office/drawing/2014/main" id="{E7C7988F-856E-46FD-8950-CCDDDA38CF67}"/>
                  </a:ext>
                </a:extLst>
              </p:cNvPr>
              <p:cNvSpPr>
                <a:spLocks noChangeArrowheads="1"/>
              </p:cNvSpPr>
              <p:nvPr/>
            </p:nvSpPr>
            <p:spPr bwMode="auto">
              <a:xfrm>
                <a:off x="1263805"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0" name="Rectangle 62">
                <a:extLst>
                  <a:ext uri="{FF2B5EF4-FFF2-40B4-BE49-F238E27FC236}">
                    <a16:creationId xmlns:a16="http://schemas.microsoft.com/office/drawing/2014/main" id="{6A604DC1-6DD7-4A5F-939D-B7E3D6B44599}"/>
                  </a:ext>
                </a:extLst>
              </p:cNvPr>
              <p:cNvSpPr>
                <a:spLocks noChangeArrowheads="1"/>
              </p:cNvSpPr>
              <p:nvPr/>
            </p:nvSpPr>
            <p:spPr bwMode="auto">
              <a:xfrm>
                <a:off x="1719239"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1" name="Rectangle 63">
                <a:extLst>
                  <a:ext uri="{FF2B5EF4-FFF2-40B4-BE49-F238E27FC236}">
                    <a16:creationId xmlns:a16="http://schemas.microsoft.com/office/drawing/2014/main" id="{5E841B6F-400E-43A2-BA9E-713E1210E2FC}"/>
                  </a:ext>
                </a:extLst>
              </p:cNvPr>
              <p:cNvSpPr>
                <a:spLocks noChangeArrowheads="1"/>
              </p:cNvSpPr>
              <p:nvPr/>
            </p:nvSpPr>
            <p:spPr bwMode="auto">
              <a:xfrm>
                <a:off x="2173502"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2" name="Rectangle 64">
                <a:extLst>
                  <a:ext uri="{FF2B5EF4-FFF2-40B4-BE49-F238E27FC236}">
                    <a16:creationId xmlns:a16="http://schemas.microsoft.com/office/drawing/2014/main" id="{EB3556E4-BBFF-4497-86CB-E08210DD43A4}"/>
                  </a:ext>
                </a:extLst>
              </p:cNvPr>
              <p:cNvSpPr>
                <a:spLocks noChangeArrowheads="1"/>
              </p:cNvSpPr>
              <p:nvPr/>
            </p:nvSpPr>
            <p:spPr bwMode="auto">
              <a:xfrm>
                <a:off x="2628934"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3" name="Rectangle 65">
                <a:extLst>
                  <a:ext uri="{FF2B5EF4-FFF2-40B4-BE49-F238E27FC236}">
                    <a16:creationId xmlns:a16="http://schemas.microsoft.com/office/drawing/2014/main" id="{4ED49176-4A95-47F2-9609-F517D91CE550}"/>
                  </a:ext>
                </a:extLst>
              </p:cNvPr>
              <p:cNvSpPr>
                <a:spLocks noChangeArrowheads="1"/>
              </p:cNvSpPr>
              <p:nvPr/>
            </p:nvSpPr>
            <p:spPr bwMode="auto">
              <a:xfrm>
                <a:off x="3083197"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4" name="Rectangle 66">
                <a:extLst>
                  <a:ext uri="{FF2B5EF4-FFF2-40B4-BE49-F238E27FC236}">
                    <a16:creationId xmlns:a16="http://schemas.microsoft.com/office/drawing/2014/main" id="{C285A21A-D02C-4E2C-9129-0E4FD1439834}"/>
                  </a:ext>
                </a:extLst>
              </p:cNvPr>
              <p:cNvSpPr>
                <a:spLocks noChangeArrowheads="1"/>
              </p:cNvSpPr>
              <p:nvPr/>
            </p:nvSpPr>
            <p:spPr bwMode="auto">
              <a:xfrm>
                <a:off x="3538630"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5" name="Rectangle 67">
                <a:extLst>
                  <a:ext uri="{FF2B5EF4-FFF2-40B4-BE49-F238E27FC236}">
                    <a16:creationId xmlns:a16="http://schemas.microsoft.com/office/drawing/2014/main" id="{0FAC70C0-5E77-440D-AA2C-C5F3A3CEC69B}"/>
                  </a:ext>
                </a:extLst>
              </p:cNvPr>
              <p:cNvSpPr>
                <a:spLocks noChangeArrowheads="1"/>
              </p:cNvSpPr>
              <p:nvPr/>
            </p:nvSpPr>
            <p:spPr bwMode="auto">
              <a:xfrm>
                <a:off x="3992893"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6" name="Rectangle 68">
                <a:extLst>
                  <a:ext uri="{FF2B5EF4-FFF2-40B4-BE49-F238E27FC236}">
                    <a16:creationId xmlns:a16="http://schemas.microsoft.com/office/drawing/2014/main" id="{5463B017-838F-413D-8764-821503622A96}"/>
                  </a:ext>
                </a:extLst>
              </p:cNvPr>
              <p:cNvSpPr>
                <a:spLocks noChangeArrowheads="1"/>
              </p:cNvSpPr>
              <p:nvPr/>
            </p:nvSpPr>
            <p:spPr bwMode="auto">
              <a:xfrm>
                <a:off x="4448326"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7" name="Rectangle 69">
                <a:extLst>
                  <a:ext uri="{FF2B5EF4-FFF2-40B4-BE49-F238E27FC236}">
                    <a16:creationId xmlns:a16="http://schemas.microsoft.com/office/drawing/2014/main" id="{D1A17899-795E-470F-B52B-0EE1A5143D8A}"/>
                  </a:ext>
                </a:extLst>
              </p:cNvPr>
              <p:cNvSpPr>
                <a:spLocks noChangeArrowheads="1"/>
              </p:cNvSpPr>
              <p:nvPr/>
            </p:nvSpPr>
            <p:spPr bwMode="auto">
              <a:xfrm>
                <a:off x="4902589"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8" name="Rectangle 70">
                <a:extLst>
                  <a:ext uri="{FF2B5EF4-FFF2-40B4-BE49-F238E27FC236}">
                    <a16:creationId xmlns:a16="http://schemas.microsoft.com/office/drawing/2014/main" id="{BFA98CD7-C296-4FF8-AEA4-137B730DF3A7}"/>
                  </a:ext>
                </a:extLst>
              </p:cNvPr>
              <p:cNvSpPr>
                <a:spLocks noChangeArrowheads="1"/>
              </p:cNvSpPr>
              <p:nvPr/>
            </p:nvSpPr>
            <p:spPr bwMode="auto">
              <a:xfrm>
                <a:off x="535802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9" name="Rectangle 71">
                <a:extLst>
                  <a:ext uri="{FF2B5EF4-FFF2-40B4-BE49-F238E27FC236}">
                    <a16:creationId xmlns:a16="http://schemas.microsoft.com/office/drawing/2014/main" id="{9F11BA7F-A440-4A5A-9145-C2CBF5DAF0D4}"/>
                  </a:ext>
                </a:extLst>
              </p:cNvPr>
              <p:cNvSpPr>
                <a:spLocks noChangeArrowheads="1"/>
              </p:cNvSpPr>
              <p:nvPr/>
            </p:nvSpPr>
            <p:spPr bwMode="auto">
              <a:xfrm>
                <a:off x="5812285"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0" name="Rectangle 72">
                <a:extLst>
                  <a:ext uri="{FF2B5EF4-FFF2-40B4-BE49-F238E27FC236}">
                    <a16:creationId xmlns:a16="http://schemas.microsoft.com/office/drawing/2014/main" id="{D21FFF55-7EAD-40FA-9864-F5B8971D1414}"/>
                  </a:ext>
                </a:extLst>
              </p:cNvPr>
              <p:cNvSpPr>
                <a:spLocks noChangeArrowheads="1"/>
              </p:cNvSpPr>
              <p:nvPr/>
            </p:nvSpPr>
            <p:spPr bwMode="auto">
              <a:xfrm>
                <a:off x="6267717"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1" name="Rectangle 73">
                <a:extLst>
                  <a:ext uri="{FF2B5EF4-FFF2-40B4-BE49-F238E27FC236}">
                    <a16:creationId xmlns:a16="http://schemas.microsoft.com/office/drawing/2014/main" id="{30F55C85-4BDF-4A1A-A90A-C676A9117308}"/>
                  </a:ext>
                </a:extLst>
              </p:cNvPr>
              <p:cNvSpPr>
                <a:spLocks noChangeArrowheads="1"/>
              </p:cNvSpPr>
              <p:nvPr/>
            </p:nvSpPr>
            <p:spPr bwMode="auto">
              <a:xfrm>
                <a:off x="672198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2" name="Rectangle 74">
                <a:extLst>
                  <a:ext uri="{FF2B5EF4-FFF2-40B4-BE49-F238E27FC236}">
                    <a16:creationId xmlns:a16="http://schemas.microsoft.com/office/drawing/2014/main" id="{CD376222-CE2E-460E-A86D-CEEFFC77F8CE}"/>
                  </a:ext>
                </a:extLst>
              </p:cNvPr>
              <p:cNvSpPr>
                <a:spLocks noChangeArrowheads="1"/>
              </p:cNvSpPr>
              <p:nvPr/>
            </p:nvSpPr>
            <p:spPr bwMode="auto">
              <a:xfrm>
                <a:off x="7177414"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3" name="Rectangle 75">
                <a:extLst>
                  <a:ext uri="{FF2B5EF4-FFF2-40B4-BE49-F238E27FC236}">
                    <a16:creationId xmlns:a16="http://schemas.microsoft.com/office/drawing/2014/main" id="{D9F6E244-E70D-4E98-BE65-616D29AD4DB0}"/>
                  </a:ext>
                </a:extLst>
              </p:cNvPr>
              <p:cNvSpPr>
                <a:spLocks noChangeArrowheads="1"/>
              </p:cNvSpPr>
              <p:nvPr/>
            </p:nvSpPr>
            <p:spPr bwMode="auto">
              <a:xfrm>
                <a:off x="7631676"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4" name="Rectangle 76">
                <a:extLst>
                  <a:ext uri="{FF2B5EF4-FFF2-40B4-BE49-F238E27FC236}">
                    <a16:creationId xmlns:a16="http://schemas.microsoft.com/office/drawing/2014/main" id="{E3B75F8F-57C0-4AD6-92A4-826B4281F4A1}"/>
                  </a:ext>
                </a:extLst>
              </p:cNvPr>
              <p:cNvSpPr>
                <a:spLocks noChangeArrowheads="1"/>
              </p:cNvSpPr>
              <p:nvPr/>
            </p:nvSpPr>
            <p:spPr bwMode="auto">
              <a:xfrm>
                <a:off x="8087109"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5" name="Rectangle 77">
                <a:extLst>
                  <a:ext uri="{FF2B5EF4-FFF2-40B4-BE49-F238E27FC236}">
                    <a16:creationId xmlns:a16="http://schemas.microsoft.com/office/drawing/2014/main" id="{A535E84C-3ECC-4B95-9FA9-A4AD23F2F270}"/>
                  </a:ext>
                </a:extLst>
              </p:cNvPr>
              <p:cNvSpPr>
                <a:spLocks noChangeArrowheads="1"/>
              </p:cNvSpPr>
              <p:nvPr/>
            </p:nvSpPr>
            <p:spPr bwMode="auto">
              <a:xfrm>
                <a:off x="8541372"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6" name="Rectangle 78">
                <a:extLst>
                  <a:ext uri="{FF2B5EF4-FFF2-40B4-BE49-F238E27FC236}">
                    <a16:creationId xmlns:a16="http://schemas.microsoft.com/office/drawing/2014/main" id="{B36D8AB3-727A-44D7-B945-11021E7E565E}"/>
                  </a:ext>
                </a:extLst>
              </p:cNvPr>
              <p:cNvSpPr>
                <a:spLocks noChangeArrowheads="1"/>
              </p:cNvSpPr>
              <p:nvPr/>
            </p:nvSpPr>
            <p:spPr bwMode="auto">
              <a:xfrm>
                <a:off x="8996805"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7" name="Rectangle 79">
                <a:extLst>
                  <a:ext uri="{FF2B5EF4-FFF2-40B4-BE49-F238E27FC236}">
                    <a16:creationId xmlns:a16="http://schemas.microsoft.com/office/drawing/2014/main" id="{D97F58A0-5D6C-414B-81E1-932E36D87F81}"/>
                  </a:ext>
                </a:extLst>
              </p:cNvPr>
              <p:cNvSpPr>
                <a:spLocks noChangeArrowheads="1"/>
              </p:cNvSpPr>
              <p:nvPr/>
            </p:nvSpPr>
            <p:spPr bwMode="auto">
              <a:xfrm>
                <a:off x="9451068"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8" name="Rectangle 80">
                <a:extLst>
                  <a:ext uri="{FF2B5EF4-FFF2-40B4-BE49-F238E27FC236}">
                    <a16:creationId xmlns:a16="http://schemas.microsoft.com/office/drawing/2014/main" id="{34645A3A-2DF2-467B-ADEC-66C2680074AA}"/>
                  </a:ext>
                </a:extLst>
              </p:cNvPr>
              <p:cNvSpPr>
                <a:spLocks noChangeArrowheads="1"/>
              </p:cNvSpPr>
              <p:nvPr/>
            </p:nvSpPr>
            <p:spPr bwMode="auto">
              <a:xfrm>
                <a:off x="9906501"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9" name="Rectangle 81">
                <a:extLst>
                  <a:ext uri="{FF2B5EF4-FFF2-40B4-BE49-F238E27FC236}">
                    <a16:creationId xmlns:a16="http://schemas.microsoft.com/office/drawing/2014/main" id="{2991A0D8-2D5D-4B08-9704-9BFB93B162FC}"/>
                  </a:ext>
                </a:extLst>
              </p:cNvPr>
              <p:cNvSpPr>
                <a:spLocks noChangeArrowheads="1"/>
              </p:cNvSpPr>
              <p:nvPr/>
            </p:nvSpPr>
            <p:spPr bwMode="auto">
              <a:xfrm>
                <a:off x="10360763"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0" name="Rectangle 82">
                <a:extLst>
                  <a:ext uri="{FF2B5EF4-FFF2-40B4-BE49-F238E27FC236}">
                    <a16:creationId xmlns:a16="http://schemas.microsoft.com/office/drawing/2014/main" id="{7128A5D3-8A8E-4A5B-ACA1-5A01DEAE2F4F}"/>
                  </a:ext>
                </a:extLst>
              </p:cNvPr>
              <p:cNvSpPr>
                <a:spLocks noChangeArrowheads="1"/>
              </p:cNvSpPr>
              <p:nvPr/>
            </p:nvSpPr>
            <p:spPr bwMode="auto">
              <a:xfrm>
                <a:off x="10816197"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1" name="Rectangle 83">
                <a:extLst>
                  <a:ext uri="{FF2B5EF4-FFF2-40B4-BE49-F238E27FC236}">
                    <a16:creationId xmlns:a16="http://schemas.microsoft.com/office/drawing/2014/main" id="{D017036E-3A97-4D6A-AA9F-AA9B8E3E0E34}"/>
                  </a:ext>
                </a:extLst>
              </p:cNvPr>
              <p:cNvSpPr>
                <a:spLocks noChangeArrowheads="1"/>
              </p:cNvSpPr>
              <p:nvPr/>
            </p:nvSpPr>
            <p:spPr bwMode="auto">
              <a:xfrm>
                <a:off x="1127046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2" name="Rectangle 84">
                <a:extLst>
                  <a:ext uri="{FF2B5EF4-FFF2-40B4-BE49-F238E27FC236}">
                    <a16:creationId xmlns:a16="http://schemas.microsoft.com/office/drawing/2014/main" id="{5BCCE486-20E6-47E4-96AF-5AFB021736FA}"/>
                  </a:ext>
                </a:extLst>
              </p:cNvPr>
              <p:cNvSpPr>
                <a:spLocks noChangeArrowheads="1"/>
              </p:cNvSpPr>
              <p:nvPr/>
            </p:nvSpPr>
            <p:spPr bwMode="auto">
              <a:xfrm>
                <a:off x="1172589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8" name="Group 17">
              <a:extLst>
                <a:ext uri="{FF2B5EF4-FFF2-40B4-BE49-F238E27FC236}">
                  <a16:creationId xmlns:a16="http://schemas.microsoft.com/office/drawing/2014/main" id="{906BB728-4849-4082-9FF0-0EA3AABEBCF4}"/>
                </a:ext>
              </a:extLst>
            </p:cNvPr>
            <p:cNvGrpSpPr/>
            <p:nvPr/>
          </p:nvGrpSpPr>
          <p:grpSpPr>
            <a:xfrm>
              <a:off x="354110" y="3364507"/>
              <a:ext cx="11480604" cy="109990"/>
              <a:chOff x="354110" y="3364062"/>
              <a:chExt cx="11480604" cy="109990"/>
            </a:xfrm>
            <a:grpFill/>
          </p:grpSpPr>
          <p:sp>
            <p:nvSpPr>
              <p:cNvPr id="181" name="Rectangle 5">
                <a:extLst>
                  <a:ext uri="{FF2B5EF4-FFF2-40B4-BE49-F238E27FC236}">
                    <a16:creationId xmlns:a16="http://schemas.microsoft.com/office/drawing/2014/main" id="{AC28E286-CB3B-41B8-9829-2A09FD0F1C45}"/>
                  </a:ext>
                </a:extLst>
              </p:cNvPr>
              <p:cNvSpPr>
                <a:spLocks noChangeArrowheads="1"/>
              </p:cNvSpPr>
              <p:nvPr/>
            </p:nvSpPr>
            <p:spPr bwMode="auto">
              <a:xfrm>
                <a:off x="35411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2" name="Rectangle 6">
                <a:extLst>
                  <a:ext uri="{FF2B5EF4-FFF2-40B4-BE49-F238E27FC236}">
                    <a16:creationId xmlns:a16="http://schemas.microsoft.com/office/drawing/2014/main" id="{A6CBC9BD-AE25-437A-9246-679B5C4DB89C}"/>
                  </a:ext>
                </a:extLst>
              </p:cNvPr>
              <p:cNvSpPr>
                <a:spLocks noChangeArrowheads="1"/>
              </p:cNvSpPr>
              <p:nvPr/>
            </p:nvSpPr>
            <p:spPr bwMode="auto">
              <a:xfrm>
                <a:off x="80954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3" name="Rectangle 7">
                <a:extLst>
                  <a:ext uri="{FF2B5EF4-FFF2-40B4-BE49-F238E27FC236}">
                    <a16:creationId xmlns:a16="http://schemas.microsoft.com/office/drawing/2014/main" id="{BDB3BE91-D24B-44FB-A0BE-35ABBB231390}"/>
                  </a:ext>
                </a:extLst>
              </p:cNvPr>
              <p:cNvSpPr>
                <a:spLocks noChangeArrowheads="1"/>
              </p:cNvSpPr>
              <p:nvPr/>
            </p:nvSpPr>
            <p:spPr bwMode="auto">
              <a:xfrm>
                <a:off x="1263805"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4" name="Rectangle 8">
                <a:extLst>
                  <a:ext uri="{FF2B5EF4-FFF2-40B4-BE49-F238E27FC236}">
                    <a16:creationId xmlns:a16="http://schemas.microsoft.com/office/drawing/2014/main" id="{02BF76EB-C07C-40D8-ABF9-14A0E81337BD}"/>
                  </a:ext>
                </a:extLst>
              </p:cNvPr>
              <p:cNvSpPr>
                <a:spLocks noChangeArrowheads="1"/>
              </p:cNvSpPr>
              <p:nvPr/>
            </p:nvSpPr>
            <p:spPr bwMode="auto">
              <a:xfrm>
                <a:off x="1719239"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5" name="Rectangle 9">
                <a:extLst>
                  <a:ext uri="{FF2B5EF4-FFF2-40B4-BE49-F238E27FC236}">
                    <a16:creationId xmlns:a16="http://schemas.microsoft.com/office/drawing/2014/main" id="{FC0AC496-1F3F-4359-904E-5527E0BAD729}"/>
                  </a:ext>
                </a:extLst>
              </p:cNvPr>
              <p:cNvSpPr>
                <a:spLocks noChangeArrowheads="1"/>
              </p:cNvSpPr>
              <p:nvPr/>
            </p:nvSpPr>
            <p:spPr bwMode="auto">
              <a:xfrm>
                <a:off x="2173502"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6" name="Rectangle 10">
                <a:extLst>
                  <a:ext uri="{FF2B5EF4-FFF2-40B4-BE49-F238E27FC236}">
                    <a16:creationId xmlns:a16="http://schemas.microsoft.com/office/drawing/2014/main" id="{67A5809D-4B79-4E2A-8B9D-C29BBE187DEB}"/>
                  </a:ext>
                </a:extLst>
              </p:cNvPr>
              <p:cNvSpPr>
                <a:spLocks noChangeArrowheads="1"/>
              </p:cNvSpPr>
              <p:nvPr/>
            </p:nvSpPr>
            <p:spPr bwMode="auto">
              <a:xfrm>
                <a:off x="2628934"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7" name="Rectangle 11">
                <a:extLst>
                  <a:ext uri="{FF2B5EF4-FFF2-40B4-BE49-F238E27FC236}">
                    <a16:creationId xmlns:a16="http://schemas.microsoft.com/office/drawing/2014/main" id="{5FA8A205-5CFE-4939-86AC-E0D585AB2216}"/>
                  </a:ext>
                </a:extLst>
              </p:cNvPr>
              <p:cNvSpPr>
                <a:spLocks noChangeArrowheads="1"/>
              </p:cNvSpPr>
              <p:nvPr/>
            </p:nvSpPr>
            <p:spPr bwMode="auto">
              <a:xfrm>
                <a:off x="3083197"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8" name="Rectangle 12">
                <a:extLst>
                  <a:ext uri="{FF2B5EF4-FFF2-40B4-BE49-F238E27FC236}">
                    <a16:creationId xmlns:a16="http://schemas.microsoft.com/office/drawing/2014/main" id="{553F272B-5533-4FB6-A9F0-875A21EC046E}"/>
                  </a:ext>
                </a:extLst>
              </p:cNvPr>
              <p:cNvSpPr>
                <a:spLocks noChangeArrowheads="1"/>
              </p:cNvSpPr>
              <p:nvPr/>
            </p:nvSpPr>
            <p:spPr bwMode="auto">
              <a:xfrm>
                <a:off x="3538630"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9" name="Rectangle 13">
                <a:extLst>
                  <a:ext uri="{FF2B5EF4-FFF2-40B4-BE49-F238E27FC236}">
                    <a16:creationId xmlns:a16="http://schemas.microsoft.com/office/drawing/2014/main" id="{187F64CB-DEFF-42C8-A80D-BF5D20C7E7BB}"/>
                  </a:ext>
                </a:extLst>
              </p:cNvPr>
              <p:cNvSpPr>
                <a:spLocks noChangeArrowheads="1"/>
              </p:cNvSpPr>
              <p:nvPr/>
            </p:nvSpPr>
            <p:spPr bwMode="auto">
              <a:xfrm>
                <a:off x="3992893"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0" name="Rectangle 14">
                <a:extLst>
                  <a:ext uri="{FF2B5EF4-FFF2-40B4-BE49-F238E27FC236}">
                    <a16:creationId xmlns:a16="http://schemas.microsoft.com/office/drawing/2014/main" id="{D8A81EE6-EC79-451C-8888-B85838267DFF}"/>
                  </a:ext>
                </a:extLst>
              </p:cNvPr>
              <p:cNvSpPr>
                <a:spLocks noChangeArrowheads="1"/>
              </p:cNvSpPr>
              <p:nvPr/>
            </p:nvSpPr>
            <p:spPr bwMode="auto">
              <a:xfrm>
                <a:off x="4448326"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1" name="Rectangle 15">
                <a:extLst>
                  <a:ext uri="{FF2B5EF4-FFF2-40B4-BE49-F238E27FC236}">
                    <a16:creationId xmlns:a16="http://schemas.microsoft.com/office/drawing/2014/main" id="{2F75E8FE-AE95-4C7F-8BE5-50A035B1B1A2}"/>
                  </a:ext>
                </a:extLst>
              </p:cNvPr>
              <p:cNvSpPr>
                <a:spLocks noChangeArrowheads="1"/>
              </p:cNvSpPr>
              <p:nvPr/>
            </p:nvSpPr>
            <p:spPr bwMode="auto">
              <a:xfrm>
                <a:off x="4902589"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2" name="Rectangle 16">
                <a:extLst>
                  <a:ext uri="{FF2B5EF4-FFF2-40B4-BE49-F238E27FC236}">
                    <a16:creationId xmlns:a16="http://schemas.microsoft.com/office/drawing/2014/main" id="{521C11C5-735B-4510-A6D4-19E284955808}"/>
                  </a:ext>
                </a:extLst>
              </p:cNvPr>
              <p:cNvSpPr>
                <a:spLocks noChangeArrowheads="1"/>
              </p:cNvSpPr>
              <p:nvPr/>
            </p:nvSpPr>
            <p:spPr bwMode="auto">
              <a:xfrm>
                <a:off x="535802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3" name="Rectangle 17">
                <a:extLst>
                  <a:ext uri="{FF2B5EF4-FFF2-40B4-BE49-F238E27FC236}">
                    <a16:creationId xmlns:a16="http://schemas.microsoft.com/office/drawing/2014/main" id="{DE053974-1CFB-4C67-9102-E4BA82742CCB}"/>
                  </a:ext>
                </a:extLst>
              </p:cNvPr>
              <p:cNvSpPr>
                <a:spLocks noChangeArrowheads="1"/>
              </p:cNvSpPr>
              <p:nvPr/>
            </p:nvSpPr>
            <p:spPr bwMode="auto">
              <a:xfrm>
                <a:off x="5812285"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4" name="Rectangle 18">
                <a:extLst>
                  <a:ext uri="{FF2B5EF4-FFF2-40B4-BE49-F238E27FC236}">
                    <a16:creationId xmlns:a16="http://schemas.microsoft.com/office/drawing/2014/main" id="{00A33D5E-F49C-4A86-B377-B3598B7EF79A}"/>
                  </a:ext>
                </a:extLst>
              </p:cNvPr>
              <p:cNvSpPr>
                <a:spLocks noChangeArrowheads="1"/>
              </p:cNvSpPr>
              <p:nvPr/>
            </p:nvSpPr>
            <p:spPr bwMode="auto">
              <a:xfrm>
                <a:off x="6267717"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5" name="Rectangle 19">
                <a:extLst>
                  <a:ext uri="{FF2B5EF4-FFF2-40B4-BE49-F238E27FC236}">
                    <a16:creationId xmlns:a16="http://schemas.microsoft.com/office/drawing/2014/main" id="{7B19912A-F019-49AD-A23F-B9B6F8E59878}"/>
                  </a:ext>
                </a:extLst>
              </p:cNvPr>
              <p:cNvSpPr>
                <a:spLocks noChangeArrowheads="1"/>
              </p:cNvSpPr>
              <p:nvPr/>
            </p:nvSpPr>
            <p:spPr bwMode="auto">
              <a:xfrm>
                <a:off x="672198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6" name="Rectangle 20">
                <a:extLst>
                  <a:ext uri="{FF2B5EF4-FFF2-40B4-BE49-F238E27FC236}">
                    <a16:creationId xmlns:a16="http://schemas.microsoft.com/office/drawing/2014/main" id="{0EDE0526-CBA2-4A01-9D59-24F0B138B629}"/>
                  </a:ext>
                </a:extLst>
              </p:cNvPr>
              <p:cNvSpPr>
                <a:spLocks noChangeArrowheads="1"/>
              </p:cNvSpPr>
              <p:nvPr/>
            </p:nvSpPr>
            <p:spPr bwMode="auto">
              <a:xfrm>
                <a:off x="7177414"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7" name="Rectangle 21">
                <a:extLst>
                  <a:ext uri="{FF2B5EF4-FFF2-40B4-BE49-F238E27FC236}">
                    <a16:creationId xmlns:a16="http://schemas.microsoft.com/office/drawing/2014/main" id="{5E66E413-A492-40ED-BCC5-F23480C017DC}"/>
                  </a:ext>
                </a:extLst>
              </p:cNvPr>
              <p:cNvSpPr>
                <a:spLocks noChangeArrowheads="1"/>
              </p:cNvSpPr>
              <p:nvPr/>
            </p:nvSpPr>
            <p:spPr bwMode="auto">
              <a:xfrm>
                <a:off x="7631676"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8" name="Rectangle 22">
                <a:extLst>
                  <a:ext uri="{FF2B5EF4-FFF2-40B4-BE49-F238E27FC236}">
                    <a16:creationId xmlns:a16="http://schemas.microsoft.com/office/drawing/2014/main" id="{6FCFA5F2-AFE6-49D8-BE15-40E90D43FF67}"/>
                  </a:ext>
                </a:extLst>
              </p:cNvPr>
              <p:cNvSpPr>
                <a:spLocks noChangeArrowheads="1"/>
              </p:cNvSpPr>
              <p:nvPr/>
            </p:nvSpPr>
            <p:spPr bwMode="auto">
              <a:xfrm>
                <a:off x="8087109"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9" name="Rectangle 23">
                <a:extLst>
                  <a:ext uri="{FF2B5EF4-FFF2-40B4-BE49-F238E27FC236}">
                    <a16:creationId xmlns:a16="http://schemas.microsoft.com/office/drawing/2014/main" id="{AD7A4E43-F44A-43CF-A9D7-BA4D8B2B2F47}"/>
                  </a:ext>
                </a:extLst>
              </p:cNvPr>
              <p:cNvSpPr>
                <a:spLocks noChangeArrowheads="1"/>
              </p:cNvSpPr>
              <p:nvPr/>
            </p:nvSpPr>
            <p:spPr bwMode="auto">
              <a:xfrm>
                <a:off x="8541372"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0" name="Rectangle 24">
                <a:extLst>
                  <a:ext uri="{FF2B5EF4-FFF2-40B4-BE49-F238E27FC236}">
                    <a16:creationId xmlns:a16="http://schemas.microsoft.com/office/drawing/2014/main" id="{FC2E67AB-58DA-4BCF-81D2-0040BBD96216}"/>
                  </a:ext>
                </a:extLst>
              </p:cNvPr>
              <p:cNvSpPr>
                <a:spLocks noChangeArrowheads="1"/>
              </p:cNvSpPr>
              <p:nvPr/>
            </p:nvSpPr>
            <p:spPr bwMode="auto">
              <a:xfrm>
                <a:off x="8996805"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1" name="Rectangle 25">
                <a:extLst>
                  <a:ext uri="{FF2B5EF4-FFF2-40B4-BE49-F238E27FC236}">
                    <a16:creationId xmlns:a16="http://schemas.microsoft.com/office/drawing/2014/main" id="{C99A6A98-815A-4877-8FE9-06C0CB7E1453}"/>
                  </a:ext>
                </a:extLst>
              </p:cNvPr>
              <p:cNvSpPr>
                <a:spLocks noChangeArrowheads="1"/>
              </p:cNvSpPr>
              <p:nvPr/>
            </p:nvSpPr>
            <p:spPr bwMode="auto">
              <a:xfrm>
                <a:off x="9451068"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2" name="Rectangle 26">
                <a:extLst>
                  <a:ext uri="{FF2B5EF4-FFF2-40B4-BE49-F238E27FC236}">
                    <a16:creationId xmlns:a16="http://schemas.microsoft.com/office/drawing/2014/main" id="{C64F5A0E-D9C8-4999-8349-EA4D5F6ACFA4}"/>
                  </a:ext>
                </a:extLst>
              </p:cNvPr>
              <p:cNvSpPr>
                <a:spLocks noChangeArrowheads="1"/>
              </p:cNvSpPr>
              <p:nvPr/>
            </p:nvSpPr>
            <p:spPr bwMode="auto">
              <a:xfrm>
                <a:off x="9906501"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3" name="Rectangle 27">
                <a:extLst>
                  <a:ext uri="{FF2B5EF4-FFF2-40B4-BE49-F238E27FC236}">
                    <a16:creationId xmlns:a16="http://schemas.microsoft.com/office/drawing/2014/main" id="{6935F975-0CC7-414B-9F9C-44875EF3FCA2}"/>
                  </a:ext>
                </a:extLst>
              </p:cNvPr>
              <p:cNvSpPr>
                <a:spLocks noChangeArrowheads="1"/>
              </p:cNvSpPr>
              <p:nvPr/>
            </p:nvSpPr>
            <p:spPr bwMode="auto">
              <a:xfrm>
                <a:off x="10360763"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4" name="Rectangle 28">
                <a:extLst>
                  <a:ext uri="{FF2B5EF4-FFF2-40B4-BE49-F238E27FC236}">
                    <a16:creationId xmlns:a16="http://schemas.microsoft.com/office/drawing/2014/main" id="{21DEE8DA-7AB4-4341-BEF7-E8343A7BDFC6}"/>
                  </a:ext>
                </a:extLst>
              </p:cNvPr>
              <p:cNvSpPr>
                <a:spLocks noChangeArrowheads="1"/>
              </p:cNvSpPr>
              <p:nvPr/>
            </p:nvSpPr>
            <p:spPr bwMode="auto">
              <a:xfrm>
                <a:off x="10816197"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5" name="Rectangle 29">
                <a:extLst>
                  <a:ext uri="{FF2B5EF4-FFF2-40B4-BE49-F238E27FC236}">
                    <a16:creationId xmlns:a16="http://schemas.microsoft.com/office/drawing/2014/main" id="{AF4FCF43-3009-4229-89F8-D62F91C9267A}"/>
                  </a:ext>
                </a:extLst>
              </p:cNvPr>
              <p:cNvSpPr>
                <a:spLocks noChangeArrowheads="1"/>
              </p:cNvSpPr>
              <p:nvPr/>
            </p:nvSpPr>
            <p:spPr bwMode="auto">
              <a:xfrm>
                <a:off x="1127046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6" name="Rectangle 30">
                <a:extLst>
                  <a:ext uri="{FF2B5EF4-FFF2-40B4-BE49-F238E27FC236}">
                    <a16:creationId xmlns:a16="http://schemas.microsoft.com/office/drawing/2014/main" id="{21EAAE8A-F99B-4A0B-8E7D-566273D5E904}"/>
                  </a:ext>
                </a:extLst>
              </p:cNvPr>
              <p:cNvSpPr>
                <a:spLocks noChangeArrowheads="1"/>
              </p:cNvSpPr>
              <p:nvPr/>
            </p:nvSpPr>
            <p:spPr bwMode="auto">
              <a:xfrm>
                <a:off x="1172589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9" name="Group 18">
              <a:extLst>
                <a:ext uri="{FF2B5EF4-FFF2-40B4-BE49-F238E27FC236}">
                  <a16:creationId xmlns:a16="http://schemas.microsoft.com/office/drawing/2014/main" id="{9899924C-8D1C-46B4-9F38-88AD7EA3A211}"/>
                </a:ext>
              </a:extLst>
            </p:cNvPr>
            <p:cNvGrpSpPr/>
            <p:nvPr/>
          </p:nvGrpSpPr>
          <p:grpSpPr>
            <a:xfrm>
              <a:off x="354110" y="3871219"/>
              <a:ext cx="11480604" cy="108822"/>
              <a:chOff x="354110" y="3872454"/>
              <a:chExt cx="11480604" cy="108822"/>
            </a:xfrm>
            <a:grpFill/>
          </p:grpSpPr>
          <p:sp>
            <p:nvSpPr>
              <p:cNvPr id="155" name="Rectangle 32">
                <a:extLst>
                  <a:ext uri="{FF2B5EF4-FFF2-40B4-BE49-F238E27FC236}">
                    <a16:creationId xmlns:a16="http://schemas.microsoft.com/office/drawing/2014/main" id="{FD0840A3-FF5F-4E9F-AAB6-948A5E4EC0B0}"/>
                  </a:ext>
                </a:extLst>
              </p:cNvPr>
              <p:cNvSpPr>
                <a:spLocks noChangeArrowheads="1"/>
              </p:cNvSpPr>
              <p:nvPr/>
            </p:nvSpPr>
            <p:spPr bwMode="auto">
              <a:xfrm>
                <a:off x="35411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6" name="Rectangle 33">
                <a:extLst>
                  <a:ext uri="{FF2B5EF4-FFF2-40B4-BE49-F238E27FC236}">
                    <a16:creationId xmlns:a16="http://schemas.microsoft.com/office/drawing/2014/main" id="{F50A1B14-0F67-4FC2-88F7-3BE9E0EB2DEB}"/>
                  </a:ext>
                </a:extLst>
              </p:cNvPr>
              <p:cNvSpPr>
                <a:spLocks noChangeArrowheads="1"/>
              </p:cNvSpPr>
              <p:nvPr/>
            </p:nvSpPr>
            <p:spPr bwMode="auto">
              <a:xfrm>
                <a:off x="80954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7" name="Rectangle 34">
                <a:extLst>
                  <a:ext uri="{FF2B5EF4-FFF2-40B4-BE49-F238E27FC236}">
                    <a16:creationId xmlns:a16="http://schemas.microsoft.com/office/drawing/2014/main" id="{0081421C-B014-4BA9-9B01-C495814F1439}"/>
                  </a:ext>
                </a:extLst>
              </p:cNvPr>
              <p:cNvSpPr>
                <a:spLocks noChangeArrowheads="1"/>
              </p:cNvSpPr>
              <p:nvPr/>
            </p:nvSpPr>
            <p:spPr bwMode="auto">
              <a:xfrm>
                <a:off x="1263805"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8" name="Rectangle 35">
                <a:extLst>
                  <a:ext uri="{FF2B5EF4-FFF2-40B4-BE49-F238E27FC236}">
                    <a16:creationId xmlns:a16="http://schemas.microsoft.com/office/drawing/2014/main" id="{F2F01CCA-56ED-486D-8B82-39DC92A848EA}"/>
                  </a:ext>
                </a:extLst>
              </p:cNvPr>
              <p:cNvSpPr>
                <a:spLocks noChangeArrowheads="1"/>
              </p:cNvSpPr>
              <p:nvPr/>
            </p:nvSpPr>
            <p:spPr bwMode="auto">
              <a:xfrm>
                <a:off x="1719239"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9" name="Rectangle 36">
                <a:extLst>
                  <a:ext uri="{FF2B5EF4-FFF2-40B4-BE49-F238E27FC236}">
                    <a16:creationId xmlns:a16="http://schemas.microsoft.com/office/drawing/2014/main" id="{D80D4491-E5C9-4C50-81FD-6FC11F948875}"/>
                  </a:ext>
                </a:extLst>
              </p:cNvPr>
              <p:cNvSpPr>
                <a:spLocks noChangeArrowheads="1"/>
              </p:cNvSpPr>
              <p:nvPr/>
            </p:nvSpPr>
            <p:spPr bwMode="auto">
              <a:xfrm>
                <a:off x="2173502"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0" name="Rectangle 37">
                <a:extLst>
                  <a:ext uri="{FF2B5EF4-FFF2-40B4-BE49-F238E27FC236}">
                    <a16:creationId xmlns:a16="http://schemas.microsoft.com/office/drawing/2014/main" id="{FEC9B9BF-B893-41BF-B931-31F1750D8996}"/>
                  </a:ext>
                </a:extLst>
              </p:cNvPr>
              <p:cNvSpPr>
                <a:spLocks noChangeArrowheads="1"/>
              </p:cNvSpPr>
              <p:nvPr/>
            </p:nvSpPr>
            <p:spPr bwMode="auto">
              <a:xfrm>
                <a:off x="2628934"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1" name="Rectangle 38">
                <a:extLst>
                  <a:ext uri="{FF2B5EF4-FFF2-40B4-BE49-F238E27FC236}">
                    <a16:creationId xmlns:a16="http://schemas.microsoft.com/office/drawing/2014/main" id="{3CAD1EA0-31D2-4388-AC66-BE422B61421C}"/>
                  </a:ext>
                </a:extLst>
              </p:cNvPr>
              <p:cNvSpPr>
                <a:spLocks noChangeArrowheads="1"/>
              </p:cNvSpPr>
              <p:nvPr/>
            </p:nvSpPr>
            <p:spPr bwMode="auto">
              <a:xfrm>
                <a:off x="3083197"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2" name="Rectangle 39">
                <a:extLst>
                  <a:ext uri="{FF2B5EF4-FFF2-40B4-BE49-F238E27FC236}">
                    <a16:creationId xmlns:a16="http://schemas.microsoft.com/office/drawing/2014/main" id="{992B7398-2CE5-4B74-B42B-0E4E9FA210C1}"/>
                  </a:ext>
                </a:extLst>
              </p:cNvPr>
              <p:cNvSpPr>
                <a:spLocks noChangeArrowheads="1"/>
              </p:cNvSpPr>
              <p:nvPr/>
            </p:nvSpPr>
            <p:spPr bwMode="auto">
              <a:xfrm>
                <a:off x="3538630"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3" name="Rectangle 40">
                <a:extLst>
                  <a:ext uri="{FF2B5EF4-FFF2-40B4-BE49-F238E27FC236}">
                    <a16:creationId xmlns:a16="http://schemas.microsoft.com/office/drawing/2014/main" id="{2AC042C8-974E-43A8-B1AB-D62435FE96D7}"/>
                  </a:ext>
                </a:extLst>
              </p:cNvPr>
              <p:cNvSpPr>
                <a:spLocks noChangeArrowheads="1"/>
              </p:cNvSpPr>
              <p:nvPr/>
            </p:nvSpPr>
            <p:spPr bwMode="auto">
              <a:xfrm>
                <a:off x="3992893"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4" name="Rectangle 41">
                <a:extLst>
                  <a:ext uri="{FF2B5EF4-FFF2-40B4-BE49-F238E27FC236}">
                    <a16:creationId xmlns:a16="http://schemas.microsoft.com/office/drawing/2014/main" id="{2D6F1AB9-6712-4B85-8932-7F5F1BCFDA32}"/>
                  </a:ext>
                </a:extLst>
              </p:cNvPr>
              <p:cNvSpPr>
                <a:spLocks noChangeArrowheads="1"/>
              </p:cNvSpPr>
              <p:nvPr/>
            </p:nvSpPr>
            <p:spPr bwMode="auto">
              <a:xfrm>
                <a:off x="4448326"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5" name="Rectangle 42">
                <a:extLst>
                  <a:ext uri="{FF2B5EF4-FFF2-40B4-BE49-F238E27FC236}">
                    <a16:creationId xmlns:a16="http://schemas.microsoft.com/office/drawing/2014/main" id="{80DC2507-35DC-491B-8CB6-90312B184EDE}"/>
                  </a:ext>
                </a:extLst>
              </p:cNvPr>
              <p:cNvSpPr>
                <a:spLocks noChangeArrowheads="1"/>
              </p:cNvSpPr>
              <p:nvPr/>
            </p:nvSpPr>
            <p:spPr bwMode="auto">
              <a:xfrm>
                <a:off x="4902589"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6" name="Rectangle 43">
                <a:extLst>
                  <a:ext uri="{FF2B5EF4-FFF2-40B4-BE49-F238E27FC236}">
                    <a16:creationId xmlns:a16="http://schemas.microsoft.com/office/drawing/2014/main" id="{778102A0-D658-43A1-846D-9B9E4B9AE14F}"/>
                  </a:ext>
                </a:extLst>
              </p:cNvPr>
              <p:cNvSpPr>
                <a:spLocks noChangeArrowheads="1"/>
              </p:cNvSpPr>
              <p:nvPr/>
            </p:nvSpPr>
            <p:spPr bwMode="auto">
              <a:xfrm>
                <a:off x="535802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7" name="Rectangle 44">
                <a:extLst>
                  <a:ext uri="{FF2B5EF4-FFF2-40B4-BE49-F238E27FC236}">
                    <a16:creationId xmlns:a16="http://schemas.microsoft.com/office/drawing/2014/main" id="{0532E36E-F8F7-4121-80C1-216501C391E8}"/>
                  </a:ext>
                </a:extLst>
              </p:cNvPr>
              <p:cNvSpPr>
                <a:spLocks noChangeArrowheads="1"/>
              </p:cNvSpPr>
              <p:nvPr/>
            </p:nvSpPr>
            <p:spPr bwMode="auto">
              <a:xfrm>
                <a:off x="5812285"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8" name="Rectangle 45">
                <a:extLst>
                  <a:ext uri="{FF2B5EF4-FFF2-40B4-BE49-F238E27FC236}">
                    <a16:creationId xmlns:a16="http://schemas.microsoft.com/office/drawing/2014/main" id="{EBD0C1A7-E07E-492D-A5B7-899D81C35912}"/>
                  </a:ext>
                </a:extLst>
              </p:cNvPr>
              <p:cNvSpPr>
                <a:spLocks noChangeArrowheads="1"/>
              </p:cNvSpPr>
              <p:nvPr/>
            </p:nvSpPr>
            <p:spPr bwMode="auto">
              <a:xfrm>
                <a:off x="6267717"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9" name="Rectangle 46">
                <a:extLst>
                  <a:ext uri="{FF2B5EF4-FFF2-40B4-BE49-F238E27FC236}">
                    <a16:creationId xmlns:a16="http://schemas.microsoft.com/office/drawing/2014/main" id="{FF89631E-3434-468A-BE5A-16772FE2F3D2}"/>
                  </a:ext>
                </a:extLst>
              </p:cNvPr>
              <p:cNvSpPr>
                <a:spLocks noChangeArrowheads="1"/>
              </p:cNvSpPr>
              <p:nvPr/>
            </p:nvSpPr>
            <p:spPr bwMode="auto">
              <a:xfrm>
                <a:off x="672198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0" name="Rectangle 47">
                <a:extLst>
                  <a:ext uri="{FF2B5EF4-FFF2-40B4-BE49-F238E27FC236}">
                    <a16:creationId xmlns:a16="http://schemas.microsoft.com/office/drawing/2014/main" id="{C379EE06-9745-42DA-BBC1-A082CA50FB21}"/>
                  </a:ext>
                </a:extLst>
              </p:cNvPr>
              <p:cNvSpPr>
                <a:spLocks noChangeArrowheads="1"/>
              </p:cNvSpPr>
              <p:nvPr/>
            </p:nvSpPr>
            <p:spPr bwMode="auto">
              <a:xfrm>
                <a:off x="7177414"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1" name="Rectangle 48">
                <a:extLst>
                  <a:ext uri="{FF2B5EF4-FFF2-40B4-BE49-F238E27FC236}">
                    <a16:creationId xmlns:a16="http://schemas.microsoft.com/office/drawing/2014/main" id="{06184212-6301-4320-A25C-8350DB2579F9}"/>
                  </a:ext>
                </a:extLst>
              </p:cNvPr>
              <p:cNvSpPr>
                <a:spLocks noChangeArrowheads="1"/>
              </p:cNvSpPr>
              <p:nvPr/>
            </p:nvSpPr>
            <p:spPr bwMode="auto">
              <a:xfrm>
                <a:off x="7631676"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2" name="Rectangle 49">
                <a:extLst>
                  <a:ext uri="{FF2B5EF4-FFF2-40B4-BE49-F238E27FC236}">
                    <a16:creationId xmlns:a16="http://schemas.microsoft.com/office/drawing/2014/main" id="{D81215A9-8DA9-436E-BFD3-672FD476BE6C}"/>
                  </a:ext>
                </a:extLst>
              </p:cNvPr>
              <p:cNvSpPr>
                <a:spLocks noChangeArrowheads="1"/>
              </p:cNvSpPr>
              <p:nvPr/>
            </p:nvSpPr>
            <p:spPr bwMode="auto">
              <a:xfrm>
                <a:off x="8087109"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3" name="Rectangle 50">
                <a:extLst>
                  <a:ext uri="{FF2B5EF4-FFF2-40B4-BE49-F238E27FC236}">
                    <a16:creationId xmlns:a16="http://schemas.microsoft.com/office/drawing/2014/main" id="{7F4705F9-3317-4397-B01E-644775B19C65}"/>
                  </a:ext>
                </a:extLst>
              </p:cNvPr>
              <p:cNvSpPr>
                <a:spLocks noChangeArrowheads="1"/>
              </p:cNvSpPr>
              <p:nvPr/>
            </p:nvSpPr>
            <p:spPr bwMode="auto">
              <a:xfrm>
                <a:off x="8541372"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4" name="Rectangle 51">
                <a:extLst>
                  <a:ext uri="{FF2B5EF4-FFF2-40B4-BE49-F238E27FC236}">
                    <a16:creationId xmlns:a16="http://schemas.microsoft.com/office/drawing/2014/main" id="{2857C00E-FADC-42AA-AA16-38A83D5AF738}"/>
                  </a:ext>
                </a:extLst>
              </p:cNvPr>
              <p:cNvSpPr>
                <a:spLocks noChangeArrowheads="1"/>
              </p:cNvSpPr>
              <p:nvPr/>
            </p:nvSpPr>
            <p:spPr bwMode="auto">
              <a:xfrm>
                <a:off x="8996805"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5" name="Rectangle 52">
                <a:extLst>
                  <a:ext uri="{FF2B5EF4-FFF2-40B4-BE49-F238E27FC236}">
                    <a16:creationId xmlns:a16="http://schemas.microsoft.com/office/drawing/2014/main" id="{74EAC93D-EF3C-4092-B15E-15494A23FEB0}"/>
                  </a:ext>
                </a:extLst>
              </p:cNvPr>
              <p:cNvSpPr>
                <a:spLocks noChangeArrowheads="1"/>
              </p:cNvSpPr>
              <p:nvPr/>
            </p:nvSpPr>
            <p:spPr bwMode="auto">
              <a:xfrm>
                <a:off x="9451068"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6" name="Rectangle 53">
                <a:extLst>
                  <a:ext uri="{FF2B5EF4-FFF2-40B4-BE49-F238E27FC236}">
                    <a16:creationId xmlns:a16="http://schemas.microsoft.com/office/drawing/2014/main" id="{5D3EEE91-37CE-4F2F-905E-D7AFCC6E4567}"/>
                  </a:ext>
                </a:extLst>
              </p:cNvPr>
              <p:cNvSpPr>
                <a:spLocks noChangeArrowheads="1"/>
              </p:cNvSpPr>
              <p:nvPr/>
            </p:nvSpPr>
            <p:spPr bwMode="auto">
              <a:xfrm>
                <a:off x="9906501"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7" name="Rectangle 54">
                <a:extLst>
                  <a:ext uri="{FF2B5EF4-FFF2-40B4-BE49-F238E27FC236}">
                    <a16:creationId xmlns:a16="http://schemas.microsoft.com/office/drawing/2014/main" id="{368F77C6-C453-499B-8B47-39BE1A310EAA}"/>
                  </a:ext>
                </a:extLst>
              </p:cNvPr>
              <p:cNvSpPr>
                <a:spLocks noChangeArrowheads="1"/>
              </p:cNvSpPr>
              <p:nvPr/>
            </p:nvSpPr>
            <p:spPr bwMode="auto">
              <a:xfrm>
                <a:off x="10360763"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8" name="Rectangle 55">
                <a:extLst>
                  <a:ext uri="{FF2B5EF4-FFF2-40B4-BE49-F238E27FC236}">
                    <a16:creationId xmlns:a16="http://schemas.microsoft.com/office/drawing/2014/main" id="{4EB7C421-E508-4232-A011-40643DB79DC5}"/>
                  </a:ext>
                </a:extLst>
              </p:cNvPr>
              <p:cNvSpPr>
                <a:spLocks noChangeArrowheads="1"/>
              </p:cNvSpPr>
              <p:nvPr/>
            </p:nvSpPr>
            <p:spPr bwMode="auto">
              <a:xfrm>
                <a:off x="10816197"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9" name="Rectangle 56">
                <a:extLst>
                  <a:ext uri="{FF2B5EF4-FFF2-40B4-BE49-F238E27FC236}">
                    <a16:creationId xmlns:a16="http://schemas.microsoft.com/office/drawing/2014/main" id="{B7A7C2F9-930E-4B50-9AA3-47FE15F43A0D}"/>
                  </a:ext>
                </a:extLst>
              </p:cNvPr>
              <p:cNvSpPr>
                <a:spLocks noChangeArrowheads="1"/>
              </p:cNvSpPr>
              <p:nvPr/>
            </p:nvSpPr>
            <p:spPr bwMode="auto">
              <a:xfrm>
                <a:off x="1127046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0" name="Rectangle 57">
                <a:extLst>
                  <a:ext uri="{FF2B5EF4-FFF2-40B4-BE49-F238E27FC236}">
                    <a16:creationId xmlns:a16="http://schemas.microsoft.com/office/drawing/2014/main" id="{4ADCC0C0-6310-4ED1-A69B-CF3133EB5565}"/>
                  </a:ext>
                </a:extLst>
              </p:cNvPr>
              <p:cNvSpPr>
                <a:spLocks noChangeArrowheads="1"/>
              </p:cNvSpPr>
              <p:nvPr/>
            </p:nvSpPr>
            <p:spPr bwMode="auto">
              <a:xfrm>
                <a:off x="1172589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0" name="Group 19">
              <a:extLst>
                <a:ext uri="{FF2B5EF4-FFF2-40B4-BE49-F238E27FC236}">
                  <a16:creationId xmlns:a16="http://schemas.microsoft.com/office/drawing/2014/main" id="{8F8A1E95-3088-4CA0-BA17-9F2DBDABF9DB}"/>
                </a:ext>
              </a:extLst>
            </p:cNvPr>
            <p:cNvGrpSpPr/>
            <p:nvPr/>
          </p:nvGrpSpPr>
          <p:grpSpPr>
            <a:xfrm>
              <a:off x="354110" y="4376763"/>
              <a:ext cx="11480604" cy="109990"/>
              <a:chOff x="354110" y="4379678"/>
              <a:chExt cx="11480604" cy="109990"/>
            </a:xfrm>
            <a:grpFill/>
          </p:grpSpPr>
          <p:sp>
            <p:nvSpPr>
              <p:cNvPr id="129" name="Rectangle 59">
                <a:extLst>
                  <a:ext uri="{FF2B5EF4-FFF2-40B4-BE49-F238E27FC236}">
                    <a16:creationId xmlns:a16="http://schemas.microsoft.com/office/drawing/2014/main" id="{EFCB7559-FD17-472B-B7A1-3FFC63C8BCC3}"/>
                  </a:ext>
                </a:extLst>
              </p:cNvPr>
              <p:cNvSpPr>
                <a:spLocks noChangeArrowheads="1"/>
              </p:cNvSpPr>
              <p:nvPr/>
            </p:nvSpPr>
            <p:spPr bwMode="auto">
              <a:xfrm>
                <a:off x="35411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0" name="Rectangle 60">
                <a:extLst>
                  <a:ext uri="{FF2B5EF4-FFF2-40B4-BE49-F238E27FC236}">
                    <a16:creationId xmlns:a16="http://schemas.microsoft.com/office/drawing/2014/main" id="{2DA5B014-05A6-4DC4-A1AF-6B4B382336CC}"/>
                  </a:ext>
                </a:extLst>
              </p:cNvPr>
              <p:cNvSpPr>
                <a:spLocks noChangeArrowheads="1"/>
              </p:cNvSpPr>
              <p:nvPr/>
            </p:nvSpPr>
            <p:spPr bwMode="auto">
              <a:xfrm>
                <a:off x="80954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1" name="Rectangle 61">
                <a:extLst>
                  <a:ext uri="{FF2B5EF4-FFF2-40B4-BE49-F238E27FC236}">
                    <a16:creationId xmlns:a16="http://schemas.microsoft.com/office/drawing/2014/main" id="{FEA4E4F7-8218-4E7C-9E87-224A643273FF}"/>
                  </a:ext>
                </a:extLst>
              </p:cNvPr>
              <p:cNvSpPr>
                <a:spLocks noChangeArrowheads="1"/>
              </p:cNvSpPr>
              <p:nvPr/>
            </p:nvSpPr>
            <p:spPr bwMode="auto">
              <a:xfrm>
                <a:off x="1263805"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2" name="Rectangle 62">
                <a:extLst>
                  <a:ext uri="{FF2B5EF4-FFF2-40B4-BE49-F238E27FC236}">
                    <a16:creationId xmlns:a16="http://schemas.microsoft.com/office/drawing/2014/main" id="{A94D8FC5-1EBD-4EE3-98BE-790ADC20DBFF}"/>
                  </a:ext>
                </a:extLst>
              </p:cNvPr>
              <p:cNvSpPr>
                <a:spLocks noChangeArrowheads="1"/>
              </p:cNvSpPr>
              <p:nvPr/>
            </p:nvSpPr>
            <p:spPr bwMode="auto">
              <a:xfrm>
                <a:off x="1719239"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3" name="Rectangle 63">
                <a:extLst>
                  <a:ext uri="{FF2B5EF4-FFF2-40B4-BE49-F238E27FC236}">
                    <a16:creationId xmlns:a16="http://schemas.microsoft.com/office/drawing/2014/main" id="{30D19DB9-4852-4829-8388-B6807A0BF6DF}"/>
                  </a:ext>
                </a:extLst>
              </p:cNvPr>
              <p:cNvSpPr>
                <a:spLocks noChangeArrowheads="1"/>
              </p:cNvSpPr>
              <p:nvPr/>
            </p:nvSpPr>
            <p:spPr bwMode="auto">
              <a:xfrm>
                <a:off x="2173502"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4" name="Rectangle 64">
                <a:extLst>
                  <a:ext uri="{FF2B5EF4-FFF2-40B4-BE49-F238E27FC236}">
                    <a16:creationId xmlns:a16="http://schemas.microsoft.com/office/drawing/2014/main" id="{084DC439-7F3A-4989-96B7-B29D496E655F}"/>
                  </a:ext>
                </a:extLst>
              </p:cNvPr>
              <p:cNvSpPr>
                <a:spLocks noChangeArrowheads="1"/>
              </p:cNvSpPr>
              <p:nvPr/>
            </p:nvSpPr>
            <p:spPr bwMode="auto">
              <a:xfrm>
                <a:off x="2628934"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5" name="Rectangle 65">
                <a:extLst>
                  <a:ext uri="{FF2B5EF4-FFF2-40B4-BE49-F238E27FC236}">
                    <a16:creationId xmlns:a16="http://schemas.microsoft.com/office/drawing/2014/main" id="{35EB4226-F03D-4819-A4CC-D42233D58851}"/>
                  </a:ext>
                </a:extLst>
              </p:cNvPr>
              <p:cNvSpPr>
                <a:spLocks noChangeArrowheads="1"/>
              </p:cNvSpPr>
              <p:nvPr/>
            </p:nvSpPr>
            <p:spPr bwMode="auto">
              <a:xfrm>
                <a:off x="3083197"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6" name="Rectangle 66">
                <a:extLst>
                  <a:ext uri="{FF2B5EF4-FFF2-40B4-BE49-F238E27FC236}">
                    <a16:creationId xmlns:a16="http://schemas.microsoft.com/office/drawing/2014/main" id="{E00FCAAA-AC7E-4B03-AD5E-74ABD976422E}"/>
                  </a:ext>
                </a:extLst>
              </p:cNvPr>
              <p:cNvSpPr>
                <a:spLocks noChangeArrowheads="1"/>
              </p:cNvSpPr>
              <p:nvPr/>
            </p:nvSpPr>
            <p:spPr bwMode="auto">
              <a:xfrm>
                <a:off x="3538630"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7" name="Rectangle 67">
                <a:extLst>
                  <a:ext uri="{FF2B5EF4-FFF2-40B4-BE49-F238E27FC236}">
                    <a16:creationId xmlns:a16="http://schemas.microsoft.com/office/drawing/2014/main" id="{7D3AA8CA-C2E8-4862-8F87-EFAEFBCFF0CD}"/>
                  </a:ext>
                </a:extLst>
              </p:cNvPr>
              <p:cNvSpPr>
                <a:spLocks noChangeArrowheads="1"/>
              </p:cNvSpPr>
              <p:nvPr/>
            </p:nvSpPr>
            <p:spPr bwMode="auto">
              <a:xfrm>
                <a:off x="3992893"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8" name="Rectangle 68">
                <a:extLst>
                  <a:ext uri="{FF2B5EF4-FFF2-40B4-BE49-F238E27FC236}">
                    <a16:creationId xmlns:a16="http://schemas.microsoft.com/office/drawing/2014/main" id="{217BE0BD-ECA6-4A6D-9864-90AF19AF3022}"/>
                  </a:ext>
                </a:extLst>
              </p:cNvPr>
              <p:cNvSpPr>
                <a:spLocks noChangeArrowheads="1"/>
              </p:cNvSpPr>
              <p:nvPr/>
            </p:nvSpPr>
            <p:spPr bwMode="auto">
              <a:xfrm>
                <a:off x="4448326"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9" name="Rectangle 69">
                <a:extLst>
                  <a:ext uri="{FF2B5EF4-FFF2-40B4-BE49-F238E27FC236}">
                    <a16:creationId xmlns:a16="http://schemas.microsoft.com/office/drawing/2014/main" id="{4367775C-E241-437A-90EC-7A4D13D422E0}"/>
                  </a:ext>
                </a:extLst>
              </p:cNvPr>
              <p:cNvSpPr>
                <a:spLocks noChangeArrowheads="1"/>
              </p:cNvSpPr>
              <p:nvPr/>
            </p:nvSpPr>
            <p:spPr bwMode="auto">
              <a:xfrm>
                <a:off x="4902589"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0" name="Rectangle 70">
                <a:extLst>
                  <a:ext uri="{FF2B5EF4-FFF2-40B4-BE49-F238E27FC236}">
                    <a16:creationId xmlns:a16="http://schemas.microsoft.com/office/drawing/2014/main" id="{45804E6D-FE13-4F7A-A02C-81ED1ACEAFA0}"/>
                  </a:ext>
                </a:extLst>
              </p:cNvPr>
              <p:cNvSpPr>
                <a:spLocks noChangeArrowheads="1"/>
              </p:cNvSpPr>
              <p:nvPr/>
            </p:nvSpPr>
            <p:spPr bwMode="auto">
              <a:xfrm>
                <a:off x="535802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1" name="Rectangle 71">
                <a:extLst>
                  <a:ext uri="{FF2B5EF4-FFF2-40B4-BE49-F238E27FC236}">
                    <a16:creationId xmlns:a16="http://schemas.microsoft.com/office/drawing/2014/main" id="{A09F54AC-51E7-45A0-B639-BFEC5FE67CC8}"/>
                  </a:ext>
                </a:extLst>
              </p:cNvPr>
              <p:cNvSpPr>
                <a:spLocks noChangeArrowheads="1"/>
              </p:cNvSpPr>
              <p:nvPr/>
            </p:nvSpPr>
            <p:spPr bwMode="auto">
              <a:xfrm>
                <a:off x="5812285"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2" name="Rectangle 72">
                <a:extLst>
                  <a:ext uri="{FF2B5EF4-FFF2-40B4-BE49-F238E27FC236}">
                    <a16:creationId xmlns:a16="http://schemas.microsoft.com/office/drawing/2014/main" id="{CA60C1A9-4AD0-4191-96A2-CC1DD32F6F92}"/>
                  </a:ext>
                </a:extLst>
              </p:cNvPr>
              <p:cNvSpPr>
                <a:spLocks noChangeArrowheads="1"/>
              </p:cNvSpPr>
              <p:nvPr/>
            </p:nvSpPr>
            <p:spPr bwMode="auto">
              <a:xfrm>
                <a:off x="6267717"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3" name="Rectangle 73">
                <a:extLst>
                  <a:ext uri="{FF2B5EF4-FFF2-40B4-BE49-F238E27FC236}">
                    <a16:creationId xmlns:a16="http://schemas.microsoft.com/office/drawing/2014/main" id="{9A28ED63-9408-4F16-A85E-E76BA9F9AD02}"/>
                  </a:ext>
                </a:extLst>
              </p:cNvPr>
              <p:cNvSpPr>
                <a:spLocks noChangeArrowheads="1"/>
              </p:cNvSpPr>
              <p:nvPr/>
            </p:nvSpPr>
            <p:spPr bwMode="auto">
              <a:xfrm>
                <a:off x="672198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4" name="Rectangle 74">
                <a:extLst>
                  <a:ext uri="{FF2B5EF4-FFF2-40B4-BE49-F238E27FC236}">
                    <a16:creationId xmlns:a16="http://schemas.microsoft.com/office/drawing/2014/main" id="{8E63D1D1-CF92-468A-B012-24216CA08E04}"/>
                  </a:ext>
                </a:extLst>
              </p:cNvPr>
              <p:cNvSpPr>
                <a:spLocks noChangeArrowheads="1"/>
              </p:cNvSpPr>
              <p:nvPr/>
            </p:nvSpPr>
            <p:spPr bwMode="auto">
              <a:xfrm>
                <a:off x="7177414"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5" name="Rectangle 75">
                <a:extLst>
                  <a:ext uri="{FF2B5EF4-FFF2-40B4-BE49-F238E27FC236}">
                    <a16:creationId xmlns:a16="http://schemas.microsoft.com/office/drawing/2014/main" id="{8FC2CD59-128D-4D06-937E-4505D57D1983}"/>
                  </a:ext>
                </a:extLst>
              </p:cNvPr>
              <p:cNvSpPr>
                <a:spLocks noChangeArrowheads="1"/>
              </p:cNvSpPr>
              <p:nvPr/>
            </p:nvSpPr>
            <p:spPr bwMode="auto">
              <a:xfrm>
                <a:off x="7631676"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6" name="Rectangle 76">
                <a:extLst>
                  <a:ext uri="{FF2B5EF4-FFF2-40B4-BE49-F238E27FC236}">
                    <a16:creationId xmlns:a16="http://schemas.microsoft.com/office/drawing/2014/main" id="{B9A7B9E1-4CEE-41C8-A799-EE4B9AFCD04E}"/>
                  </a:ext>
                </a:extLst>
              </p:cNvPr>
              <p:cNvSpPr>
                <a:spLocks noChangeArrowheads="1"/>
              </p:cNvSpPr>
              <p:nvPr/>
            </p:nvSpPr>
            <p:spPr bwMode="auto">
              <a:xfrm>
                <a:off x="8087109"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7" name="Rectangle 77">
                <a:extLst>
                  <a:ext uri="{FF2B5EF4-FFF2-40B4-BE49-F238E27FC236}">
                    <a16:creationId xmlns:a16="http://schemas.microsoft.com/office/drawing/2014/main" id="{3C824F84-B682-4EA2-AFC1-D56DF71A0CD9}"/>
                  </a:ext>
                </a:extLst>
              </p:cNvPr>
              <p:cNvSpPr>
                <a:spLocks noChangeArrowheads="1"/>
              </p:cNvSpPr>
              <p:nvPr/>
            </p:nvSpPr>
            <p:spPr bwMode="auto">
              <a:xfrm>
                <a:off x="8541372"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8" name="Rectangle 78">
                <a:extLst>
                  <a:ext uri="{FF2B5EF4-FFF2-40B4-BE49-F238E27FC236}">
                    <a16:creationId xmlns:a16="http://schemas.microsoft.com/office/drawing/2014/main" id="{154DDE76-05F9-405C-86DB-477B87DBB847}"/>
                  </a:ext>
                </a:extLst>
              </p:cNvPr>
              <p:cNvSpPr>
                <a:spLocks noChangeArrowheads="1"/>
              </p:cNvSpPr>
              <p:nvPr/>
            </p:nvSpPr>
            <p:spPr bwMode="auto">
              <a:xfrm>
                <a:off x="8996805"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9" name="Rectangle 79">
                <a:extLst>
                  <a:ext uri="{FF2B5EF4-FFF2-40B4-BE49-F238E27FC236}">
                    <a16:creationId xmlns:a16="http://schemas.microsoft.com/office/drawing/2014/main" id="{28217A81-8951-475F-9F90-88B99F13D6E5}"/>
                  </a:ext>
                </a:extLst>
              </p:cNvPr>
              <p:cNvSpPr>
                <a:spLocks noChangeArrowheads="1"/>
              </p:cNvSpPr>
              <p:nvPr/>
            </p:nvSpPr>
            <p:spPr bwMode="auto">
              <a:xfrm>
                <a:off x="9451068"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0" name="Rectangle 80">
                <a:extLst>
                  <a:ext uri="{FF2B5EF4-FFF2-40B4-BE49-F238E27FC236}">
                    <a16:creationId xmlns:a16="http://schemas.microsoft.com/office/drawing/2014/main" id="{DD226742-8914-401E-8D78-93F56B2E4813}"/>
                  </a:ext>
                </a:extLst>
              </p:cNvPr>
              <p:cNvSpPr>
                <a:spLocks noChangeArrowheads="1"/>
              </p:cNvSpPr>
              <p:nvPr/>
            </p:nvSpPr>
            <p:spPr bwMode="auto">
              <a:xfrm>
                <a:off x="9906501"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1" name="Rectangle 81">
                <a:extLst>
                  <a:ext uri="{FF2B5EF4-FFF2-40B4-BE49-F238E27FC236}">
                    <a16:creationId xmlns:a16="http://schemas.microsoft.com/office/drawing/2014/main" id="{B0E1AE86-33D6-4D1D-BC23-EA8A4AF1CFD2}"/>
                  </a:ext>
                </a:extLst>
              </p:cNvPr>
              <p:cNvSpPr>
                <a:spLocks noChangeArrowheads="1"/>
              </p:cNvSpPr>
              <p:nvPr/>
            </p:nvSpPr>
            <p:spPr bwMode="auto">
              <a:xfrm>
                <a:off x="10360763"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2" name="Rectangle 82">
                <a:extLst>
                  <a:ext uri="{FF2B5EF4-FFF2-40B4-BE49-F238E27FC236}">
                    <a16:creationId xmlns:a16="http://schemas.microsoft.com/office/drawing/2014/main" id="{CCA69695-3790-4A9F-9CC1-5EBCB1C96DF5}"/>
                  </a:ext>
                </a:extLst>
              </p:cNvPr>
              <p:cNvSpPr>
                <a:spLocks noChangeArrowheads="1"/>
              </p:cNvSpPr>
              <p:nvPr/>
            </p:nvSpPr>
            <p:spPr bwMode="auto">
              <a:xfrm>
                <a:off x="10816197"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3" name="Rectangle 83">
                <a:extLst>
                  <a:ext uri="{FF2B5EF4-FFF2-40B4-BE49-F238E27FC236}">
                    <a16:creationId xmlns:a16="http://schemas.microsoft.com/office/drawing/2014/main" id="{E75DD56F-C446-4037-8A60-A6C1A44E8CF2}"/>
                  </a:ext>
                </a:extLst>
              </p:cNvPr>
              <p:cNvSpPr>
                <a:spLocks noChangeArrowheads="1"/>
              </p:cNvSpPr>
              <p:nvPr/>
            </p:nvSpPr>
            <p:spPr bwMode="auto">
              <a:xfrm>
                <a:off x="1127046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4" name="Rectangle 84">
                <a:extLst>
                  <a:ext uri="{FF2B5EF4-FFF2-40B4-BE49-F238E27FC236}">
                    <a16:creationId xmlns:a16="http://schemas.microsoft.com/office/drawing/2014/main" id="{3658AAE9-4C55-47F2-9C83-497627EC28DA}"/>
                  </a:ext>
                </a:extLst>
              </p:cNvPr>
              <p:cNvSpPr>
                <a:spLocks noChangeArrowheads="1"/>
              </p:cNvSpPr>
              <p:nvPr/>
            </p:nvSpPr>
            <p:spPr bwMode="auto">
              <a:xfrm>
                <a:off x="1172589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1" name="Group 20">
              <a:extLst>
                <a:ext uri="{FF2B5EF4-FFF2-40B4-BE49-F238E27FC236}">
                  <a16:creationId xmlns:a16="http://schemas.microsoft.com/office/drawing/2014/main" id="{909F6D0B-FF49-4CC2-90DB-BE84FEA93E9F}"/>
                </a:ext>
              </a:extLst>
            </p:cNvPr>
            <p:cNvGrpSpPr/>
            <p:nvPr/>
          </p:nvGrpSpPr>
          <p:grpSpPr>
            <a:xfrm>
              <a:off x="354110" y="4883475"/>
              <a:ext cx="11480604" cy="109990"/>
              <a:chOff x="354110" y="4888062"/>
              <a:chExt cx="11480604" cy="109990"/>
            </a:xfrm>
            <a:grpFill/>
          </p:grpSpPr>
          <p:sp>
            <p:nvSpPr>
              <p:cNvPr id="103" name="Rectangle 5">
                <a:extLst>
                  <a:ext uri="{FF2B5EF4-FFF2-40B4-BE49-F238E27FC236}">
                    <a16:creationId xmlns:a16="http://schemas.microsoft.com/office/drawing/2014/main" id="{5B16BA60-1923-4CB8-AC58-3FA97E97824E}"/>
                  </a:ext>
                </a:extLst>
              </p:cNvPr>
              <p:cNvSpPr>
                <a:spLocks noChangeArrowheads="1"/>
              </p:cNvSpPr>
              <p:nvPr/>
            </p:nvSpPr>
            <p:spPr bwMode="auto">
              <a:xfrm>
                <a:off x="35411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4" name="Rectangle 6">
                <a:extLst>
                  <a:ext uri="{FF2B5EF4-FFF2-40B4-BE49-F238E27FC236}">
                    <a16:creationId xmlns:a16="http://schemas.microsoft.com/office/drawing/2014/main" id="{5472B612-6D9A-49B7-A1A5-EF7EBDCE08E2}"/>
                  </a:ext>
                </a:extLst>
              </p:cNvPr>
              <p:cNvSpPr>
                <a:spLocks noChangeArrowheads="1"/>
              </p:cNvSpPr>
              <p:nvPr/>
            </p:nvSpPr>
            <p:spPr bwMode="auto">
              <a:xfrm>
                <a:off x="80954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5" name="Rectangle 7">
                <a:extLst>
                  <a:ext uri="{FF2B5EF4-FFF2-40B4-BE49-F238E27FC236}">
                    <a16:creationId xmlns:a16="http://schemas.microsoft.com/office/drawing/2014/main" id="{19A7F840-07E0-4852-B348-40D8EB614858}"/>
                  </a:ext>
                </a:extLst>
              </p:cNvPr>
              <p:cNvSpPr>
                <a:spLocks noChangeArrowheads="1"/>
              </p:cNvSpPr>
              <p:nvPr/>
            </p:nvSpPr>
            <p:spPr bwMode="auto">
              <a:xfrm>
                <a:off x="1263805"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6" name="Rectangle 8">
                <a:extLst>
                  <a:ext uri="{FF2B5EF4-FFF2-40B4-BE49-F238E27FC236}">
                    <a16:creationId xmlns:a16="http://schemas.microsoft.com/office/drawing/2014/main" id="{F501C6E7-9683-4F5F-ADB4-D120A8CE23AC}"/>
                  </a:ext>
                </a:extLst>
              </p:cNvPr>
              <p:cNvSpPr>
                <a:spLocks noChangeArrowheads="1"/>
              </p:cNvSpPr>
              <p:nvPr/>
            </p:nvSpPr>
            <p:spPr bwMode="auto">
              <a:xfrm>
                <a:off x="1719239"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7" name="Rectangle 9">
                <a:extLst>
                  <a:ext uri="{FF2B5EF4-FFF2-40B4-BE49-F238E27FC236}">
                    <a16:creationId xmlns:a16="http://schemas.microsoft.com/office/drawing/2014/main" id="{6B0B292A-E263-45E9-8363-AB5BA07DC7ED}"/>
                  </a:ext>
                </a:extLst>
              </p:cNvPr>
              <p:cNvSpPr>
                <a:spLocks noChangeArrowheads="1"/>
              </p:cNvSpPr>
              <p:nvPr/>
            </p:nvSpPr>
            <p:spPr bwMode="auto">
              <a:xfrm>
                <a:off x="2173502"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8" name="Rectangle 10">
                <a:extLst>
                  <a:ext uri="{FF2B5EF4-FFF2-40B4-BE49-F238E27FC236}">
                    <a16:creationId xmlns:a16="http://schemas.microsoft.com/office/drawing/2014/main" id="{F6D80E9D-A930-4211-B815-FA67CF10A554}"/>
                  </a:ext>
                </a:extLst>
              </p:cNvPr>
              <p:cNvSpPr>
                <a:spLocks noChangeArrowheads="1"/>
              </p:cNvSpPr>
              <p:nvPr/>
            </p:nvSpPr>
            <p:spPr bwMode="auto">
              <a:xfrm>
                <a:off x="2628934"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9" name="Rectangle 11">
                <a:extLst>
                  <a:ext uri="{FF2B5EF4-FFF2-40B4-BE49-F238E27FC236}">
                    <a16:creationId xmlns:a16="http://schemas.microsoft.com/office/drawing/2014/main" id="{75CB23DF-89C3-4513-88A0-E31FACFB7D19}"/>
                  </a:ext>
                </a:extLst>
              </p:cNvPr>
              <p:cNvSpPr>
                <a:spLocks noChangeArrowheads="1"/>
              </p:cNvSpPr>
              <p:nvPr/>
            </p:nvSpPr>
            <p:spPr bwMode="auto">
              <a:xfrm>
                <a:off x="3083197"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0" name="Rectangle 12">
                <a:extLst>
                  <a:ext uri="{FF2B5EF4-FFF2-40B4-BE49-F238E27FC236}">
                    <a16:creationId xmlns:a16="http://schemas.microsoft.com/office/drawing/2014/main" id="{792B94F3-12D9-42E8-91C9-DE5D158733B4}"/>
                  </a:ext>
                </a:extLst>
              </p:cNvPr>
              <p:cNvSpPr>
                <a:spLocks noChangeArrowheads="1"/>
              </p:cNvSpPr>
              <p:nvPr/>
            </p:nvSpPr>
            <p:spPr bwMode="auto">
              <a:xfrm>
                <a:off x="3538630"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1" name="Rectangle 13">
                <a:extLst>
                  <a:ext uri="{FF2B5EF4-FFF2-40B4-BE49-F238E27FC236}">
                    <a16:creationId xmlns:a16="http://schemas.microsoft.com/office/drawing/2014/main" id="{F5C29CE0-8ED9-4F8F-B865-6A66D95AA6F5}"/>
                  </a:ext>
                </a:extLst>
              </p:cNvPr>
              <p:cNvSpPr>
                <a:spLocks noChangeArrowheads="1"/>
              </p:cNvSpPr>
              <p:nvPr/>
            </p:nvSpPr>
            <p:spPr bwMode="auto">
              <a:xfrm>
                <a:off x="3992893"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2" name="Rectangle 14">
                <a:extLst>
                  <a:ext uri="{FF2B5EF4-FFF2-40B4-BE49-F238E27FC236}">
                    <a16:creationId xmlns:a16="http://schemas.microsoft.com/office/drawing/2014/main" id="{E1288316-CFF0-4D0C-A6EA-50B406EBF659}"/>
                  </a:ext>
                </a:extLst>
              </p:cNvPr>
              <p:cNvSpPr>
                <a:spLocks noChangeArrowheads="1"/>
              </p:cNvSpPr>
              <p:nvPr/>
            </p:nvSpPr>
            <p:spPr bwMode="auto">
              <a:xfrm>
                <a:off x="4448326"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3" name="Rectangle 15">
                <a:extLst>
                  <a:ext uri="{FF2B5EF4-FFF2-40B4-BE49-F238E27FC236}">
                    <a16:creationId xmlns:a16="http://schemas.microsoft.com/office/drawing/2014/main" id="{4BF70EA3-0A87-40BD-94BF-76AAEC816C87}"/>
                  </a:ext>
                </a:extLst>
              </p:cNvPr>
              <p:cNvSpPr>
                <a:spLocks noChangeArrowheads="1"/>
              </p:cNvSpPr>
              <p:nvPr/>
            </p:nvSpPr>
            <p:spPr bwMode="auto">
              <a:xfrm>
                <a:off x="4902589"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4" name="Rectangle 16">
                <a:extLst>
                  <a:ext uri="{FF2B5EF4-FFF2-40B4-BE49-F238E27FC236}">
                    <a16:creationId xmlns:a16="http://schemas.microsoft.com/office/drawing/2014/main" id="{8AC49DAE-1800-40B4-908D-DACDDBFF2135}"/>
                  </a:ext>
                </a:extLst>
              </p:cNvPr>
              <p:cNvSpPr>
                <a:spLocks noChangeArrowheads="1"/>
              </p:cNvSpPr>
              <p:nvPr/>
            </p:nvSpPr>
            <p:spPr bwMode="auto">
              <a:xfrm>
                <a:off x="535802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5" name="Rectangle 17">
                <a:extLst>
                  <a:ext uri="{FF2B5EF4-FFF2-40B4-BE49-F238E27FC236}">
                    <a16:creationId xmlns:a16="http://schemas.microsoft.com/office/drawing/2014/main" id="{236BF9F5-A935-4DA3-A4A9-52DD30165B37}"/>
                  </a:ext>
                </a:extLst>
              </p:cNvPr>
              <p:cNvSpPr>
                <a:spLocks noChangeArrowheads="1"/>
              </p:cNvSpPr>
              <p:nvPr/>
            </p:nvSpPr>
            <p:spPr bwMode="auto">
              <a:xfrm>
                <a:off x="5812285"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6" name="Rectangle 18">
                <a:extLst>
                  <a:ext uri="{FF2B5EF4-FFF2-40B4-BE49-F238E27FC236}">
                    <a16:creationId xmlns:a16="http://schemas.microsoft.com/office/drawing/2014/main" id="{97FE846A-6C60-49BD-8759-77095BC24777}"/>
                  </a:ext>
                </a:extLst>
              </p:cNvPr>
              <p:cNvSpPr>
                <a:spLocks noChangeArrowheads="1"/>
              </p:cNvSpPr>
              <p:nvPr/>
            </p:nvSpPr>
            <p:spPr bwMode="auto">
              <a:xfrm>
                <a:off x="6267717"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7" name="Rectangle 19">
                <a:extLst>
                  <a:ext uri="{FF2B5EF4-FFF2-40B4-BE49-F238E27FC236}">
                    <a16:creationId xmlns:a16="http://schemas.microsoft.com/office/drawing/2014/main" id="{FA924FA8-FE97-40A1-852B-77A498A7C449}"/>
                  </a:ext>
                </a:extLst>
              </p:cNvPr>
              <p:cNvSpPr>
                <a:spLocks noChangeArrowheads="1"/>
              </p:cNvSpPr>
              <p:nvPr/>
            </p:nvSpPr>
            <p:spPr bwMode="auto">
              <a:xfrm>
                <a:off x="672198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8" name="Rectangle 20">
                <a:extLst>
                  <a:ext uri="{FF2B5EF4-FFF2-40B4-BE49-F238E27FC236}">
                    <a16:creationId xmlns:a16="http://schemas.microsoft.com/office/drawing/2014/main" id="{3C593FAE-CE47-48A5-AC85-6174EAC0A21E}"/>
                  </a:ext>
                </a:extLst>
              </p:cNvPr>
              <p:cNvSpPr>
                <a:spLocks noChangeArrowheads="1"/>
              </p:cNvSpPr>
              <p:nvPr/>
            </p:nvSpPr>
            <p:spPr bwMode="auto">
              <a:xfrm>
                <a:off x="7177414"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9" name="Rectangle 21">
                <a:extLst>
                  <a:ext uri="{FF2B5EF4-FFF2-40B4-BE49-F238E27FC236}">
                    <a16:creationId xmlns:a16="http://schemas.microsoft.com/office/drawing/2014/main" id="{E2228A57-948E-4482-9E06-D9E725176DF9}"/>
                  </a:ext>
                </a:extLst>
              </p:cNvPr>
              <p:cNvSpPr>
                <a:spLocks noChangeArrowheads="1"/>
              </p:cNvSpPr>
              <p:nvPr/>
            </p:nvSpPr>
            <p:spPr bwMode="auto">
              <a:xfrm>
                <a:off x="7631676"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0" name="Rectangle 22">
                <a:extLst>
                  <a:ext uri="{FF2B5EF4-FFF2-40B4-BE49-F238E27FC236}">
                    <a16:creationId xmlns:a16="http://schemas.microsoft.com/office/drawing/2014/main" id="{1EF13CFA-22CA-4C10-BE90-D5CC115A891A}"/>
                  </a:ext>
                </a:extLst>
              </p:cNvPr>
              <p:cNvSpPr>
                <a:spLocks noChangeArrowheads="1"/>
              </p:cNvSpPr>
              <p:nvPr/>
            </p:nvSpPr>
            <p:spPr bwMode="auto">
              <a:xfrm>
                <a:off x="8087109"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1" name="Rectangle 23">
                <a:extLst>
                  <a:ext uri="{FF2B5EF4-FFF2-40B4-BE49-F238E27FC236}">
                    <a16:creationId xmlns:a16="http://schemas.microsoft.com/office/drawing/2014/main" id="{0E8E90A3-1641-4E9B-A194-D5F117F9AEF4}"/>
                  </a:ext>
                </a:extLst>
              </p:cNvPr>
              <p:cNvSpPr>
                <a:spLocks noChangeArrowheads="1"/>
              </p:cNvSpPr>
              <p:nvPr/>
            </p:nvSpPr>
            <p:spPr bwMode="auto">
              <a:xfrm>
                <a:off x="8541372"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2" name="Rectangle 24">
                <a:extLst>
                  <a:ext uri="{FF2B5EF4-FFF2-40B4-BE49-F238E27FC236}">
                    <a16:creationId xmlns:a16="http://schemas.microsoft.com/office/drawing/2014/main" id="{A68EDFEF-E0D3-402A-9521-3DF38E4B8F5F}"/>
                  </a:ext>
                </a:extLst>
              </p:cNvPr>
              <p:cNvSpPr>
                <a:spLocks noChangeArrowheads="1"/>
              </p:cNvSpPr>
              <p:nvPr/>
            </p:nvSpPr>
            <p:spPr bwMode="auto">
              <a:xfrm>
                <a:off x="8996805"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3" name="Rectangle 25">
                <a:extLst>
                  <a:ext uri="{FF2B5EF4-FFF2-40B4-BE49-F238E27FC236}">
                    <a16:creationId xmlns:a16="http://schemas.microsoft.com/office/drawing/2014/main" id="{CCF9D944-04E9-47A8-9177-AFC8A6780FC7}"/>
                  </a:ext>
                </a:extLst>
              </p:cNvPr>
              <p:cNvSpPr>
                <a:spLocks noChangeArrowheads="1"/>
              </p:cNvSpPr>
              <p:nvPr/>
            </p:nvSpPr>
            <p:spPr bwMode="auto">
              <a:xfrm>
                <a:off x="9451068"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4" name="Rectangle 26">
                <a:extLst>
                  <a:ext uri="{FF2B5EF4-FFF2-40B4-BE49-F238E27FC236}">
                    <a16:creationId xmlns:a16="http://schemas.microsoft.com/office/drawing/2014/main" id="{ABDECE26-FC06-416E-A783-A77B3FFA3AF7}"/>
                  </a:ext>
                </a:extLst>
              </p:cNvPr>
              <p:cNvSpPr>
                <a:spLocks noChangeArrowheads="1"/>
              </p:cNvSpPr>
              <p:nvPr/>
            </p:nvSpPr>
            <p:spPr bwMode="auto">
              <a:xfrm>
                <a:off x="9906501"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5" name="Rectangle 27">
                <a:extLst>
                  <a:ext uri="{FF2B5EF4-FFF2-40B4-BE49-F238E27FC236}">
                    <a16:creationId xmlns:a16="http://schemas.microsoft.com/office/drawing/2014/main" id="{1F81018F-D062-471E-8E4D-BF55555F50D6}"/>
                  </a:ext>
                </a:extLst>
              </p:cNvPr>
              <p:cNvSpPr>
                <a:spLocks noChangeArrowheads="1"/>
              </p:cNvSpPr>
              <p:nvPr/>
            </p:nvSpPr>
            <p:spPr bwMode="auto">
              <a:xfrm>
                <a:off x="10360763"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6" name="Rectangle 28">
                <a:extLst>
                  <a:ext uri="{FF2B5EF4-FFF2-40B4-BE49-F238E27FC236}">
                    <a16:creationId xmlns:a16="http://schemas.microsoft.com/office/drawing/2014/main" id="{75BC1DFB-E2E0-44A2-8449-1511B5F4C286}"/>
                  </a:ext>
                </a:extLst>
              </p:cNvPr>
              <p:cNvSpPr>
                <a:spLocks noChangeArrowheads="1"/>
              </p:cNvSpPr>
              <p:nvPr/>
            </p:nvSpPr>
            <p:spPr bwMode="auto">
              <a:xfrm>
                <a:off x="10816197"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7" name="Rectangle 29">
                <a:extLst>
                  <a:ext uri="{FF2B5EF4-FFF2-40B4-BE49-F238E27FC236}">
                    <a16:creationId xmlns:a16="http://schemas.microsoft.com/office/drawing/2014/main" id="{FE671700-5C5E-4E82-8FDC-49E44FF73998}"/>
                  </a:ext>
                </a:extLst>
              </p:cNvPr>
              <p:cNvSpPr>
                <a:spLocks noChangeArrowheads="1"/>
              </p:cNvSpPr>
              <p:nvPr/>
            </p:nvSpPr>
            <p:spPr bwMode="auto">
              <a:xfrm>
                <a:off x="1127046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8" name="Rectangle 30">
                <a:extLst>
                  <a:ext uri="{FF2B5EF4-FFF2-40B4-BE49-F238E27FC236}">
                    <a16:creationId xmlns:a16="http://schemas.microsoft.com/office/drawing/2014/main" id="{367003AF-BC87-4F81-81EB-3D09A24C9934}"/>
                  </a:ext>
                </a:extLst>
              </p:cNvPr>
              <p:cNvSpPr>
                <a:spLocks noChangeArrowheads="1"/>
              </p:cNvSpPr>
              <p:nvPr/>
            </p:nvSpPr>
            <p:spPr bwMode="auto">
              <a:xfrm>
                <a:off x="1172589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2" name="Group 21">
              <a:extLst>
                <a:ext uri="{FF2B5EF4-FFF2-40B4-BE49-F238E27FC236}">
                  <a16:creationId xmlns:a16="http://schemas.microsoft.com/office/drawing/2014/main" id="{5E7D7A4E-C314-4987-9657-060E28CAA6A0}"/>
                </a:ext>
              </a:extLst>
            </p:cNvPr>
            <p:cNvGrpSpPr/>
            <p:nvPr/>
          </p:nvGrpSpPr>
          <p:grpSpPr>
            <a:xfrm>
              <a:off x="354110" y="5390187"/>
              <a:ext cx="11480604" cy="108822"/>
              <a:chOff x="354110" y="5396454"/>
              <a:chExt cx="11480604" cy="108822"/>
            </a:xfrm>
            <a:grpFill/>
          </p:grpSpPr>
          <p:sp>
            <p:nvSpPr>
              <p:cNvPr id="77" name="Rectangle 32">
                <a:extLst>
                  <a:ext uri="{FF2B5EF4-FFF2-40B4-BE49-F238E27FC236}">
                    <a16:creationId xmlns:a16="http://schemas.microsoft.com/office/drawing/2014/main" id="{8E8A1AC8-CA63-4F37-A8CF-FF832D8BE474}"/>
                  </a:ext>
                </a:extLst>
              </p:cNvPr>
              <p:cNvSpPr>
                <a:spLocks noChangeArrowheads="1"/>
              </p:cNvSpPr>
              <p:nvPr/>
            </p:nvSpPr>
            <p:spPr bwMode="auto">
              <a:xfrm>
                <a:off x="35411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8" name="Rectangle 33">
                <a:extLst>
                  <a:ext uri="{FF2B5EF4-FFF2-40B4-BE49-F238E27FC236}">
                    <a16:creationId xmlns:a16="http://schemas.microsoft.com/office/drawing/2014/main" id="{628E2734-FDDB-44A3-9AF2-03978429626B}"/>
                  </a:ext>
                </a:extLst>
              </p:cNvPr>
              <p:cNvSpPr>
                <a:spLocks noChangeArrowheads="1"/>
              </p:cNvSpPr>
              <p:nvPr/>
            </p:nvSpPr>
            <p:spPr bwMode="auto">
              <a:xfrm>
                <a:off x="80954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9" name="Rectangle 34">
                <a:extLst>
                  <a:ext uri="{FF2B5EF4-FFF2-40B4-BE49-F238E27FC236}">
                    <a16:creationId xmlns:a16="http://schemas.microsoft.com/office/drawing/2014/main" id="{088CF2A2-82EB-4956-973F-6A38CD7EA059}"/>
                  </a:ext>
                </a:extLst>
              </p:cNvPr>
              <p:cNvSpPr>
                <a:spLocks noChangeArrowheads="1"/>
              </p:cNvSpPr>
              <p:nvPr/>
            </p:nvSpPr>
            <p:spPr bwMode="auto">
              <a:xfrm>
                <a:off x="1263805"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0" name="Rectangle 35">
                <a:extLst>
                  <a:ext uri="{FF2B5EF4-FFF2-40B4-BE49-F238E27FC236}">
                    <a16:creationId xmlns:a16="http://schemas.microsoft.com/office/drawing/2014/main" id="{C040EEA9-3095-4F30-8483-23F37448C258}"/>
                  </a:ext>
                </a:extLst>
              </p:cNvPr>
              <p:cNvSpPr>
                <a:spLocks noChangeArrowheads="1"/>
              </p:cNvSpPr>
              <p:nvPr/>
            </p:nvSpPr>
            <p:spPr bwMode="auto">
              <a:xfrm>
                <a:off x="1719239"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1" name="Rectangle 36">
                <a:extLst>
                  <a:ext uri="{FF2B5EF4-FFF2-40B4-BE49-F238E27FC236}">
                    <a16:creationId xmlns:a16="http://schemas.microsoft.com/office/drawing/2014/main" id="{749693CE-451B-4AFB-88A8-C12ED178EA24}"/>
                  </a:ext>
                </a:extLst>
              </p:cNvPr>
              <p:cNvSpPr>
                <a:spLocks noChangeArrowheads="1"/>
              </p:cNvSpPr>
              <p:nvPr/>
            </p:nvSpPr>
            <p:spPr bwMode="auto">
              <a:xfrm>
                <a:off x="2173502"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2" name="Rectangle 37">
                <a:extLst>
                  <a:ext uri="{FF2B5EF4-FFF2-40B4-BE49-F238E27FC236}">
                    <a16:creationId xmlns:a16="http://schemas.microsoft.com/office/drawing/2014/main" id="{30280489-C791-44E8-963D-1255607CDB5F}"/>
                  </a:ext>
                </a:extLst>
              </p:cNvPr>
              <p:cNvSpPr>
                <a:spLocks noChangeArrowheads="1"/>
              </p:cNvSpPr>
              <p:nvPr/>
            </p:nvSpPr>
            <p:spPr bwMode="auto">
              <a:xfrm>
                <a:off x="2628934"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3" name="Rectangle 38">
                <a:extLst>
                  <a:ext uri="{FF2B5EF4-FFF2-40B4-BE49-F238E27FC236}">
                    <a16:creationId xmlns:a16="http://schemas.microsoft.com/office/drawing/2014/main" id="{8CC74FC2-413D-4801-AE6D-107C3B112929}"/>
                  </a:ext>
                </a:extLst>
              </p:cNvPr>
              <p:cNvSpPr>
                <a:spLocks noChangeArrowheads="1"/>
              </p:cNvSpPr>
              <p:nvPr/>
            </p:nvSpPr>
            <p:spPr bwMode="auto">
              <a:xfrm>
                <a:off x="3083197"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4" name="Rectangle 39">
                <a:extLst>
                  <a:ext uri="{FF2B5EF4-FFF2-40B4-BE49-F238E27FC236}">
                    <a16:creationId xmlns:a16="http://schemas.microsoft.com/office/drawing/2014/main" id="{B285A8B1-8801-46CD-91B8-97CE12F31990}"/>
                  </a:ext>
                </a:extLst>
              </p:cNvPr>
              <p:cNvSpPr>
                <a:spLocks noChangeArrowheads="1"/>
              </p:cNvSpPr>
              <p:nvPr/>
            </p:nvSpPr>
            <p:spPr bwMode="auto">
              <a:xfrm>
                <a:off x="3538630"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5" name="Rectangle 40">
                <a:extLst>
                  <a:ext uri="{FF2B5EF4-FFF2-40B4-BE49-F238E27FC236}">
                    <a16:creationId xmlns:a16="http://schemas.microsoft.com/office/drawing/2014/main" id="{2DCB03A8-663D-4DCB-A3A5-59C55ED30496}"/>
                  </a:ext>
                </a:extLst>
              </p:cNvPr>
              <p:cNvSpPr>
                <a:spLocks noChangeArrowheads="1"/>
              </p:cNvSpPr>
              <p:nvPr/>
            </p:nvSpPr>
            <p:spPr bwMode="auto">
              <a:xfrm>
                <a:off x="3992893"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6" name="Rectangle 41">
                <a:extLst>
                  <a:ext uri="{FF2B5EF4-FFF2-40B4-BE49-F238E27FC236}">
                    <a16:creationId xmlns:a16="http://schemas.microsoft.com/office/drawing/2014/main" id="{5407D7A5-9403-4899-B30F-57F9270DFA23}"/>
                  </a:ext>
                </a:extLst>
              </p:cNvPr>
              <p:cNvSpPr>
                <a:spLocks noChangeArrowheads="1"/>
              </p:cNvSpPr>
              <p:nvPr/>
            </p:nvSpPr>
            <p:spPr bwMode="auto">
              <a:xfrm>
                <a:off x="4448326"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7" name="Rectangle 42">
                <a:extLst>
                  <a:ext uri="{FF2B5EF4-FFF2-40B4-BE49-F238E27FC236}">
                    <a16:creationId xmlns:a16="http://schemas.microsoft.com/office/drawing/2014/main" id="{A5A712A8-2D9C-4566-93D7-A554219464B6}"/>
                  </a:ext>
                </a:extLst>
              </p:cNvPr>
              <p:cNvSpPr>
                <a:spLocks noChangeArrowheads="1"/>
              </p:cNvSpPr>
              <p:nvPr/>
            </p:nvSpPr>
            <p:spPr bwMode="auto">
              <a:xfrm>
                <a:off x="4902589"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8" name="Rectangle 43">
                <a:extLst>
                  <a:ext uri="{FF2B5EF4-FFF2-40B4-BE49-F238E27FC236}">
                    <a16:creationId xmlns:a16="http://schemas.microsoft.com/office/drawing/2014/main" id="{4B61ED17-0B4A-42B3-B859-84E6FBD9F9B9}"/>
                  </a:ext>
                </a:extLst>
              </p:cNvPr>
              <p:cNvSpPr>
                <a:spLocks noChangeArrowheads="1"/>
              </p:cNvSpPr>
              <p:nvPr/>
            </p:nvSpPr>
            <p:spPr bwMode="auto">
              <a:xfrm>
                <a:off x="535802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9" name="Rectangle 44">
                <a:extLst>
                  <a:ext uri="{FF2B5EF4-FFF2-40B4-BE49-F238E27FC236}">
                    <a16:creationId xmlns:a16="http://schemas.microsoft.com/office/drawing/2014/main" id="{7FF71609-E043-4DD4-BBED-210943BF31DB}"/>
                  </a:ext>
                </a:extLst>
              </p:cNvPr>
              <p:cNvSpPr>
                <a:spLocks noChangeArrowheads="1"/>
              </p:cNvSpPr>
              <p:nvPr/>
            </p:nvSpPr>
            <p:spPr bwMode="auto">
              <a:xfrm>
                <a:off x="5812285"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0" name="Rectangle 45">
                <a:extLst>
                  <a:ext uri="{FF2B5EF4-FFF2-40B4-BE49-F238E27FC236}">
                    <a16:creationId xmlns:a16="http://schemas.microsoft.com/office/drawing/2014/main" id="{9107E37E-3623-4410-8CEA-DA33995A6AC6}"/>
                  </a:ext>
                </a:extLst>
              </p:cNvPr>
              <p:cNvSpPr>
                <a:spLocks noChangeArrowheads="1"/>
              </p:cNvSpPr>
              <p:nvPr/>
            </p:nvSpPr>
            <p:spPr bwMode="auto">
              <a:xfrm>
                <a:off x="6267717"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1" name="Rectangle 46">
                <a:extLst>
                  <a:ext uri="{FF2B5EF4-FFF2-40B4-BE49-F238E27FC236}">
                    <a16:creationId xmlns:a16="http://schemas.microsoft.com/office/drawing/2014/main" id="{B83800E2-BDEE-48AC-9D9F-0B03C123FB62}"/>
                  </a:ext>
                </a:extLst>
              </p:cNvPr>
              <p:cNvSpPr>
                <a:spLocks noChangeArrowheads="1"/>
              </p:cNvSpPr>
              <p:nvPr/>
            </p:nvSpPr>
            <p:spPr bwMode="auto">
              <a:xfrm>
                <a:off x="672198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2" name="Rectangle 47">
                <a:extLst>
                  <a:ext uri="{FF2B5EF4-FFF2-40B4-BE49-F238E27FC236}">
                    <a16:creationId xmlns:a16="http://schemas.microsoft.com/office/drawing/2014/main" id="{924E8ED7-0B54-488C-86FD-838BEC6C72BA}"/>
                  </a:ext>
                </a:extLst>
              </p:cNvPr>
              <p:cNvSpPr>
                <a:spLocks noChangeArrowheads="1"/>
              </p:cNvSpPr>
              <p:nvPr/>
            </p:nvSpPr>
            <p:spPr bwMode="auto">
              <a:xfrm>
                <a:off x="7177414"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3" name="Rectangle 48">
                <a:extLst>
                  <a:ext uri="{FF2B5EF4-FFF2-40B4-BE49-F238E27FC236}">
                    <a16:creationId xmlns:a16="http://schemas.microsoft.com/office/drawing/2014/main" id="{5E731C89-5DF4-4419-9A67-52BAEC37335F}"/>
                  </a:ext>
                </a:extLst>
              </p:cNvPr>
              <p:cNvSpPr>
                <a:spLocks noChangeArrowheads="1"/>
              </p:cNvSpPr>
              <p:nvPr/>
            </p:nvSpPr>
            <p:spPr bwMode="auto">
              <a:xfrm>
                <a:off x="7631676"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4" name="Rectangle 49">
                <a:extLst>
                  <a:ext uri="{FF2B5EF4-FFF2-40B4-BE49-F238E27FC236}">
                    <a16:creationId xmlns:a16="http://schemas.microsoft.com/office/drawing/2014/main" id="{D7B0E779-6D3D-4414-91BB-C1BBE6380DF5}"/>
                  </a:ext>
                </a:extLst>
              </p:cNvPr>
              <p:cNvSpPr>
                <a:spLocks noChangeArrowheads="1"/>
              </p:cNvSpPr>
              <p:nvPr/>
            </p:nvSpPr>
            <p:spPr bwMode="auto">
              <a:xfrm>
                <a:off x="8087109"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5" name="Rectangle 50">
                <a:extLst>
                  <a:ext uri="{FF2B5EF4-FFF2-40B4-BE49-F238E27FC236}">
                    <a16:creationId xmlns:a16="http://schemas.microsoft.com/office/drawing/2014/main" id="{E846AB63-6AAB-4E86-B4BA-7853BD602178}"/>
                  </a:ext>
                </a:extLst>
              </p:cNvPr>
              <p:cNvSpPr>
                <a:spLocks noChangeArrowheads="1"/>
              </p:cNvSpPr>
              <p:nvPr/>
            </p:nvSpPr>
            <p:spPr bwMode="auto">
              <a:xfrm>
                <a:off x="8541372"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6" name="Rectangle 51">
                <a:extLst>
                  <a:ext uri="{FF2B5EF4-FFF2-40B4-BE49-F238E27FC236}">
                    <a16:creationId xmlns:a16="http://schemas.microsoft.com/office/drawing/2014/main" id="{D05AC798-949B-4443-ADBB-917EF526FE1B}"/>
                  </a:ext>
                </a:extLst>
              </p:cNvPr>
              <p:cNvSpPr>
                <a:spLocks noChangeArrowheads="1"/>
              </p:cNvSpPr>
              <p:nvPr/>
            </p:nvSpPr>
            <p:spPr bwMode="auto">
              <a:xfrm>
                <a:off x="8996805"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7" name="Rectangle 52">
                <a:extLst>
                  <a:ext uri="{FF2B5EF4-FFF2-40B4-BE49-F238E27FC236}">
                    <a16:creationId xmlns:a16="http://schemas.microsoft.com/office/drawing/2014/main" id="{8B3E2107-60AF-4064-A551-A333E6249CE7}"/>
                  </a:ext>
                </a:extLst>
              </p:cNvPr>
              <p:cNvSpPr>
                <a:spLocks noChangeArrowheads="1"/>
              </p:cNvSpPr>
              <p:nvPr/>
            </p:nvSpPr>
            <p:spPr bwMode="auto">
              <a:xfrm>
                <a:off x="9451068"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8" name="Rectangle 53">
                <a:extLst>
                  <a:ext uri="{FF2B5EF4-FFF2-40B4-BE49-F238E27FC236}">
                    <a16:creationId xmlns:a16="http://schemas.microsoft.com/office/drawing/2014/main" id="{055FD3E8-A340-4393-92E1-4FD68288FDBC}"/>
                  </a:ext>
                </a:extLst>
              </p:cNvPr>
              <p:cNvSpPr>
                <a:spLocks noChangeArrowheads="1"/>
              </p:cNvSpPr>
              <p:nvPr/>
            </p:nvSpPr>
            <p:spPr bwMode="auto">
              <a:xfrm>
                <a:off x="9906501"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9" name="Rectangle 54">
                <a:extLst>
                  <a:ext uri="{FF2B5EF4-FFF2-40B4-BE49-F238E27FC236}">
                    <a16:creationId xmlns:a16="http://schemas.microsoft.com/office/drawing/2014/main" id="{C18C5E0E-D82C-4F82-A0E3-6BE9AAF75E27}"/>
                  </a:ext>
                </a:extLst>
              </p:cNvPr>
              <p:cNvSpPr>
                <a:spLocks noChangeArrowheads="1"/>
              </p:cNvSpPr>
              <p:nvPr/>
            </p:nvSpPr>
            <p:spPr bwMode="auto">
              <a:xfrm>
                <a:off x="10360763"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0" name="Rectangle 55">
                <a:extLst>
                  <a:ext uri="{FF2B5EF4-FFF2-40B4-BE49-F238E27FC236}">
                    <a16:creationId xmlns:a16="http://schemas.microsoft.com/office/drawing/2014/main" id="{677F5FC4-34F3-400A-9970-A7EA63DB4B53}"/>
                  </a:ext>
                </a:extLst>
              </p:cNvPr>
              <p:cNvSpPr>
                <a:spLocks noChangeArrowheads="1"/>
              </p:cNvSpPr>
              <p:nvPr/>
            </p:nvSpPr>
            <p:spPr bwMode="auto">
              <a:xfrm>
                <a:off x="10816197"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1" name="Rectangle 56">
                <a:extLst>
                  <a:ext uri="{FF2B5EF4-FFF2-40B4-BE49-F238E27FC236}">
                    <a16:creationId xmlns:a16="http://schemas.microsoft.com/office/drawing/2014/main" id="{2A4794CF-928E-4F8E-A532-7800E5996BB3}"/>
                  </a:ext>
                </a:extLst>
              </p:cNvPr>
              <p:cNvSpPr>
                <a:spLocks noChangeArrowheads="1"/>
              </p:cNvSpPr>
              <p:nvPr/>
            </p:nvSpPr>
            <p:spPr bwMode="auto">
              <a:xfrm>
                <a:off x="1127046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2" name="Rectangle 57">
                <a:extLst>
                  <a:ext uri="{FF2B5EF4-FFF2-40B4-BE49-F238E27FC236}">
                    <a16:creationId xmlns:a16="http://schemas.microsoft.com/office/drawing/2014/main" id="{E4F63079-D99A-4ECA-AE8B-8E93D4295604}"/>
                  </a:ext>
                </a:extLst>
              </p:cNvPr>
              <p:cNvSpPr>
                <a:spLocks noChangeArrowheads="1"/>
              </p:cNvSpPr>
              <p:nvPr/>
            </p:nvSpPr>
            <p:spPr bwMode="auto">
              <a:xfrm>
                <a:off x="1172589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3" name="Group 22">
              <a:extLst>
                <a:ext uri="{FF2B5EF4-FFF2-40B4-BE49-F238E27FC236}">
                  <a16:creationId xmlns:a16="http://schemas.microsoft.com/office/drawing/2014/main" id="{8F81BE07-E676-45EB-9AFA-7BF1FBB657A2}"/>
                </a:ext>
              </a:extLst>
            </p:cNvPr>
            <p:cNvGrpSpPr/>
            <p:nvPr/>
          </p:nvGrpSpPr>
          <p:grpSpPr>
            <a:xfrm>
              <a:off x="354110" y="5895731"/>
              <a:ext cx="11480604" cy="109990"/>
              <a:chOff x="354110" y="5903678"/>
              <a:chExt cx="11480604" cy="109990"/>
            </a:xfrm>
            <a:grpFill/>
          </p:grpSpPr>
          <p:sp>
            <p:nvSpPr>
              <p:cNvPr id="51" name="Rectangle 59">
                <a:extLst>
                  <a:ext uri="{FF2B5EF4-FFF2-40B4-BE49-F238E27FC236}">
                    <a16:creationId xmlns:a16="http://schemas.microsoft.com/office/drawing/2014/main" id="{90F41A19-F592-419E-BB70-0A26A5A2C993}"/>
                  </a:ext>
                </a:extLst>
              </p:cNvPr>
              <p:cNvSpPr>
                <a:spLocks noChangeArrowheads="1"/>
              </p:cNvSpPr>
              <p:nvPr/>
            </p:nvSpPr>
            <p:spPr bwMode="auto">
              <a:xfrm>
                <a:off x="35411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 name="Rectangle 60">
                <a:extLst>
                  <a:ext uri="{FF2B5EF4-FFF2-40B4-BE49-F238E27FC236}">
                    <a16:creationId xmlns:a16="http://schemas.microsoft.com/office/drawing/2014/main" id="{1469FDD4-E3FD-413E-AE75-22EE1F631B63}"/>
                  </a:ext>
                </a:extLst>
              </p:cNvPr>
              <p:cNvSpPr>
                <a:spLocks noChangeArrowheads="1"/>
              </p:cNvSpPr>
              <p:nvPr/>
            </p:nvSpPr>
            <p:spPr bwMode="auto">
              <a:xfrm>
                <a:off x="80954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 name="Rectangle 61">
                <a:extLst>
                  <a:ext uri="{FF2B5EF4-FFF2-40B4-BE49-F238E27FC236}">
                    <a16:creationId xmlns:a16="http://schemas.microsoft.com/office/drawing/2014/main" id="{FE475E5D-8646-4FC9-BFFB-619E2D0E25ED}"/>
                  </a:ext>
                </a:extLst>
              </p:cNvPr>
              <p:cNvSpPr>
                <a:spLocks noChangeArrowheads="1"/>
              </p:cNvSpPr>
              <p:nvPr/>
            </p:nvSpPr>
            <p:spPr bwMode="auto">
              <a:xfrm>
                <a:off x="126380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 name="Rectangle 62">
                <a:extLst>
                  <a:ext uri="{FF2B5EF4-FFF2-40B4-BE49-F238E27FC236}">
                    <a16:creationId xmlns:a16="http://schemas.microsoft.com/office/drawing/2014/main" id="{3D36A72E-C554-4C3C-9B1B-6CB10E5F62BE}"/>
                  </a:ext>
                </a:extLst>
              </p:cNvPr>
              <p:cNvSpPr>
                <a:spLocks noChangeArrowheads="1"/>
              </p:cNvSpPr>
              <p:nvPr/>
            </p:nvSpPr>
            <p:spPr bwMode="auto">
              <a:xfrm>
                <a:off x="171923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 name="Rectangle 63">
                <a:extLst>
                  <a:ext uri="{FF2B5EF4-FFF2-40B4-BE49-F238E27FC236}">
                    <a16:creationId xmlns:a16="http://schemas.microsoft.com/office/drawing/2014/main" id="{7A4E6F93-4FD1-43BD-92BD-564F60D0B6DD}"/>
                  </a:ext>
                </a:extLst>
              </p:cNvPr>
              <p:cNvSpPr>
                <a:spLocks noChangeArrowheads="1"/>
              </p:cNvSpPr>
              <p:nvPr/>
            </p:nvSpPr>
            <p:spPr bwMode="auto">
              <a:xfrm>
                <a:off x="217350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 name="Rectangle 64">
                <a:extLst>
                  <a:ext uri="{FF2B5EF4-FFF2-40B4-BE49-F238E27FC236}">
                    <a16:creationId xmlns:a16="http://schemas.microsoft.com/office/drawing/2014/main" id="{91390BA3-956A-4FEA-961B-6154DE6FB764}"/>
                  </a:ext>
                </a:extLst>
              </p:cNvPr>
              <p:cNvSpPr>
                <a:spLocks noChangeArrowheads="1"/>
              </p:cNvSpPr>
              <p:nvPr/>
            </p:nvSpPr>
            <p:spPr bwMode="auto">
              <a:xfrm>
                <a:off x="262893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 name="Rectangle 65">
                <a:extLst>
                  <a:ext uri="{FF2B5EF4-FFF2-40B4-BE49-F238E27FC236}">
                    <a16:creationId xmlns:a16="http://schemas.microsoft.com/office/drawing/2014/main" id="{3BDA4482-76BD-4B95-9A99-C9D97E68F675}"/>
                  </a:ext>
                </a:extLst>
              </p:cNvPr>
              <p:cNvSpPr>
                <a:spLocks noChangeArrowheads="1"/>
              </p:cNvSpPr>
              <p:nvPr/>
            </p:nvSpPr>
            <p:spPr bwMode="auto">
              <a:xfrm>
                <a:off x="3083197"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 name="Rectangle 66">
                <a:extLst>
                  <a:ext uri="{FF2B5EF4-FFF2-40B4-BE49-F238E27FC236}">
                    <a16:creationId xmlns:a16="http://schemas.microsoft.com/office/drawing/2014/main" id="{7C89DCF1-7783-4715-A5F6-F69C325A84FE}"/>
                  </a:ext>
                </a:extLst>
              </p:cNvPr>
              <p:cNvSpPr>
                <a:spLocks noChangeArrowheads="1"/>
              </p:cNvSpPr>
              <p:nvPr/>
            </p:nvSpPr>
            <p:spPr bwMode="auto">
              <a:xfrm>
                <a:off x="3538630"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 name="Rectangle 67">
                <a:extLst>
                  <a:ext uri="{FF2B5EF4-FFF2-40B4-BE49-F238E27FC236}">
                    <a16:creationId xmlns:a16="http://schemas.microsoft.com/office/drawing/2014/main" id="{C358A697-8E33-4B4A-8E88-7C19923AD434}"/>
                  </a:ext>
                </a:extLst>
              </p:cNvPr>
              <p:cNvSpPr>
                <a:spLocks noChangeArrowheads="1"/>
              </p:cNvSpPr>
              <p:nvPr/>
            </p:nvSpPr>
            <p:spPr bwMode="auto">
              <a:xfrm>
                <a:off x="399289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 name="Rectangle 68">
                <a:extLst>
                  <a:ext uri="{FF2B5EF4-FFF2-40B4-BE49-F238E27FC236}">
                    <a16:creationId xmlns:a16="http://schemas.microsoft.com/office/drawing/2014/main" id="{8716A687-A14A-4B91-AB47-EC1722AF30AA}"/>
                  </a:ext>
                </a:extLst>
              </p:cNvPr>
              <p:cNvSpPr>
                <a:spLocks noChangeArrowheads="1"/>
              </p:cNvSpPr>
              <p:nvPr/>
            </p:nvSpPr>
            <p:spPr bwMode="auto">
              <a:xfrm>
                <a:off x="4448326"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 name="Rectangle 69">
                <a:extLst>
                  <a:ext uri="{FF2B5EF4-FFF2-40B4-BE49-F238E27FC236}">
                    <a16:creationId xmlns:a16="http://schemas.microsoft.com/office/drawing/2014/main" id="{3597BC4D-A8AB-476D-A463-DDA92D6194C6}"/>
                  </a:ext>
                </a:extLst>
              </p:cNvPr>
              <p:cNvSpPr>
                <a:spLocks noChangeArrowheads="1"/>
              </p:cNvSpPr>
              <p:nvPr/>
            </p:nvSpPr>
            <p:spPr bwMode="auto">
              <a:xfrm>
                <a:off x="4902589"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 name="Rectangle 70">
                <a:extLst>
                  <a:ext uri="{FF2B5EF4-FFF2-40B4-BE49-F238E27FC236}">
                    <a16:creationId xmlns:a16="http://schemas.microsoft.com/office/drawing/2014/main" id="{3D5FE933-374E-4D22-95B5-F8B154CFC294}"/>
                  </a:ext>
                </a:extLst>
              </p:cNvPr>
              <p:cNvSpPr>
                <a:spLocks noChangeArrowheads="1"/>
              </p:cNvSpPr>
              <p:nvPr/>
            </p:nvSpPr>
            <p:spPr bwMode="auto">
              <a:xfrm>
                <a:off x="535802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 name="Rectangle 71">
                <a:extLst>
                  <a:ext uri="{FF2B5EF4-FFF2-40B4-BE49-F238E27FC236}">
                    <a16:creationId xmlns:a16="http://schemas.microsoft.com/office/drawing/2014/main" id="{4DA4C424-BC57-46B1-8A19-98F4A1F4BC56}"/>
                  </a:ext>
                </a:extLst>
              </p:cNvPr>
              <p:cNvSpPr>
                <a:spLocks noChangeArrowheads="1"/>
              </p:cNvSpPr>
              <p:nvPr/>
            </p:nvSpPr>
            <p:spPr bwMode="auto">
              <a:xfrm>
                <a:off x="581228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 name="Rectangle 72">
                <a:extLst>
                  <a:ext uri="{FF2B5EF4-FFF2-40B4-BE49-F238E27FC236}">
                    <a16:creationId xmlns:a16="http://schemas.microsoft.com/office/drawing/2014/main" id="{8072EEA5-91EE-47E9-9C82-96966E37CB87}"/>
                  </a:ext>
                </a:extLst>
              </p:cNvPr>
              <p:cNvSpPr>
                <a:spLocks noChangeArrowheads="1"/>
              </p:cNvSpPr>
              <p:nvPr/>
            </p:nvSpPr>
            <p:spPr bwMode="auto">
              <a:xfrm>
                <a:off x="626771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 name="Rectangle 73">
                <a:extLst>
                  <a:ext uri="{FF2B5EF4-FFF2-40B4-BE49-F238E27FC236}">
                    <a16:creationId xmlns:a16="http://schemas.microsoft.com/office/drawing/2014/main" id="{D2366CD8-B517-40C0-8E52-217CE8F16474}"/>
                  </a:ext>
                </a:extLst>
              </p:cNvPr>
              <p:cNvSpPr>
                <a:spLocks noChangeArrowheads="1"/>
              </p:cNvSpPr>
              <p:nvPr/>
            </p:nvSpPr>
            <p:spPr bwMode="auto">
              <a:xfrm>
                <a:off x="672198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 name="Rectangle 74">
                <a:extLst>
                  <a:ext uri="{FF2B5EF4-FFF2-40B4-BE49-F238E27FC236}">
                    <a16:creationId xmlns:a16="http://schemas.microsoft.com/office/drawing/2014/main" id="{2739573F-C01A-4A42-BDB4-F8717CD6555C}"/>
                  </a:ext>
                </a:extLst>
              </p:cNvPr>
              <p:cNvSpPr>
                <a:spLocks noChangeArrowheads="1"/>
              </p:cNvSpPr>
              <p:nvPr/>
            </p:nvSpPr>
            <p:spPr bwMode="auto">
              <a:xfrm>
                <a:off x="717741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 name="Rectangle 75">
                <a:extLst>
                  <a:ext uri="{FF2B5EF4-FFF2-40B4-BE49-F238E27FC236}">
                    <a16:creationId xmlns:a16="http://schemas.microsoft.com/office/drawing/2014/main" id="{94A56444-668B-41B0-8986-65EB2B4A3200}"/>
                  </a:ext>
                </a:extLst>
              </p:cNvPr>
              <p:cNvSpPr>
                <a:spLocks noChangeArrowheads="1"/>
              </p:cNvSpPr>
              <p:nvPr/>
            </p:nvSpPr>
            <p:spPr bwMode="auto">
              <a:xfrm>
                <a:off x="7631676"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 name="Rectangle 76">
                <a:extLst>
                  <a:ext uri="{FF2B5EF4-FFF2-40B4-BE49-F238E27FC236}">
                    <a16:creationId xmlns:a16="http://schemas.microsoft.com/office/drawing/2014/main" id="{B2CFF404-368E-4A76-A2CA-471611869B48}"/>
                  </a:ext>
                </a:extLst>
              </p:cNvPr>
              <p:cNvSpPr>
                <a:spLocks noChangeArrowheads="1"/>
              </p:cNvSpPr>
              <p:nvPr/>
            </p:nvSpPr>
            <p:spPr bwMode="auto">
              <a:xfrm>
                <a:off x="808710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 name="Rectangle 77">
                <a:extLst>
                  <a:ext uri="{FF2B5EF4-FFF2-40B4-BE49-F238E27FC236}">
                    <a16:creationId xmlns:a16="http://schemas.microsoft.com/office/drawing/2014/main" id="{3B1857CC-9DC7-43E3-98B6-0DCBB2DC18B3}"/>
                  </a:ext>
                </a:extLst>
              </p:cNvPr>
              <p:cNvSpPr>
                <a:spLocks noChangeArrowheads="1"/>
              </p:cNvSpPr>
              <p:nvPr/>
            </p:nvSpPr>
            <p:spPr bwMode="auto">
              <a:xfrm>
                <a:off x="854137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 name="Rectangle 78">
                <a:extLst>
                  <a:ext uri="{FF2B5EF4-FFF2-40B4-BE49-F238E27FC236}">
                    <a16:creationId xmlns:a16="http://schemas.microsoft.com/office/drawing/2014/main" id="{13C3C468-F3E2-4B75-BB66-184F85DD01B0}"/>
                  </a:ext>
                </a:extLst>
              </p:cNvPr>
              <p:cNvSpPr>
                <a:spLocks noChangeArrowheads="1"/>
              </p:cNvSpPr>
              <p:nvPr/>
            </p:nvSpPr>
            <p:spPr bwMode="auto">
              <a:xfrm>
                <a:off x="8996805"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 name="Rectangle 79">
                <a:extLst>
                  <a:ext uri="{FF2B5EF4-FFF2-40B4-BE49-F238E27FC236}">
                    <a16:creationId xmlns:a16="http://schemas.microsoft.com/office/drawing/2014/main" id="{1A0E9336-6E7F-4174-BB8B-7B675743AA41}"/>
                  </a:ext>
                </a:extLst>
              </p:cNvPr>
              <p:cNvSpPr>
                <a:spLocks noChangeArrowheads="1"/>
              </p:cNvSpPr>
              <p:nvPr/>
            </p:nvSpPr>
            <p:spPr bwMode="auto">
              <a:xfrm>
                <a:off x="9451068"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 name="Rectangle 80">
                <a:extLst>
                  <a:ext uri="{FF2B5EF4-FFF2-40B4-BE49-F238E27FC236}">
                    <a16:creationId xmlns:a16="http://schemas.microsoft.com/office/drawing/2014/main" id="{1AB6293C-8454-4149-8126-EFE23BCE434D}"/>
                  </a:ext>
                </a:extLst>
              </p:cNvPr>
              <p:cNvSpPr>
                <a:spLocks noChangeArrowheads="1"/>
              </p:cNvSpPr>
              <p:nvPr/>
            </p:nvSpPr>
            <p:spPr bwMode="auto">
              <a:xfrm>
                <a:off x="9906501"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 name="Rectangle 81">
                <a:extLst>
                  <a:ext uri="{FF2B5EF4-FFF2-40B4-BE49-F238E27FC236}">
                    <a16:creationId xmlns:a16="http://schemas.microsoft.com/office/drawing/2014/main" id="{BAE4953B-46B2-4552-8D6A-C67D4FCB3D6C}"/>
                  </a:ext>
                </a:extLst>
              </p:cNvPr>
              <p:cNvSpPr>
                <a:spLocks noChangeArrowheads="1"/>
              </p:cNvSpPr>
              <p:nvPr/>
            </p:nvSpPr>
            <p:spPr bwMode="auto">
              <a:xfrm>
                <a:off x="1036076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 name="Rectangle 82">
                <a:extLst>
                  <a:ext uri="{FF2B5EF4-FFF2-40B4-BE49-F238E27FC236}">
                    <a16:creationId xmlns:a16="http://schemas.microsoft.com/office/drawing/2014/main" id="{40C5CC0E-449E-4E60-822F-5A4AB69E541C}"/>
                  </a:ext>
                </a:extLst>
              </p:cNvPr>
              <p:cNvSpPr>
                <a:spLocks noChangeArrowheads="1"/>
              </p:cNvSpPr>
              <p:nvPr/>
            </p:nvSpPr>
            <p:spPr bwMode="auto">
              <a:xfrm>
                <a:off x="1081619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 name="Rectangle 83">
                <a:extLst>
                  <a:ext uri="{FF2B5EF4-FFF2-40B4-BE49-F238E27FC236}">
                    <a16:creationId xmlns:a16="http://schemas.microsoft.com/office/drawing/2014/main" id="{B2688373-3DD7-4956-8759-7CB2AF735B51}"/>
                  </a:ext>
                </a:extLst>
              </p:cNvPr>
              <p:cNvSpPr>
                <a:spLocks noChangeArrowheads="1"/>
              </p:cNvSpPr>
              <p:nvPr/>
            </p:nvSpPr>
            <p:spPr bwMode="auto">
              <a:xfrm>
                <a:off x="1127046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 name="Rectangle 84">
                <a:extLst>
                  <a:ext uri="{FF2B5EF4-FFF2-40B4-BE49-F238E27FC236}">
                    <a16:creationId xmlns:a16="http://schemas.microsoft.com/office/drawing/2014/main" id="{50B8E454-F10F-456B-81ED-301B191CA48D}"/>
                  </a:ext>
                </a:extLst>
              </p:cNvPr>
              <p:cNvSpPr>
                <a:spLocks noChangeArrowheads="1"/>
              </p:cNvSpPr>
              <p:nvPr/>
            </p:nvSpPr>
            <p:spPr bwMode="auto">
              <a:xfrm>
                <a:off x="1172589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4" name="Group 23">
              <a:extLst>
                <a:ext uri="{FF2B5EF4-FFF2-40B4-BE49-F238E27FC236}">
                  <a16:creationId xmlns:a16="http://schemas.microsoft.com/office/drawing/2014/main" id="{960ABA5C-8D36-4AAD-9494-669B8A3E9E86}"/>
                </a:ext>
              </a:extLst>
            </p:cNvPr>
            <p:cNvGrpSpPr/>
            <p:nvPr/>
          </p:nvGrpSpPr>
          <p:grpSpPr>
            <a:xfrm>
              <a:off x="354110" y="6402442"/>
              <a:ext cx="11480604" cy="109990"/>
              <a:chOff x="354110" y="5903678"/>
              <a:chExt cx="11480604" cy="109990"/>
            </a:xfrm>
            <a:grpFill/>
          </p:grpSpPr>
          <p:sp>
            <p:nvSpPr>
              <p:cNvPr id="25" name="Rectangle 59">
                <a:extLst>
                  <a:ext uri="{FF2B5EF4-FFF2-40B4-BE49-F238E27FC236}">
                    <a16:creationId xmlns:a16="http://schemas.microsoft.com/office/drawing/2014/main" id="{9006E5F9-87EA-4BFF-AC26-08D7B4E65589}"/>
                  </a:ext>
                </a:extLst>
              </p:cNvPr>
              <p:cNvSpPr>
                <a:spLocks noChangeArrowheads="1"/>
              </p:cNvSpPr>
              <p:nvPr/>
            </p:nvSpPr>
            <p:spPr bwMode="auto">
              <a:xfrm>
                <a:off x="35411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 name="Rectangle 60">
                <a:extLst>
                  <a:ext uri="{FF2B5EF4-FFF2-40B4-BE49-F238E27FC236}">
                    <a16:creationId xmlns:a16="http://schemas.microsoft.com/office/drawing/2014/main" id="{40F26277-619B-41A3-9D5F-A02E6914E16A}"/>
                  </a:ext>
                </a:extLst>
              </p:cNvPr>
              <p:cNvSpPr>
                <a:spLocks noChangeArrowheads="1"/>
              </p:cNvSpPr>
              <p:nvPr/>
            </p:nvSpPr>
            <p:spPr bwMode="auto">
              <a:xfrm>
                <a:off x="80954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 name="Rectangle 61">
                <a:extLst>
                  <a:ext uri="{FF2B5EF4-FFF2-40B4-BE49-F238E27FC236}">
                    <a16:creationId xmlns:a16="http://schemas.microsoft.com/office/drawing/2014/main" id="{23DB5C85-827B-49AF-BC96-24E7ABDAD9B3}"/>
                  </a:ext>
                </a:extLst>
              </p:cNvPr>
              <p:cNvSpPr>
                <a:spLocks noChangeArrowheads="1"/>
              </p:cNvSpPr>
              <p:nvPr/>
            </p:nvSpPr>
            <p:spPr bwMode="auto">
              <a:xfrm>
                <a:off x="126380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 name="Rectangle 62">
                <a:extLst>
                  <a:ext uri="{FF2B5EF4-FFF2-40B4-BE49-F238E27FC236}">
                    <a16:creationId xmlns:a16="http://schemas.microsoft.com/office/drawing/2014/main" id="{847A0A99-2056-4E0E-8A5A-2CBCA33AFFD3}"/>
                  </a:ext>
                </a:extLst>
              </p:cNvPr>
              <p:cNvSpPr>
                <a:spLocks noChangeArrowheads="1"/>
              </p:cNvSpPr>
              <p:nvPr/>
            </p:nvSpPr>
            <p:spPr bwMode="auto">
              <a:xfrm>
                <a:off x="171923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 name="Rectangle 63">
                <a:extLst>
                  <a:ext uri="{FF2B5EF4-FFF2-40B4-BE49-F238E27FC236}">
                    <a16:creationId xmlns:a16="http://schemas.microsoft.com/office/drawing/2014/main" id="{5474EE8D-D88A-47FF-9107-09082030E050}"/>
                  </a:ext>
                </a:extLst>
              </p:cNvPr>
              <p:cNvSpPr>
                <a:spLocks noChangeArrowheads="1"/>
              </p:cNvSpPr>
              <p:nvPr/>
            </p:nvSpPr>
            <p:spPr bwMode="auto">
              <a:xfrm>
                <a:off x="217350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 name="Rectangle 64">
                <a:extLst>
                  <a:ext uri="{FF2B5EF4-FFF2-40B4-BE49-F238E27FC236}">
                    <a16:creationId xmlns:a16="http://schemas.microsoft.com/office/drawing/2014/main" id="{0EC4B1DB-FB22-4303-B2D7-5E60C557A837}"/>
                  </a:ext>
                </a:extLst>
              </p:cNvPr>
              <p:cNvSpPr>
                <a:spLocks noChangeArrowheads="1"/>
              </p:cNvSpPr>
              <p:nvPr/>
            </p:nvSpPr>
            <p:spPr bwMode="auto">
              <a:xfrm>
                <a:off x="262893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 name="Rectangle 65">
                <a:extLst>
                  <a:ext uri="{FF2B5EF4-FFF2-40B4-BE49-F238E27FC236}">
                    <a16:creationId xmlns:a16="http://schemas.microsoft.com/office/drawing/2014/main" id="{B5127279-9249-47F2-8A42-1F7F68517E9D}"/>
                  </a:ext>
                </a:extLst>
              </p:cNvPr>
              <p:cNvSpPr>
                <a:spLocks noChangeArrowheads="1"/>
              </p:cNvSpPr>
              <p:nvPr/>
            </p:nvSpPr>
            <p:spPr bwMode="auto">
              <a:xfrm>
                <a:off x="3083197"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 name="Rectangle 66">
                <a:extLst>
                  <a:ext uri="{FF2B5EF4-FFF2-40B4-BE49-F238E27FC236}">
                    <a16:creationId xmlns:a16="http://schemas.microsoft.com/office/drawing/2014/main" id="{4BE3E747-CD2D-4EA9-8A1C-AFC94F640398}"/>
                  </a:ext>
                </a:extLst>
              </p:cNvPr>
              <p:cNvSpPr>
                <a:spLocks noChangeArrowheads="1"/>
              </p:cNvSpPr>
              <p:nvPr/>
            </p:nvSpPr>
            <p:spPr bwMode="auto">
              <a:xfrm>
                <a:off x="3538630"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 name="Rectangle 67">
                <a:extLst>
                  <a:ext uri="{FF2B5EF4-FFF2-40B4-BE49-F238E27FC236}">
                    <a16:creationId xmlns:a16="http://schemas.microsoft.com/office/drawing/2014/main" id="{844450CC-44D2-4CFB-9D82-BA80F0CA0E8F}"/>
                  </a:ext>
                </a:extLst>
              </p:cNvPr>
              <p:cNvSpPr>
                <a:spLocks noChangeArrowheads="1"/>
              </p:cNvSpPr>
              <p:nvPr/>
            </p:nvSpPr>
            <p:spPr bwMode="auto">
              <a:xfrm>
                <a:off x="399289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 name="Rectangle 68">
                <a:extLst>
                  <a:ext uri="{FF2B5EF4-FFF2-40B4-BE49-F238E27FC236}">
                    <a16:creationId xmlns:a16="http://schemas.microsoft.com/office/drawing/2014/main" id="{56C9C6B8-074B-4807-A953-D5D69AEE2FA6}"/>
                  </a:ext>
                </a:extLst>
              </p:cNvPr>
              <p:cNvSpPr>
                <a:spLocks noChangeArrowheads="1"/>
              </p:cNvSpPr>
              <p:nvPr/>
            </p:nvSpPr>
            <p:spPr bwMode="auto">
              <a:xfrm>
                <a:off x="4448326"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 name="Rectangle 69">
                <a:extLst>
                  <a:ext uri="{FF2B5EF4-FFF2-40B4-BE49-F238E27FC236}">
                    <a16:creationId xmlns:a16="http://schemas.microsoft.com/office/drawing/2014/main" id="{55A940DF-BE4B-4046-BF7D-7BBB8316FF86}"/>
                  </a:ext>
                </a:extLst>
              </p:cNvPr>
              <p:cNvSpPr>
                <a:spLocks noChangeArrowheads="1"/>
              </p:cNvSpPr>
              <p:nvPr/>
            </p:nvSpPr>
            <p:spPr bwMode="auto">
              <a:xfrm>
                <a:off x="4902589"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 name="Rectangle 70">
                <a:extLst>
                  <a:ext uri="{FF2B5EF4-FFF2-40B4-BE49-F238E27FC236}">
                    <a16:creationId xmlns:a16="http://schemas.microsoft.com/office/drawing/2014/main" id="{79FECFE2-55AB-4195-B4F2-F1831B090139}"/>
                  </a:ext>
                </a:extLst>
              </p:cNvPr>
              <p:cNvSpPr>
                <a:spLocks noChangeArrowheads="1"/>
              </p:cNvSpPr>
              <p:nvPr/>
            </p:nvSpPr>
            <p:spPr bwMode="auto">
              <a:xfrm>
                <a:off x="535802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 name="Rectangle 71">
                <a:extLst>
                  <a:ext uri="{FF2B5EF4-FFF2-40B4-BE49-F238E27FC236}">
                    <a16:creationId xmlns:a16="http://schemas.microsoft.com/office/drawing/2014/main" id="{F78BF45E-3F1B-4CCF-AB55-6AACA1D79688}"/>
                  </a:ext>
                </a:extLst>
              </p:cNvPr>
              <p:cNvSpPr>
                <a:spLocks noChangeArrowheads="1"/>
              </p:cNvSpPr>
              <p:nvPr/>
            </p:nvSpPr>
            <p:spPr bwMode="auto">
              <a:xfrm>
                <a:off x="581228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 name="Rectangle 72">
                <a:extLst>
                  <a:ext uri="{FF2B5EF4-FFF2-40B4-BE49-F238E27FC236}">
                    <a16:creationId xmlns:a16="http://schemas.microsoft.com/office/drawing/2014/main" id="{CEAEA0D2-DAF5-42AD-824D-BF0A0786ACDB}"/>
                  </a:ext>
                </a:extLst>
              </p:cNvPr>
              <p:cNvSpPr>
                <a:spLocks noChangeArrowheads="1"/>
              </p:cNvSpPr>
              <p:nvPr/>
            </p:nvSpPr>
            <p:spPr bwMode="auto">
              <a:xfrm>
                <a:off x="626771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 name="Rectangle 73">
                <a:extLst>
                  <a:ext uri="{FF2B5EF4-FFF2-40B4-BE49-F238E27FC236}">
                    <a16:creationId xmlns:a16="http://schemas.microsoft.com/office/drawing/2014/main" id="{2616B93B-15A3-4A25-B322-A4A334791D48}"/>
                  </a:ext>
                </a:extLst>
              </p:cNvPr>
              <p:cNvSpPr>
                <a:spLocks noChangeArrowheads="1"/>
              </p:cNvSpPr>
              <p:nvPr/>
            </p:nvSpPr>
            <p:spPr bwMode="auto">
              <a:xfrm>
                <a:off x="672198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 name="Rectangle 74">
                <a:extLst>
                  <a:ext uri="{FF2B5EF4-FFF2-40B4-BE49-F238E27FC236}">
                    <a16:creationId xmlns:a16="http://schemas.microsoft.com/office/drawing/2014/main" id="{26C24972-CC21-4F79-908A-8F7EEF3C3BF9}"/>
                  </a:ext>
                </a:extLst>
              </p:cNvPr>
              <p:cNvSpPr>
                <a:spLocks noChangeArrowheads="1"/>
              </p:cNvSpPr>
              <p:nvPr/>
            </p:nvSpPr>
            <p:spPr bwMode="auto">
              <a:xfrm>
                <a:off x="717741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 name="Rectangle 75">
                <a:extLst>
                  <a:ext uri="{FF2B5EF4-FFF2-40B4-BE49-F238E27FC236}">
                    <a16:creationId xmlns:a16="http://schemas.microsoft.com/office/drawing/2014/main" id="{FD7C3FD5-0F89-4B6D-AC87-8001A0810CFA}"/>
                  </a:ext>
                </a:extLst>
              </p:cNvPr>
              <p:cNvSpPr>
                <a:spLocks noChangeArrowheads="1"/>
              </p:cNvSpPr>
              <p:nvPr/>
            </p:nvSpPr>
            <p:spPr bwMode="auto">
              <a:xfrm>
                <a:off x="7631676"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 name="Rectangle 76">
                <a:extLst>
                  <a:ext uri="{FF2B5EF4-FFF2-40B4-BE49-F238E27FC236}">
                    <a16:creationId xmlns:a16="http://schemas.microsoft.com/office/drawing/2014/main" id="{B03C108E-68F6-4221-BC40-C5E3C190447E}"/>
                  </a:ext>
                </a:extLst>
              </p:cNvPr>
              <p:cNvSpPr>
                <a:spLocks noChangeArrowheads="1"/>
              </p:cNvSpPr>
              <p:nvPr/>
            </p:nvSpPr>
            <p:spPr bwMode="auto">
              <a:xfrm>
                <a:off x="808710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 name="Rectangle 77">
                <a:extLst>
                  <a:ext uri="{FF2B5EF4-FFF2-40B4-BE49-F238E27FC236}">
                    <a16:creationId xmlns:a16="http://schemas.microsoft.com/office/drawing/2014/main" id="{AEE8C851-520C-4A98-839F-17DEECB4C1ED}"/>
                  </a:ext>
                </a:extLst>
              </p:cNvPr>
              <p:cNvSpPr>
                <a:spLocks noChangeArrowheads="1"/>
              </p:cNvSpPr>
              <p:nvPr/>
            </p:nvSpPr>
            <p:spPr bwMode="auto">
              <a:xfrm>
                <a:off x="854137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 name="Rectangle 78">
                <a:extLst>
                  <a:ext uri="{FF2B5EF4-FFF2-40B4-BE49-F238E27FC236}">
                    <a16:creationId xmlns:a16="http://schemas.microsoft.com/office/drawing/2014/main" id="{64CDD37E-8761-499B-B591-D1B68A0C6023}"/>
                  </a:ext>
                </a:extLst>
              </p:cNvPr>
              <p:cNvSpPr>
                <a:spLocks noChangeArrowheads="1"/>
              </p:cNvSpPr>
              <p:nvPr/>
            </p:nvSpPr>
            <p:spPr bwMode="auto">
              <a:xfrm>
                <a:off x="8996805"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 name="Rectangle 79">
                <a:extLst>
                  <a:ext uri="{FF2B5EF4-FFF2-40B4-BE49-F238E27FC236}">
                    <a16:creationId xmlns:a16="http://schemas.microsoft.com/office/drawing/2014/main" id="{CF1D9CFA-A92A-4012-8DBE-A1AFE416C0D8}"/>
                  </a:ext>
                </a:extLst>
              </p:cNvPr>
              <p:cNvSpPr>
                <a:spLocks noChangeArrowheads="1"/>
              </p:cNvSpPr>
              <p:nvPr/>
            </p:nvSpPr>
            <p:spPr bwMode="auto">
              <a:xfrm>
                <a:off x="9451068"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 name="Rectangle 80">
                <a:extLst>
                  <a:ext uri="{FF2B5EF4-FFF2-40B4-BE49-F238E27FC236}">
                    <a16:creationId xmlns:a16="http://schemas.microsoft.com/office/drawing/2014/main" id="{5B28FF0B-0B00-4C89-9B32-5FCEE8CF723B}"/>
                  </a:ext>
                </a:extLst>
              </p:cNvPr>
              <p:cNvSpPr>
                <a:spLocks noChangeArrowheads="1"/>
              </p:cNvSpPr>
              <p:nvPr/>
            </p:nvSpPr>
            <p:spPr bwMode="auto">
              <a:xfrm>
                <a:off x="9906501"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 name="Rectangle 81">
                <a:extLst>
                  <a:ext uri="{FF2B5EF4-FFF2-40B4-BE49-F238E27FC236}">
                    <a16:creationId xmlns:a16="http://schemas.microsoft.com/office/drawing/2014/main" id="{3F39461F-D7C3-4741-A3BF-B2B81AC1BD42}"/>
                  </a:ext>
                </a:extLst>
              </p:cNvPr>
              <p:cNvSpPr>
                <a:spLocks noChangeArrowheads="1"/>
              </p:cNvSpPr>
              <p:nvPr/>
            </p:nvSpPr>
            <p:spPr bwMode="auto">
              <a:xfrm>
                <a:off x="1036076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 name="Rectangle 82">
                <a:extLst>
                  <a:ext uri="{FF2B5EF4-FFF2-40B4-BE49-F238E27FC236}">
                    <a16:creationId xmlns:a16="http://schemas.microsoft.com/office/drawing/2014/main" id="{B209DBFB-FB6A-41D4-B8FD-371C1627C2D7}"/>
                  </a:ext>
                </a:extLst>
              </p:cNvPr>
              <p:cNvSpPr>
                <a:spLocks noChangeArrowheads="1"/>
              </p:cNvSpPr>
              <p:nvPr/>
            </p:nvSpPr>
            <p:spPr bwMode="auto">
              <a:xfrm>
                <a:off x="1081619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 name="Rectangle 83">
                <a:extLst>
                  <a:ext uri="{FF2B5EF4-FFF2-40B4-BE49-F238E27FC236}">
                    <a16:creationId xmlns:a16="http://schemas.microsoft.com/office/drawing/2014/main" id="{9851ABD3-4B24-43E9-8246-B439DE289025}"/>
                  </a:ext>
                </a:extLst>
              </p:cNvPr>
              <p:cNvSpPr>
                <a:spLocks noChangeArrowheads="1"/>
              </p:cNvSpPr>
              <p:nvPr/>
            </p:nvSpPr>
            <p:spPr bwMode="auto">
              <a:xfrm>
                <a:off x="1127046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 name="Rectangle 84">
                <a:extLst>
                  <a:ext uri="{FF2B5EF4-FFF2-40B4-BE49-F238E27FC236}">
                    <a16:creationId xmlns:a16="http://schemas.microsoft.com/office/drawing/2014/main" id="{C66181AB-B727-41A6-A789-CF6AAB6890A6}"/>
                  </a:ext>
                </a:extLst>
              </p:cNvPr>
              <p:cNvSpPr>
                <a:spLocks noChangeArrowheads="1"/>
              </p:cNvSpPr>
              <p:nvPr/>
            </p:nvSpPr>
            <p:spPr bwMode="auto">
              <a:xfrm>
                <a:off x="1172589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sp>
        <p:nvSpPr>
          <p:cNvPr id="2" name="Date Placeholder 1"/>
          <p:cNvSpPr>
            <a:spLocks noGrp="1"/>
          </p:cNvSpPr>
          <p:nvPr>
            <p:ph type="dt" sz="half" idx="10"/>
          </p:nvPr>
        </p:nvSpPr>
        <p:spPr/>
        <p:txBody>
          <a:bodyPr/>
          <a:lstStyle/>
          <a:p>
            <a:fld id="{425404F2-BE9A-4460-8815-8F645183555F}" type="datetimeFigureOut">
              <a:rPr lang="en-US" smtClean="0"/>
              <a:pPr/>
              <a:t>9/4/2025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r>
              <a:rPr lang="en-US" dirty="0"/>
              <a:t>www.anubhavtrainings.com</a:t>
            </a:r>
          </a:p>
        </p:txBody>
      </p:sp>
      <p:sp>
        <p:nvSpPr>
          <p:cNvPr id="364" name="Picture Placeholder 2">
            <a:extLst>
              <a:ext uri="{FF2B5EF4-FFF2-40B4-BE49-F238E27FC236}">
                <a16:creationId xmlns:a16="http://schemas.microsoft.com/office/drawing/2014/main" id="{251EF59E-16AF-4781-8288-EC19B9762CAE}"/>
              </a:ext>
            </a:extLst>
          </p:cNvPr>
          <p:cNvSpPr>
            <a:spLocks noGrp="1"/>
          </p:cNvSpPr>
          <p:nvPr>
            <p:ph type="pic" sz="quarter" idx="14"/>
          </p:nvPr>
        </p:nvSpPr>
        <p:spPr>
          <a:xfrm>
            <a:off x="-20540" y="-11151"/>
            <a:ext cx="6784876" cy="5685522"/>
          </a:xfrm>
          <a:custGeom>
            <a:avLst/>
            <a:gdLst>
              <a:gd name="connsiteX0" fmla="*/ 0 w 7654699"/>
              <a:gd name="connsiteY0" fmla="*/ 0 h 5678805"/>
              <a:gd name="connsiteX1" fmla="*/ 7654699 w 7654699"/>
              <a:gd name="connsiteY1" fmla="*/ 0 h 5678805"/>
              <a:gd name="connsiteX2" fmla="*/ 7654699 w 7654699"/>
              <a:gd name="connsiteY2" fmla="*/ 0 h 5678805"/>
              <a:gd name="connsiteX3" fmla="*/ 7654699 w 7654699"/>
              <a:gd name="connsiteY3" fmla="*/ 4808982 h 5678805"/>
              <a:gd name="connsiteX4" fmla="*/ 6784876 w 7654699"/>
              <a:gd name="connsiteY4" fmla="*/ 5678805 h 5678805"/>
              <a:gd name="connsiteX5" fmla="*/ 869823 w 7654699"/>
              <a:gd name="connsiteY5" fmla="*/ 5678805 h 5678805"/>
              <a:gd name="connsiteX6" fmla="*/ 0 w 7654699"/>
              <a:gd name="connsiteY6" fmla="*/ 4808982 h 5678805"/>
              <a:gd name="connsiteX7" fmla="*/ 0 w 7654699"/>
              <a:gd name="connsiteY7" fmla="*/ 0 h 5678805"/>
              <a:gd name="connsiteX8" fmla="*/ 0 w 7654699"/>
              <a:gd name="connsiteY8" fmla="*/ 0 h 5678805"/>
              <a:gd name="connsiteX0" fmla="*/ 0 w 7654699"/>
              <a:gd name="connsiteY0" fmla="*/ 6717 h 5685522"/>
              <a:gd name="connsiteX1" fmla="*/ 901515 w 7654699"/>
              <a:gd name="connsiteY1" fmla="*/ 0 h 5685522"/>
              <a:gd name="connsiteX2" fmla="*/ 7654699 w 7654699"/>
              <a:gd name="connsiteY2" fmla="*/ 6717 h 5685522"/>
              <a:gd name="connsiteX3" fmla="*/ 7654699 w 7654699"/>
              <a:gd name="connsiteY3" fmla="*/ 6717 h 5685522"/>
              <a:gd name="connsiteX4" fmla="*/ 7654699 w 7654699"/>
              <a:gd name="connsiteY4" fmla="*/ 4815699 h 5685522"/>
              <a:gd name="connsiteX5" fmla="*/ 6784876 w 7654699"/>
              <a:gd name="connsiteY5" fmla="*/ 5685522 h 5685522"/>
              <a:gd name="connsiteX6" fmla="*/ 869823 w 7654699"/>
              <a:gd name="connsiteY6" fmla="*/ 5685522 h 5685522"/>
              <a:gd name="connsiteX7" fmla="*/ 0 w 7654699"/>
              <a:gd name="connsiteY7" fmla="*/ 4815699 h 5685522"/>
              <a:gd name="connsiteX8" fmla="*/ 0 w 7654699"/>
              <a:gd name="connsiteY8" fmla="*/ 6717 h 5685522"/>
              <a:gd name="connsiteX9" fmla="*/ 0 w 7654699"/>
              <a:gd name="connsiteY9" fmla="*/ 6717 h 5685522"/>
              <a:gd name="connsiteX0" fmla="*/ 0 w 7654699"/>
              <a:gd name="connsiteY0" fmla="*/ 6717 h 5685522"/>
              <a:gd name="connsiteX1" fmla="*/ 901515 w 7654699"/>
              <a:gd name="connsiteY1" fmla="*/ 0 h 5685522"/>
              <a:gd name="connsiteX2" fmla="*/ 7654699 w 7654699"/>
              <a:gd name="connsiteY2" fmla="*/ 6717 h 5685522"/>
              <a:gd name="connsiteX3" fmla="*/ 7654699 w 7654699"/>
              <a:gd name="connsiteY3" fmla="*/ 6717 h 5685522"/>
              <a:gd name="connsiteX4" fmla="*/ 7654699 w 7654699"/>
              <a:gd name="connsiteY4" fmla="*/ 4815699 h 5685522"/>
              <a:gd name="connsiteX5" fmla="*/ 6784876 w 7654699"/>
              <a:gd name="connsiteY5" fmla="*/ 5685522 h 5685522"/>
              <a:gd name="connsiteX6" fmla="*/ 869823 w 7654699"/>
              <a:gd name="connsiteY6" fmla="*/ 5685522 h 5685522"/>
              <a:gd name="connsiteX7" fmla="*/ 0 w 7654699"/>
              <a:gd name="connsiteY7" fmla="*/ 4815699 h 5685522"/>
              <a:gd name="connsiteX8" fmla="*/ 0 w 7654699"/>
              <a:gd name="connsiteY8" fmla="*/ 6717 h 5685522"/>
              <a:gd name="connsiteX0" fmla="*/ 0 w 7654699"/>
              <a:gd name="connsiteY0" fmla="*/ 4815699 h 5685522"/>
              <a:gd name="connsiteX1" fmla="*/ 901515 w 7654699"/>
              <a:gd name="connsiteY1" fmla="*/ 0 h 5685522"/>
              <a:gd name="connsiteX2" fmla="*/ 7654699 w 7654699"/>
              <a:gd name="connsiteY2" fmla="*/ 6717 h 5685522"/>
              <a:gd name="connsiteX3" fmla="*/ 7654699 w 7654699"/>
              <a:gd name="connsiteY3" fmla="*/ 6717 h 5685522"/>
              <a:gd name="connsiteX4" fmla="*/ 7654699 w 7654699"/>
              <a:gd name="connsiteY4" fmla="*/ 4815699 h 5685522"/>
              <a:gd name="connsiteX5" fmla="*/ 6784876 w 7654699"/>
              <a:gd name="connsiteY5" fmla="*/ 5685522 h 5685522"/>
              <a:gd name="connsiteX6" fmla="*/ 869823 w 7654699"/>
              <a:gd name="connsiteY6" fmla="*/ 5685522 h 5685522"/>
              <a:gd name="connsiteX7" fmla="*/ 0 w 7654699"/>
              <a:gd name="connsiteY7" fmla="*/ 4815699 h 5685522"/>
              <a:gd name="connsiteX0" fmla="*/ 776254 w 7561130"/>
              <a:gd name="connsiteY0" fmla="*/ 5685522 h 5685522"/>
              <a:gd name="connsiteX1" fmla="*/ 807946 w 7561130"/>
              <a:gd name="connsiteY1" fmla="*/ 0 h 5685522"/>
              <a:gd name="connsiteX2" fmla="*/ 7561130 w 7561130"/>
              <a:gd name="connsiteY2" fmla="*/ 6717 h 5685522"/>
              <a:gd name="connsiteX3" fmla="*/ 7561130 w 7561130"/>
              <a:gd name="connsiteY3" fmla="*/ 6717 h 5685522"/>
              <a:gd name="connsiteX4" fmla="*/ 7561130 w 7561130"/>
              <a:gd name="connsiteY4" fmla="*/ 4815699 h 5685522"/>
              <a:gd name="connsiteX5" fmla="*/ 6691307 w 7561130"/>
              <a:gd name="connsiteY5" fmla="*/ 5685522 h 5685522"/>
              <a:gd name="connsiteX6" fmla="*/ 776254 w 7561130"/>
              <a:gd name="connsiteY6" fmla="*/ 5685522 h 5685522"/>
              <a:gd name="connsiteX0" fmla="*/ 0 w 6784876"/>
              <a:gd name="connsiteY0" fmla="*/ 5685522 h 5685522"/>
              <a:gd name="connsiteX1" fmla="*/ 31692 w 6784876"/>
              <a:gd name="connsiteY1" fmla="*/ 0 h 5685522"/>
              <a:gd name="connsiteX2" fmla="*/ 6784876 w 6784876"/>
              <a:gd name="connsiteY2" fmla="*/ 6717 h 5685522"/>
              <a:gd name="connsiteX3" fmla="*/ 6784876 w 6784876"/>
              <a:gd name="connsiteY3" fmla="*/ 6717 h 5685522"/>
              <a:gd name="connsiteX4" fmla="*/ 6784876 w 6784876"/>
              <a:gd name="connsiteY4" fmla="*/ 4815699 h 5685522"/>
              <a:gd name="connsiteX5" fmla="*/ 5915053 w 6784876"/>
              <a:gd name="connsiteY5" fmla="*/ 5685522 h 5685522"/>
              <a:gd name="connsiteX6" fmla="*/ 0 w 6784876"/>
              <a:gd name="connsiteY6" fmla="*/ 5685522 h 56855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6784876" h="5685522">
                <a:moveTo>
                  <a:pt x="0" y="5685522"/>
                </a:moveTo>
                <a:lnTo>
                  <a:pt x="31692" y="0"/>
                </a:lnTo>
                <a:lnTo>
                  <a:pt x="6784876" y="6717"/>
                </a:lnTo>
                <a:lnTo>
                  <a:pt x="6784876" y="6717"/>
                </a:lnTo>
                <a:lnTo>
                  <a:pt x="6784876" y="4815699"/>
                </a:lnTo>
                <a:cubicBezTo>
                  <a:pt x="6784876" y="5296089"/>
                  <a:pt x="6395443" y="5685522"/>
                  <a:pt x="5915053" y="5685522"/>
                </a:cubicBezTo>
                <a:lnTo>
                  <a:pt x="0" y="5685522"/>
                </a:lnTo>
                <a:close/>
              </a:path>
            </a:pathLst>
          </a:custGeom>
          <a:solidFill>
            <a:schemeClr val="accent3"/>
          </a:solidFill>
          <a:effectLst>
            <a:outerShdw blurRad="635000" dist="825500" dir="21540000" algn="l" rotWithShape="0">
              <a:prstClr val="black">
                <a:alpha val="20000"/>
              </a:prstClr>
            </a:outerShdw>
          </a:effectLst>
        </p:spPr>
        <p:txBody>
          <a:bodyPr anchor="ctr">
            <a:normAutofit/>
          </a:bodyPr>
          <a:lstStyle>
            <a:lvl1pPr marL="0" indent="0" algn="ctr">
              <a:buFontTx/>
              <a:buNone/>
              <a:defRPr sz="3200">
                <a:solidFill>
                  <a:schemeClr val="bg1"/>
                </a:solidFill>
              </a:defRPr>
            </a:lvl1pPr>
          </a:lstStyle>
          <a:p>
            <a:endParaRPr lang="en-IN"/>
          </a:p>
        </p:txBody>
      </p:sp>
    </p:spTree>
    <p:extLst>
      <p:ext uri="{BB962C8B-B14F-4D97-AF65-F5344CB8AC3E}">
        <p14:creationId xmlns:p14="http://schemas.microsoft.com/office/powerpoint/2010/main" val="3241347537"/>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Our Team">
    <p:bg>
      <p:bgPr>
        <a:solidFill>
          <a:schemeClr val="accent1"/>
        </a:solidFill>
        <a:effectLst/>
      </p:bgPr>
    </p:bg>
    <p:spTree>
      <p:nvGrpSpPr>
        <p:cNvPr id="1" name=""/>
        <p:cNvGrpSpPr/>
        <p:nvPr/>
      </p:nvGrpSpPr>
      <p:grpSpPr>
        <a:xfrm>
          <a:off x="0" y="0"/>
          <a:ext cx="0" cy="0"/>
          <a:chOff x="0" y="0"/>
          <a:chExt cx="0" cy="0"/>
        </a:xfrm>
      </p:grpSpPr>
      <p:grpSp>
        <p:nvGrpSpPr>
          <p:cNvPr id="11" name="Group 10">
            <a:extLst>
              <a:ext uri="{FF2B5EF4-FFF2-40B4-BE49-F238E27FC236}">
                <a16:creationId xmlns:a16="http://schemas.microsoft.com/office/drawing/2014/main" id="{8C1607FC-4025-4535-B960-C423F1504CE5}"/>
              </a:ext>
            </a:extLst>
          </p:cNvPr>
          <p:cNvGrpSpPr/>
          <p:nvPr userDrawn="1"/>
        </p:nvGrpSpPr>
        <p:grpSpPr>
          <a:xfrm>
            <a:off x="354110" y="326571"/>
            <a:ext cx="11480604" cy="6185861"/>
            <a:chOff x="354110" y="326571"/>
            <a:chExt cx="11480604" cy="6185861"/>
          </a:xfrm>
          <a:solidFill>
            <a:schemeClr val="accent1">
              <a:lumMod val="90000"/>
              <a:lumOff val="10000"/>
              <a:alpha val="20000"/>
            </a:schemeClr>
          </a:solidFill>
        </p:grpSpPr>
        <p:grpSp>
          <p:nvGrpSpPr>
            <p:cNvPr id="12" name="Group 11">
              <a:extLst>
                <a:ext uri="{FF2B5EF4-FFF2-40B4-BE49-F238E27FC236}">
                  <a16:creationId xmlns:a16="http://schemas.microsoft.com/office/drawing/2014/main" id="{5651BEEC-E6AC-4E4B-9B88-D2F823311FDE}"/>
                </a:ext>
              </a:extLst>
            </p:cNvPr>
            <p:cNvGrpSpPr/>
            <p:nvPr/>
          </p:nvGrpSpPr>
          <p:grpSpPr>
            <a:xfrm>
              <a:off x="354110" y="326571"/>
              <a:ext cx="11480604" cy="109990"/>
              <a:chOff x="354110" y="326571"/>
              <a:chExt cx="11480604" cy="109990"/>
            </a:xfrm>
            <a:grpFill/>
          </p:grpSpPr>
          <p:sp>
            <p:nvSpPr>
              <p:cNvPr id="337" name="Rectangle 5">
                <a:extLst>
                  <a:ext uri="{FF2B5EF4-FFF2-40B4-BE49-F238E27FC236}">
                    <a16:creationId xmlns:a16="http://schemas.microsoft.com/office/drawing/2014/main" id="{85C298FF-97F9-4147-B827-D8E5136C2635}"/>
                  </a:ext>
                </a:extLst>
              </p:cNvPr>
              <p:cNvSpPr>
                <a:spLocks noChangeArrowheads="1"/>
              </p:cNvSpPr>
              <p:nvPr/>
            </p:nvSpPr>
            <p:spPr bwMode="auto">
              <a:xfrm>
                <a:off x="35411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8" name="Rectangle 6">
                <a:extLst>
                  <a:ext uri="{FF2B5EF4-FFF2-40B4-BE49-F238E27FC236}">
                    <a16:creationId xmlns:a16="http://schemas.microsoft.com/office/drawing/2014/main" id="{9408EFDD-1492-4223-8E65-A093D2F1BB8A}"/>
                  </a:ext>
                </a:extLst>
              </p:cNvPr>
              <p:cNvSpPr>
                <a:spLocks noChangeArrowheads="1"/>
              </p:cNvSpPr>
              <p:nvPr/>
            </p:nvSpPr>
            <p:spPr bwMode="auto">
              <a:xfrm>
                <a:off x="80954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9" name="Rectangle 7">
                <a:extLst>
                  <a:ext uri="{FF2B5EF4-FFF2-40B4-BE49-F238E27FC236}">
                    <a16:creationId xmlns:a16="http://schemas.microsoft.com/office/drawing/2014/main" id="{F894E7F8-7101-42ED-9EE3-85F58C6EF313}"/>
                  </a:ext>
                </a:extLst>
              </p:cNvPr>
              <p:cNvSpPr>
                <a:spLocks noChangeArrowheads="1"/>
              </p:cNvSpPr>
              <p:nvPr/>
            </p:nvSpPr>
            <p:spPr bwMode="auto">
              <a:xfrm>
                <a:off x="1263805"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0" name="Rectangle 8">
                <a:extLst>
                  <a:ext uri="{FF2B5EF4-FFF2-40B4-BE49-F238E27FC236}">
                    <a16:creationId xmlns:a16="http://schemas.microsoft.com/office/drawing/2014/main" id="{877C8C7E-1793-4536-97A4-63A3591EF955}"/>
                  </a:ext>
                </a:extLst>
              </p:cNvPr>
              <p:cNvSpPr>
                <a:spLocks noChangeArrowheads="1"/>
              </p:cNvSpPr>
              <p:nvPr/>
            </p:nvSpPr>
            <p:spPr bwMode="auto">
              <a:xfrm>
                <a:off x="1719239"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1" name="Rectangle 9">
                <a:extLst>
                  <a:ext uri="{FF2B5EF4-FFF2-40B4-BE49-F238E27FC236}">
                    <a16:creationId xmlns:a16="http://schemas.microsoft.com/office/drawing/2014/main" id="{077D2BC4-41B3-4D98-84CA-A2503EF131C0}"/>
                  </a:ext>
                </a:extLst>
              </p:cNvPr>
              <p:cNvSpPr>
                <a:spLocks noChangeArrowheads="1"/>
              </p:cNvSpPr>
              <p:nvPr/>
            </p:nvSpPr>
            <p:spPr bwMode="auto">
              <a:xfrm>
                <a:off x="2173502"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2" name="Rectangle 10">
                <a:extLst>
                  <a:ext uri="{FF2B5EF4-FFF2-40B4-BE49-F238E27FC236}">
                    <a16:creationId xmlns:a16="http://schemas.microsoft.com/office/drawing/2014/main" id="{DE4270DF-458E-4975-B86F-E605B966C64F}"/>
                  </a:ext>
                </a:extLst>
              </p:cNvPr>
              <p:cNvSpPr>
                <a:spLocks noChangeArrowheads="1"/>
              </p:cNvSpPr>
              <p:nvPr/>
            </p:nvSpPr>
            <p:spPr bwMode="auto">
              <a:xfrm>
                <a:off x="2628934"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3" name="Rectangle 11">
                <a:extLst>
                  <a:ext uri="{FF2B5EF4-FFF2-40B4-BE49-F238E27FC236}">
                    <a16:creationId xmlns:a16="http://schemas.microsoft.com/office/drawing/2014/main" id="{5334B1DA-DE9D-46A4-B1CC-07D8B5B37F04}"/>
                  </a:ext>
                </a:extLst>
              </p:cNvPr>
              <p:cNvSpPr>
                <a:spLocks noChangeArrowheads="1"/>
              </p:cNvSpPr>
              <p:nvPr/>
            </p:nvSpPr>
            <p:spPr bwMode="auto">
              <a:xfrm>
                <a:off x="3083197"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4" name="Rectangle 12">
                <a:extLst>
                  <a:ext uri="{FF2B5EF4-FFF2-40B4-BE49-F238E27FC236}">
                    <a16:creationId xmlns:a16="http://schemas.microsoft.com/office/drawing/2014/main" id="{1CF1EF4A-5FEC-4B62-A622-2DEE7B72C0B5}"/>
                  </a:ext>
                </a:extLst>
              </p:cNvPr>
              <p:cNvSpPr>
                <a:spLocks noChangeArrowheads="1"/>
              </p:cNvSpPr>
              <p:nvPr/>
            </p:nvSpPr>
            <p:spPr bwMode="auto">
              <a:xfrm>
                <a:off x="3538630"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5" name="Rectangle 13">
                <a:extLst>
                  <a:ext uri="{FF2B5EF4-FFF2-40B4-BE49-F238E27FC236}">
                    <a16:creationId xmlns:a16="http://schemas.microsoft.com/office/drawing/2014/main" id="{322BDF90-AD9B-4F68-8F1B-8AE6FD1E4711}"/>
                  </a:ext>
                </a:extLst>
              </p:cNvPr>
              <p:cNvSpPr>
                <a:spLocks noChangeArrowheads="1"/>
              </p:cNvSpPr>
              <p:nvPr/>
            </p:nvSpPr>
            <p:spPr bwMode="auto">
              <a:xfrm>
                <a:off x="3992893"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6" name="Rectangle 14">
                <a:extLst>
                  <a:ext uri="{FF2B5EF4-FFF2-40B4-BE49-F238E27FC236}">
                    <a16:creationId xmlns:a16="http://schemas.microsoft.com/office/drawing/2014/main" id="{93F9BC3E-2349-4557-A942-FF58D3497577}"/>
                  </a:ext>
                </a:extLst>
              </p:cNvPr>
              <p:cNvSpPr>
                <a:spLocks noChangeArrowheads="1"/>
              </p:cNvSpPr>
              <p:nvPr/>
            </p:nvSpPr>
            <p:spPr bwMode="auto">
              <a:xfrm>
                <a:off x="4448326"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7" name="Rectangle 15">
                <a:extLst>
                  <a:ext uri="{FF2B5EF4-FFF2-40B4-BE49-F238E27FC236}">
                    <a16:creationId xmlns:a16="http://schemas.microsoft.com/office/drawing/2014/main" id="{D4E479F8-DBB7-4E24-82DB-9187E1DA1579}"/>
                  </a:ext>
                </a:extLst>
              </p:cNvPr>
              <p:cNvSpPr>
                <a:spLocks noChangeArrowheads="1"/>
              </p:cNvSpPr>
              <p:nvPr/>
            </p:nvSpPr>
            <p:spPr bwMode="auto">
              <a:xfrm>
                <a:off x="4902589"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8" name="Rectangle 16">
                <a:extLst>
                  <a:ext uri="{FF2B5EF4-FFF2-40B4-BE49-F238E27FC236}">
                    <a16:creationId xmlns:a16="http://schemas.microsoft.com/office/drawing/2014/main" id="{88729413-47AC-4DEA-A613-0B6158FCB8A0}"/>
                  </a:ext>
                </a:extLst>
              </p:cNvPr>
              <p:cNvSpPr>
                <a:spLocks noChangeArrowheads="1"/>
              </p:cNvSpPr>
              <p:nvPr/>
            </p:nvSpPr>
            <p:spPr bwMode="auto">
              <a:xfrm>
                <a:off x="535802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9" name="Rectangle 17">
                <a:extLst>
                  <a:ext uri="{FF2B5EF4-FFF2-40B4-BE49-F238E27FC236}">
                    <a16:creationId xmlns:a16="http://schemas.microsoft.com/office/drawing/2014/main" id="{20F824DD-152A-4F6D-952E-24ADD1A8C073}"/>
                  </a:ext>
                </a:extLst>
              </p:cNvPr>
              <p:cNvSpPr>
                <a:spLocks noChangeArrowheads="1"/>
              </p:cNvSpPr>
              <p:nvPr/>
            </p:nvSpPr>
            <p:spPr bwMode="auto">
              <a:xfrm>
                <a:off x="5812285"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0" name="Rectangle 18">
                <a:extLst>
                  <a:ext uri="{FF2B5EF4-FFF2-40B4-BE49-F238E27FC236}">
                    <a16:creationId xmlns:a16="http://schemas.microsoft.com/office/drawing/2014/main" id="{951C09E8-C755-4AEB-9C27-AE9621753A01}"/>
                  </a:ext>
                </a:extLst>
              </p:cNvPr>
              <p:cNvSpPr>
                <a:spLocks noChangeArrowheads="1"/>
              </p:cNvSpPr>
              <p:nvPr/>
            </p:nvSpPr>
            <p:spPr bwMode="auto">
              <a:xfrm>
                <a:off x="6267717"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1" name="Rectangle 19">
                <a:extLst>
                  <a:ext uri="{FF2B5EF4-FFF2-40B4-BE49-F238E27FC236}">
                    <a16:creationId xmlns:a16="http://schemas.microsoft.com/office/drawing/2014/main" id="{32F64432-EE66-40C8-A67A-FA722F75D59C}"/>
                  </a:ext>
                </a:extLst>
              </p:cNvPr>
              <p:cNvSpPr>
                <a:spLocks noChangeArrowheads="1"/>
              </p:cNvSpPr>
              <p:nvPr/>
            </p:nvSpPr>
            <p:spPr bwMode="auto">
              <a:xfrm>
                <a:off x="672198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2" name="Rectangle 20">
                <a:extLst>
                  <a:ext uri="{FF2B5EF4-FFF2-40B4-BE49-F238E27FC236}">
                    <a16:creationId xmlns:a16="http://schemas.microsoft.com/office/drawing/2014/main" id="{29005991-F871-4DFB-9517-DCB334B68BCC}"/>
                  </a:ext>
                </a:extLst>
              </p:cNvPr>
              <p:cNvSpPr>
                <a:spLocks noChangeArrowheads="1"/>
              </p:cNvSpPr>
              <p:nvPr/>
            </p:nvSpPr>
            <p:spPr bwMode="auto">
              <a:xfrm>
                <a:off x="7177414"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3" name="Rectangle 21">
                <a:extLst>
                  <a:ext uri="{FF2B5EF4-FFF2-40B4-BE49-F238E27FC236}">
                    <a16:creationId xmlns:a16="http://schemas.microsoft.com/office/drawing/2014/main" id="{1C601034-B07F-4FCA-B65F-4BA94F1FEF56}"/>
                  </a:ext>
                </a:extLst>
              </p:cNvPr>
              <p:cNvSpPr>
                <a:spLocks noChangeArrowheads="1"/>
              </p:cNvSpPr>
              <p:nvPr/>
            </p:nvSpPr>
            <p:spPr bwMode="auto">
              <a:xfrm>
                <a:off x="7631676"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4" name="Rectangle 22">
                <a:extLst>
                  <a:ext uri="{FF2B5EF4-FFF2-40B4-BE49-F238E27FC236}">
                    <a16:creationId xmlns:a16="http://schemas.microsoft.com/office/drawing/2014/main" id="{A3C10F51-A92E-4F5D-841E-2495E85BD8B7}"/>
                  </a:ext>
                </a:extLst>
              </p:cNvPr>
              <p:cNvSpPr>
                <a:spLocks noChangeArrowheads="1"/>
              </p:cNvSpPr>
              <p:nvPr/>
            </p:nvSpPr>
            <p:spPr bwMode="auto">
              <a:xfrm>
                <a:off x="8087109"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5" name="Rectangle 23">
                <a:extLst>
                  <a:ext uri="{FF2B5EF4-FFF2-40B4-BE49-F238E27FC236}">
                    <a16:creationId xmlns:a16="http://schemas.microsoft.com/office/drawing/2014/main" id="{8656C742-4C71-41EC-9EED-8A0FF35A8BC7}"/>
                  </a:ext>
                </a:extLst>
              </p:cNvPr>
              <p:cNvSpPr>
                <a:spLocks noChangeArrowheads="1"/>
              </p:cNvSpPr>
              <p:nvPr/>
            </p:nvSpPr>
            <p:spPr bwMode="auto">
              <a:xfrm>
                <a:off x="8541372"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6" name="Rectangle 24">
                <a:extLst>
                  <a:ext uri="{FF2B5EF4-FFF2-40B4-BE49-F238E27FC236}">
                    <a16:creationId xmlns:a16="http://schemas.microsoft.com/office/drawing/2014/main" id="{DD7837C0-45DC-47B0-8EB6-E1AFA3DF28F9}"/>
                  </a:ext>
                </a:extLst>
              </p:cNvPr>
              <p:cNvSpPr>
                <a:spLocks noChangeArrowheads="1"/>
              </p:cNvSpPr>
              <p:nvPr/>
            </p:nvSpPr>
            <p:spPr bwMode="auto">
              <a:xfrm>
                <a:off x="8996805"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7" name="Rectangle 25">
                <a:extLst>
                  <a:ext uri="{FF2B5EF4-FFF2-40B4-BE49-F238E27FC236}">
                    <a16:creationId xmlns:a16="http://schemas.microsoft.com/office/drawing/2014/main" id="{C6C4A808-47AA-4933-B20F-A80BEEFBDEA0}"/>
                  </a:ext>
                </a:extLst>
              </p:cNvPr>
              <p:cNvSpPr>
                <a:spLocks noChangeArrowheads="1"/>
              </p:cNvSpPr>
              <p:nvPr/>
            </p:nvSpPr>
            <p:spPr bwMode="auto">
              <a:xfrm>
                <a:off x="9451068"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8" name="Rectangle 26">
                <a:extLst>
                  <a:ext uri="{FF2B5EF4-FFF2-40B4-BE49-F238E27FC236}">
                    <a16:creationId xmlns:a16="http://schemas.microsoft.com/office/drawing/2014/main" id="{1916F620-2E67-4716-A335-AA9D0F9A9B74}"/>
                  </a:ext>
                </a:extLst>
              </p:cNvPr>
              <p:cNvSpPr>
                <a:spLocks noChangeArrowheads="1"/>
              </p:cNvSpPr>
              <p:nvPr/>
            </p:nvSpPr>
            <p:spPr bwMode="auto">
              <a:xfrm>
                <a:off x="9906501"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9" name="Rectangle 27">
                <a:extLst>
                  <a:ext uri="{FF2B5EF4-FFF2-40B4-BE49-F238E27FC236}">
                    <a16:creationId xmlns:a16="http://schemas.microsoft.com/office/drawing/2014/main" id="{54529738-34CA-43C1-9448-C6D7594E392A}"/>
                  </a:ext>
                </a:extLst>
              </p:cNvPr>
              <p:cNvSpPr>
                <a:spLocks noChangeArrowheads="1"/>
              </p:cNvSpPr>
              <p:nvPr/>
            </p:nvSpPr>
            <p:spPr bwMode="auto">
              <a:xfrm>
                <a:off x="10360763"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0" name="Rectangle 28">
                <a:extLst>
                  <a:ext uri="{FF2B5EF4-FFF2-40B4-BE49-F238E27FC236}">
                    <a16:creationId xmlns:a16="http://schemas.microsoft.com/office/drawing/2014/main" id="{AB2B254B-6166-4F70-A263-5F5630C8AF54}"/>
                  </a:ext>
                </a:extLst>
              </p:cNvPr>
              <p:cNvSpPr>
                <a:spLocks noChangeArrowheads="1"/>
              </p:cNvSpPr>
              <p:nvPr/>
            </p:nvSpPr>
            <p:spPr bwMode="auto">
              <a:xfrm>
                <a:off x="10816197"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1" name="Rectangle 29">
                <a:extLst>
                  <a:ext uri="{FF2B5EF4-FFF2-40B4-BE49-F238E27FC236}">
                    <a16:creationId xmlns:a16="http://schemas.microsoft.com/office/drawing/2014/main" id="{CC179163-7F45-4275-B900-184CA908E769}"/>
                  </a:ext>
                </a:extLst>
              </p:cNvPr>
              <p:cNvSpPr>
                <a:spLocks noChangeArrowheads="1"/>
              </p:cNvSpPr>
              <p:nvPr/>
            </p:nvSpPr>
            <p:spPr bwMode="auto">
              <a:xfrm>
                <a:off x="1127046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2" name="Rectangle 30">
                <a:extLst>
                  <a:ext uri="{FF2B5EF4-FFF2-40B4-BE49-F238E27FC236}">
                    <a16:creationId xmlns:a16="http://schemas.microsoft.com/office/drawing/2014/main" id="{A16179B1-495E-40B6-BA3E-4FE45BD06F96}"/>
                  </a:ext>
                </a:extLst>
              </p:cNvPr>
              <p:cNvSpPr>
                <a:spLocks noChangeArrowheads="1"/>
              </p:cNvSpPr>
              <p:nvPr/>
            </p:nvSpPr>
            <p:spPr bwMode="auto">
              <a:xfrm>
                <a:off x="1172589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3" name="Group 12">
              <a:extLst>
                <a:ext uri="{FF2B5EF4-FFF2-40B4-BE49-F238E27FC236}">
                  <a16:creationId xmlns:a16="http://schemas.microsoft.com/office/drawing/2014/main" id="{6CC022AE-7DA1-4DBC-B4FA-A550170E3244}"/>
                </a:ext>
              </a:extLst>
            </p:cNvPr>
            <p:cNvGrpSpPr/>
            <p:nvPr/>
          </p:nvGrpSpPr>
          <p:grpSpPr>
            <a:xfrm>
              <a:off x="354110" y="833283"/>
              <a:ext cx="11480604" cy="108822"/>
              <a:chOff x="354110" y="834963"/>
              <a:chExt cx="11480604" cy="108822"/>
            </a:xfrm>
            <a:grpFill/>
          </p:grpSpPr>
          <p:sp>
            <p:nvSpPr>
              <p:cNvPr id="311" name="Rectangle 32">
                <a:extLst>
                  <a:ext uri="{FF2B5EF4-FFF2-40B4-BE49-F238E27FC236}">
                    <a16:creationId xmlns:a16="http://schemas.microsoft.com/office/drawing/2014/main" id="{E6CEC545-E6D9-4264-BEA6-119B54AE4C09}"/>
                  </a:ext>
                </a:extLst>
              </p:cNvPr>
              <p:cNvSpPr>
                <a:spLocks noChangeArrowheads="1"/>
              </p:cNvSpPr>
              <p:nvPr/>
            </p:nvSpPr>
            <p:spPr bwMode="auto">
              <a:xfrm>
                <a:off x="35411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2" name="Rectangle 33">
                <a:extLst>
                  <a:ext uri="{FF2B5EF4-FFF2-40B4-BE49-F238E27FC236}">
                    <a16:creationId xmlns:a16="http://schemas.microsoft.com/office/drawing/2014/main" id="{60C7E7B9-97E8-4AE1-A9F0-162381B38DA4}"/>
                  </a:ext>
                </a:extLst>
              </p:cNvPr>
              <p:cNvSpPr>
                <a:spLocks noChangeArrowheads="1"/>
              </p:cNvSpPr>
              <p:nvPr/>
            </p:nvSpPr>
            <p:spPr bwMode="auto">
              <a:xfrm>
                <a:off x="80954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3" name="Rectangle 34">
                <a:extLst>
                  <a:ext uri="{FF2B5EF4-FFF2-40B4-BE49-F238E27FC236}">
                    <a16:creationId xmlns:a16="http://schemas.microsoft.com/office/drawing/2014/main" id="{BC9E105B-3AD3-4AC9-8C4E-3DABA3F82142}"/>
                  </a:ext>
                </a:extLst>
              </p:cNvPr>
              <p:cNvSpPr>
                <a:spLocks noChangeArrowheads="1"/>
              </p:cNvSpPr>
              <p:nvPr/>
            </p:nvSpPr>
            <p:spPr bwMode="auto">
              <a:xfrm>
                <a:off x="1263805"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4" name="Rectangle 35">
                <a:extLst>
                  <a:ext uri="{FF2B5EF4-FFF2-40B4-BE49-F238E27FC236}">
                    <a16:creationId xmlns:a16="http://schemas.microsoft.com/office/drawing/2014/main" id="{B10232F8-CE74-495F-B906-B4B223707999}"/>
                  </a:ext>
                </a:extLst>
              </p:cNvPr>
              <p:cNvSpPr>
                <a:spLocks noChangeArrowheads="1"/>
              </p:cNvSpPr>
              <p:nvPr/>
            </p:nvSpPr>
            <p:spPr bwMode="auto">
              <a:xfrm>
                <a:off x="1719239"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5" name="Rectangle 36">
                <a:extLst>
                  <a:ext uri="{FF2B5EF4-FFF2-40B4-BE49-F238E27FC236}">
                    <a16:creationId xmlns:a16="http://schemas.microsoft.com/office/drawing/2014/main" id="{377EBFB6-EE61-435B-A0EA-67D67D892FEE}"/>
                  </a:ext>
                </a:extLst>
              </p:cNvPr>
              <p:cNvSpPr>
                <a:spLocks noChangeArrowheads="1"/>
              </p:cNvSpPr>
              <p:nvPr/>
            </p:nvSpPr>
            <p:spPr bwMode="auto">
              <a:xfrm>
                <a:off x="2173502"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6" name="Rectangle 37">
                <a:extLst>
                  <a:ext uri="{FF2B5EF4-FFF2-40B4-BE49-F238E27FC236}">
                    <a16:creationId xmlns:a16="http://schemas.microsoft.com/office/drawing/2014/main" id="{7837C467-758B-463F-B551-93C783E1292B}"/>
                  </a:ext>
                </a:extLst>
              </p:cNvPr>
              <p:cNvSpPr>
                <a:spLocks noChangeArrowheads="1"/>
              </p:cNvSpPr>
              <p:nvPr/>
            </p:nvSpPr>
            <p:spPr bwMode="auto">
              <a:xfrm>
                <a:off x="2628934"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7" name="Rectangle 38">
                <a:extLst>
                  <a:ext uri="{FF2B5EF4-FFF2-40B4-BE49-F238E27FC236}">
                    <a16:creationId xmlns:a16="http://schemas.microsoft.com/office/drawing/2014/main" id="{C77A01F7-C261-4381-86C3-4C89EE66C709}"/>
                  </a:ext>
                </a:extLst>
              </p:cNvPr>
              <p:cNvSpPr>
                <a:spLocks noChangeArrowheads="1"/>
              </p:cNvSpPr>
              <p:nvPr/>
            </p:nvSpPr>
            <p:spPr bwMode="auto">
              <a:xfrm>
                <a:off x="3083197"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8" name="Rectangle 39">
                <a:extLst>
                  <a:ext uri="{FF2B5EF4-FFF2-40B4-BE49-F238E27FC236}">
                    <a16:creationId xmlns:a16="http://schemas.microsoft.com/office/drawing/2014/main" id="{7477D541-DCD7-4A47-BAD6-421CE795D868}"/>
                  </a:ext>
                </a:extLst>
              </p:cNvPr>
              <p:cNvSpPr>
                <a:spLocks noChangeArrowheads="1"/>
              </p:cNvSpPr>
              <p:nvPr/>
            </p:nvSpPr>
            <p:spPr bwMode="auto">
              <a:xfrm>
                <a:off x="3538630"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9" name="Rectangle 40">
                <a:extLst>
                  <a:ext uri="{FF2B5EF4-FFF2-40B4-BE49-F238E27FC236}">
                    <a16:creationId xmlns:a16="http://schemas.microsoft.com/office/drawing/2014/main" id="{4E64ADB5-6C15-4DFA-A1D8-CCB52869EB2D}"/>
                  </a:ext>
                </a:extLst>
              </p:cNvPr>
              <p:cNvSpPr>
                <a:spLocks noChangeArrowheads="1"/>
              </p:cNvSpPr>
              <p:nvPr/>
            </p:nvSpPr>
            <p:spPr bwMode="auto">
              <a:xfrm>
                <a:off x="3992893"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0" name="Rectangle 41">
                <a:extLst>
                  <a:ext uri="{FF2B5EF4-FFF2-40B4-BE49-F238E27FC236}">
                    <a16:creationId xmlns:a16="http://schemas.microsoft.com/office/drawing/2014/main" id="{AC57F5E1-8997-4B18-B946-EC6DFA386D59}"/>
                  </a:ext>
                </a:extLst>
              </p:cNvPr>
              <p:cNvSpPr>
                <a:spLocks noChangeArrowheads="1"/>
              </p:cNvSpPr>
              <p:nvPr/>
            </p:nvSpPr>
            <p:spPr bwMode="auto">
              <a:xfrm>
                <a:off x="4448326"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1" name="Rectangle 42">
                <a:extLst>
                  <a:ext uri="{FF2B5EF4-FFF2-40B4-BE49-F238E27FC236}">
                    <a16:creationId xmlns:a16="http://schemas.microsoft.com/office/drawing/2014/main" id="{AC1B45CA-8F96-41DA-A93A-FD14080BEB84}"/>
                  </a:ext>
                </a:extLst>
              </p:cNvPr>
              <p:cNvSpPr>
                <a:spLocks noChangeArrowheads="1"/>
              </p:cNvSpPr>
              <p:nvPr/>
            </p:nvSpPr>
            <p:spPr bwMode="auto">
              <a:xfrm>
                <a:off x="4902589"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2" name="Rectangle 43">
                <a:extLst>
                  <a:ext uri="{FF2B5EF4-FFF2-40B4-BE49-F238E27FC236}">
                    <a16:creationId xmlns:a16="http://schemas.microsoft.com/office/drawing/2014/main" id="{703118E8-5E3B-4DFA-9921-369E22CA03E5}"/>
                  </a:ext>
                </a:extLst>
              </p:cNvPr>
              <p:cNvSpPr>
                <a:spLocks noChangeArrowheads="1"/>
              </p:cNvSpPr>
              <p:nvPr/>
            </p:nvSpPr>
            <p:spPr bwMode="auto">
              <a:xfrm>
                <a:off x="535802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3" name="Rectangle 44">
                <a:extLst>
                  <a:ext uri="{FF2B5EF4-FFF2-40B4-BE49-F238E27FC236}">
                    <a16:creationId xmlns:a16="http://schemas.microsoft.com/office/drawing/2014/main" id="{ED301010-E5DC-4676-A476-7C14D84A537E}"/>
                  </a:ext>
                </a:extLst>
              </p:cNvPr>
              <p:cNvSpPr>
                <a:spLocks noChangeArrowheads="1"/>
              </p:cNvSpPr>
              <p:nvPr/>
            </p:nvSpPr>
            <p:spPr bwMode="auto">
              <a:xfrm>
                <a:off x="5812285"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4" name="Rectangle 45">
                <a:extLst>
                  <a:ext uri="{FF2B5EF4-FFF2-40B4-BE49-F238E27FC236}">
                    <a16:creationId xmlns:a16="http://schemas.microsoft.com/office/drawing/2014/main" id="{37F85CBA-9F8F-490A-A6C5-555D548FDAD9}"/>
                  </a:ext>
                </a:extLst>
              </p:cNvPr>
              <p:cNvSpPr>
                <a:spLocks noChangeArrowheads="1"/>
              </p:cNvSpPr>
              <p:nvPr/>
            </p:nvSpPr>
            <p:spPr bwMode="auto">
              <a:xfrm>
                <a:off x="6267717"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5" name="Rectangle 46">
                <a:extLst>
                  <a:ext uri="{FF2B5EF4-FFF2-40B4-BE49-F238E27FC236}">
                    <a16:creationId xmlns:a16="http://schemas.microsoft.com/office/drawing/2014/main" id="{4CDDB648-0406-4415-9B3A-F56F9D7B2EC7}"/>
                  </a:ext>
                </a:extLst>
              </p:cNvPr>
              <p:cNvSpPr>
                <a:spLocks noChangeArrowheads="1"/>
              </p:cNvSpPr>
              <p:nvPr/>
            </p:nvSpPr>
            <p:spPr bwMode="auto">
              <a:xfrm>
                <a:off x="672198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6" name="Rectangle 47">
                <a:extLst>
                  <a:ext uri="{FF2B5EF4-FFF2-40B4-BE49-F238E27FC236}">
                    <a16:creationId xmlns:a16="http://schemas.microsoft.com/office/drawing/2014/main" id="{9656844F-AFE3-4957-A69F-F4A848FEF63A}"/>
                  </a:ext>
                </a:extLst>
              </p:cNvPr>
              <p:cNvSpPr>
                <a:spLocks noChangeArrowheads="1"/>
              </p:cNvSpPr>
              <p:nvPr/>
            </p:nvSpPr>
            <p:spPr bwMode="auto">
              <a:xfrm>
                <a:off x="7177414"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7" name="Rectangle 48">
                <a:extLst>
                  <a:ext uri="{FF2B5EF4-FFF2-40B4-BE49-F238E27FC236}">
                    <a16:creationId xmlns:a16="http://schemas.microsoft.com/office/drawing/2014/main" id="{5A3A99BA-4854-4231-B6BB-888D83A01003}"/>
                  </a:ext>
                </a:extLst>
              </p:cNvPr>
              <p:cNvSpPr>
                <a:spLocks noChangeArrowheads="1"/>
              </p:cNvSpPr>
              <p:nvPr/>
            </p:nvSpPr>
            <p:spPr bwMode="auto">
              <a:xfrm>
                <a:off x="7631676"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8" name="Rectangle 49">
                <a:extLst>
                  <a:ext uri="{FF2B5EF4-FFF2-40B4-BE49-F238E27FC236}">
                    <a16:creationId xmlns:a16="http://schemas.microsoft.com/office/drawing/2014/main" id="{22B51AD2-0C6E-467F-A47F-34DAB5BB7EBC}"/>
                  </a:ext>
                </a:extLst>
              </p:cNvPr>
              <p:cNvSpPr>
                <a:spLocks noChangeArrowheads="1"/>
              </p:cNvSpPr>
              <p:nvPr/>
            </p:nvSpPr>
            <p:spPr bwMode="auto">
              <a:xfrm>
                <a:off x="8087109"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9" name="Rectangle 50">
                <a:extLst>
                  <a:ext uri="{FF2B5EF4-FFF2-40B4-BE49-F238E27FC236}">
                    <a16:creationId xmlns:a16="http://schemas.microsoft.com/office/drawing/2014/main" id="{EDE14BA8-EBD0-4206-8FB2-6B9E4AB28FEF}"/>
                  </a:ext>
                </a:extLst>
              </p:cNvPr>
              <p:cNvSpPr>
                <a:spLocks noChangeArrowheads="1"/>
              </p:cNvSpPr>
              <p:nvPr/>
            </p:nvSpPr>
            <p:spPr bwMode="auto">
              <a:xfrm>
                <a:off x="8541372"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0" name="Rectangle 51">
                <a:extLst>
                  <a:ext uri="{FF2B5EF4-FFF2-40B4-BE49-F238E27FC236}">
                    <a16:creationId xmlns:a16="http://schemas.microsoft.com/office/drawing/2014/main" id="{F2846FEF-2688-4964-A02B-231009108D65}"/>
                  </a:ext>
                </a:extLst>
              </p:cNvPr>
              <p:cNvSpPr>
                <a:spLocks noChangeArrowheads="1"/>
              </p:cNvSpPr>
              <p:nvPr/>
            </p:nvSpPr>
            <p:spPr bwMode="auto">
              <a:xfrm>
                <a:off x="8996805"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1" name="Rectangle 52">
                <a:extLst>
                  <a:ext uri="{FF2B5EF4-FFF2-40B4-BE49-F238E27FC236}">
                    <a16:creationId xmlns:a16="http://schemas.microsoft.com/office/drawing/2014/main" id="{93E03F91-49D8-43EE-B637-0558AECB0EDE}"/>
                  </a:ext>
                </a:extLst>
              </p:cNvPr>
              <p:cNvSpPr>
                <a:spLocks noChangeArrowheads="1"/>
              </p:cNvSpPr>
              <p:nvPr/>
            </p:nvSpPr>
            <p:spPr bwMode="auto">
              <a:xfrm>
                <a:off x="9451068"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2" name="Rectangle 53">
                <a:extLst>
                  <a:ext uri="{FF2B5EF4-FFF2-40B4-BE49-F238E27FC236}">
                    <a16:creationId xmlns:a16="http://schemas.microsoft.com/office/drawing/2014/main" id="{25EB1B6D-371C-4129-8792-C87711A4DC1E}"/>
                  </a:ext>
                </a:extLst>
              </p:cNvPr>
              <p:cNvSpPr>
                <a:spLocks noChangeArrowheads="1"/>
              </p:cNvSpPr>
              <p:nvPr/>
            </p:nvSpPr>
            <p:spPr bwMode="auto">
              <a:xfrm>
                <a:off x="9906501"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3" name="Rectangle 54">
                <a:extLst>
                  <a:ext uri="{FF2B5EF4-FFF2-40B4-BE49-F238E27FC236}">
                    <a16:creationId xmlns:a16="http://schemas.microsoft.com/office/drawing/2014/main" id="{F0762AD7-4B47-41B5-90EC-26D5248FC187}"/>
                  </a:ext>
                </a:extLst>
              </p:cNvPr>
              <p:cNvSpPr>
                <a:spLocks noChangeArrowheads="1"/>
              </p:cNvSpPr>
              <p:nvPr/>
            </p:nvSpPr>
            <p:spPr bwMode="auto">
              <a:xfrm>
                <a:off x="10360763"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4" name="Rectangle 55">
                <a:extLst>
                  <a:ext uri="{FF2B5EF4-FFF2-40B4-BE49-F238E27FC236}">
                    <a16:creationId xmlns:a16="http://schemas.microsoft.com/office/drawing/2014/main" id="{77F5372A-DF0C-4EB4-8383-88ACAFBC34E4}"/>
                  </a:ext>
                </a:extLst>
              </p:cNvPr>
              <p:cNvSpPr>
                <a:spLocks noChangeArrowheads="1"/>
              </p:cNvSpPr>
              <p:nvPr/>
            </p:nvSpPr>
            <p:spPr bwMode="auto">
              <a:xfrm>
                <a:off x="10816197"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5" name="Rectangle 56">
                <a:extLst>
                  <a:ext uri="{FF2B5EF4-FFF2-40B4-BE49-F238E27FC236}">
                    <a16:creationId xmlns:a16="http://schemas.microsoft.com/office/drawing/2014/main" id="{E1647C36-4FD2-4648-B99F-D1A25055E7FA}"/>
                  </a:ext>
                </a:extLst>
              </p:cNvPr>
              <p:cNvSpPr>
                <a:spLocks noChangeArrowheads="1"/>
              </p:cNvSpPr>
              <p:nvPr/>
            </p:nvSpPr>
            <p:spPr bwMode="auto">
              <a:xfrm>
                <a:off x="1127046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6" name="Rectangle 57">
                <a:extLst>
                  <a:ext uri="{FF2B5EF4-FFF2-40B4-BE49-F238E27FC236}">
                    <a16:creationId xmlns:a16="http://schemas.microsoft.com/office/drawing/2014/main" id="{ACEC7B34-ADAF-47D3-BF11-ED91BA7A1A56}"/>
                  </a:ext>
                </a:extLst>
              </p:cNvPr>
              <p:cNvSpPr>
                <a:spLocks noChangeArrowheads="1"/>
              </p:cNvSpPr>
              <p:nvPr/>
            </p:nvSpPr>
            <p:spPr bwMode="auto">
              <a:xfrm>
                <a:off x="1172589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4" name="Group 13">
              <a:extLst>
                <a:ext uri="{FF2B5EF4-FFF2-40B4-BE49-F238E27FC236}">
                  <a16:creationId xmlns:a16="http://schemas.microsoft.com/office/drawing/2014/main" id="{86937529-B296-43D8-A41E-AB8B81312F52}"/>
                </a:ext>
              </a:extLst>
            </p:cNvPr>
            <p:cNvGrpSpPr/>
            <p:nvPr/>
          </p:nvGrpSpPr>
          <p:grpSpPr>
            <a:xfrm>
              <a:off x="354110" y="1338827"/>
              <a:ext cx="11480604" cy="109990"/>
              <a:chOff x="354110" y="1342187"/>
              <a:chExt cx="11480604" cy="109990"/>
            </a:xfrm>
            <a:grpFill/>
          </p:grpSpPr>
          <p:sp>
            <p:nvSpPr>
              <p:cNvPr id="285" name="Rectangle 59">
                <a:extLst>
                  <a:ext uri="{FF2B5EF4-FFF2-40B4-BE49-F238E27FC236}">
                    <a16:creationId xmlns:a16="http://schemas.microsoft.com/office/drawing/2014/main" id="{D5764D4B-1D40-4C27-A916-0AC8D9299408}"/>
                  </a:ext>
                </a:extLst>
              </p:cNvPr>
              <p:cNvSpPr>
                <a:spLocks noChangeArrowheads="1"/>
              </p:cNvSpPr>
              <p:nvPr/>
            </p:nvSpPr>
            <p:spPr bwMode="auto">
              <a:xfrm>
                <a:off x="35411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6" name="Rectangle 60">
                <a:extLst>
                  <a:ext uri="{FF2B5EF4-FFF2-40B4-BE49-F238E27FC236}">
                    <a16:creationId xmlns:a16="http://schemas.microsoft.com/office/drawing/2014/main" id="{8D6FB00B-87D1-4116-9000-867A2BDD9921}"/>
                  </a:ext>
                </a:extLst>
              </p:cNvPr>
              <p:cNvSpPr>
                <a:spLocks noChangeArrowheads="1"/>
              </p:cNvSpPr>
              <p:nvPr/>
            </p:nvSpPr>
            <p:spPr bwMode="auto">
              <a:xfrm>
                <a:off x="80954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7" name="Rectangle 61">
                <a:extLst>
                  <a:ext uri="{FF2B5EF4-FFF2-40B4-BE49-F238E27FC236}">
                    <a16:creationId xmlns:a16="http://schemas.microsoft.com/office/drawing/2014/main" id="{13141309-AB43-4A97-A80F-35655D9BF20E}"/>
                  </a:ext>
                </a:extLst>
              </p:cNvPr>
              <p:cNvSpPr>
                <a:spLocks noChangeArrowheads="1"/>
              </p:cNvSpPr>
              <p:nvPr/>
            </p:nvSpPr>
            <p:spPr bwMode="auto">
              <a:xfrm>
                <a:off x="1263805"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8" name="Rectangle 62">
                <a:extLst>
                  <a:ext uri="{FF2B5EF4-FFF2-40B4-BE49-F238E27FC236}">
                    <a16:creationId xmlns:a16="http://schemas.microsoft.com/office/drawing/2014/main" id="{C9A0F710-6D9F-43AD-AC28-FF4E52165501}"/>
                  </a:ext>
                </a:extLst>
              </p:cNvPr>
              <p:cNvSpPr>
                <a:spLocks noChangeArrowheads="1"/>
              </p:cNvSpPr>
              <p:nvPr/>
            </p:nvSpPr>
            <p:spPr bwMode="auto">
              <a:xfrm>
                <a:off x="1719239"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9" name="Rectangle 63">
                <a:extLst>
                  <a:ext uri="{FF2B5EF4-FFF2-40B4-BE49-F238E27FC236}">
                    <a16:creationId xmlns:a16="http://schemas.microsoft.com/office/drawing/2014/main" id="{22D043F3-2F25-42E6-A0CC-C1417E89D190}"/>
                  </a:ext>
                </a:extLst>
              </p:cNvPr>
              <p:cNvSpPr>
                <a:spLocks noChangeArrowheads="1"/>
              </p:cNvSpPr>
              <p:nvPr/>
            </p:nvSpPr>
            <p:spPr bwMode="auto">
              <a:xfrm>
                <a:off x="2173502"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0" name="Rectangle 64">
                <a:extLst>
                  <a:ext uri="{FF2B5EF4-FFF2-40B4-BE49-F238E27FC236}">
                    <a16:creationId xmlns:a16="http://schemas.microsoft.com/office/drawing/2014/main" id="{128AE702-54D4-4937-85C0-321F9B6D1728}"/>
                  </a:ext>
                </a:extLst>
              </p:cNvPr>
              <p:cNvSpPr>
                <a:spLocks noChangeArrowheads="1"/>
              </p:cNvSpPr>
              <p:nvPr/>
            </p:nvSpPr>
            <p:spPr bwMode="auto">
              <a:xfrm>
                <a:off x="2628934"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1" name="Rectangle 65">
                <a:extLst>
                  <a:ext uri="{FF2B5EF4-FFF2-40B4-BE49-F238E27FC236}">
                    <a16:creationId xmlns:a16="http://schemas.microsoft.com/office/drawing/2014/main" id="{495CD95D-8E09-4DE3-AD35-D07AE4DACF52}"/>
                  </a:ext>
                </a:extLst>
              </p:cNvPr>
              <p:cNvSpPr>
                <a:spLocks noChangeArrowheads="1"/>
              </p:cNvSpPr>
              <p:nvPr/>
            </p:nvSpPr>
            <p:spPr bwMode="auto">
              <a:xfrm>
                <a:off x="3083197"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2" name="Rectangle 66">
                <a:extLst>
                  <a:ext uri="{FF2B5EF4-FFF2-40B4-BE49-F238E27FC236}">
                    <a16:creationId xmlns:a16="http://schemas.microsoft.com/office/drawing/2014/main" id="{F9E349F8-478A-454D-B3EF-507AC5975821}"/>
                  </a:ext>
                </a:extLst>
              </p:cNvPr>
              <p:cNvSpPr>
                <a:spLocks noChangeArrowheads="1"/>
              </p:cNvSpPr>
              <p:nvPr/>
            </p:nvSpPr>
            <p:spPr bwMode="auto">
              <a:xfrm>
                <a:off x="3538630"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3" name="Rectangle 67">
                <a:extLst>
                  <a:ext uri="{FF2B5EF4-FFF2-40B4-BE49-F238E27FC236}">
                    <a16:creationId xmlns:a16="http://schemas.microsoft.com/office/drawing/2014/main" id="{038DA8FC-06DE-457C-A8EE-5A7FEC447F1A}"/>
                  </a:ext>
                </a:extLst>
              </p:cNvPr>
              <p:cNvSpPr>
                <a:spLocks noChangeArrowheads="1"/>
              </p:cNvSpPr>
              <p:nvPr/>
            </p:nvSpPr>
            <p:spPr bwMode="auto">
              <a:xfrm>
                <a:off x="3992893"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4" name="Rectangle 68">
                <a:extLst>
                  <a:ext uri="{FF2B5EF4-FFF2-40B4-BE49-F238E27FC236}">
                    <a16:creationId xmlns:a16="http://schemas.microsoft.com/office/drawing/2014/main" id="{37F3C727-E73B-4515-BA7B-40F081102511}"/>
                  </a:ext>
                </a:extLst>
              </p:cNvPr>
              <p:cNvSpPr>
                <a:spLocks noChangeArrowheads="1"/>
              </p:cNvSpPr>
              <p:nvPr/>
            </p:nvSpPr>
            <p:spPr bwMode="auto">
              <a:xfrm>
                <a:off x="4448326"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5" name="Rectangle 69">
                <a:extLst>
                  <a:ext uri="{FF2B5EF4-FFF2-40B4-BE49-F238E27FC236}">
                    <a16:creationId xmlns:a16="http://schemas.microsoft.com/office/drawing/2014/main" id="{7ACA813C-C067-4264-85A3-D6CC63AFF948}"/>
                  </a:ext>
                </a:extLst>
              </p:cNvPr>
              <p:cNvSpPr>
                <a:spLocks noChangeArrowheads="1"/>
              </p:cNvSpPr>
              <p:nvPr/>
            </p:nvSpPr>
            <p:spPr bwMode="auto">
              <a:xfrm>
                <a:off x="4902589"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6" name="Rectangle 70">
                <a:extLst>
                  <a:ext uri="{FF2B5EF4-FFF2-40B4-BE49-F238E27FC236}">
                    <a16:creationId xmlns:a16="http://schemas.microsoft.com/office/drawing/2014/main" id="{7F1EFEF0-7477-4565-8B37-7950FACA6799}"/>
                  </a:ext>
                </a:extLst>
              </p:cNvPr>
              <p:cNvSpPr>
                <a:spLocks noChangeArrowheads="1"/>
              </p:cNvSpPr>
              <p:nvPr/>
            </p:nvSpPr>
            <p:spPr bwMode="auto">
              <a:xfrm>
                <a:off x="535802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7" name="Rectangle 71">
                <a:extLst>
                  <a:ext uri="{FF2B5EF4-FFF2-40B4-BE49-F238E27FC236}">
                    <a16:creationId xmlns:a16="http://schemas.microsoft.com/office/drawing/2014/main" id="{F425C54F-BDFC-4555-881A-B6F267624F2B}"/>
                  </a:ext>
                </a:extLst>
              </p:cNvPr>
              <p:cNvSpPr>
                <a:spLocks noChangeArrowheads="1"/>
              </p:cNvSpPr>
              <p:nvPr/>
            </p:nvSpPr>
            <p:spPr bwMode="auto">
              <a:xfrm>
                <a:off x="5812285"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8" name="Rectangle 72">
                <a:extLst>
                  <a:ext uri="{FF2B5EF4-FFF2-40B4-BE49-F238E27FC236}">
                    <a16:creationId xmlns:a16="http://schemas.microsoft.com/office/drawing/2014/main" id="{213AFED9-7175-4A0D-92DC-B39BAE0FD3D9}"/>
                  </a:ext>
                </a:extLst>
              </p:cNvPr>
              <p:cNvSpPr>
                <a:spLocks noChangeArrowheads="1"/>
              </p:cNvSpPr>
              <p:nvPr/>
            </p:nvSpPr>
            <p:spPr bwMode="auto">
              <a:xfrm>
                <a:off x="6267717"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9" name="Rectangle 73">
                <a:extLst>
                  <a:ext uri="{FF2B5EF4-FFF2-40B4-BE49-F238E27FC236}">
                    <a16:creationId xmlns:a16="http://schemas.microsoft.com/office/drawing/2014/main" id="{9E4FCFC2-A1ED-453A-B612-E5E0B39C2A9F}"/>
                  </a:ext>
                </a:extLst>
              </p:cNvPr>
              <p:cNvSpPr>
                <a:spLocks noChangeArrowheads="1"/>
              </p:cNvSpPr>
              <p:nvPr/>
            </p:nvSpPr>
            <p:spPr bwMode="auto">
              <a:xfrm>
                <a:off x="672198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0" name="Rectangle 74">
                <a:extLst>
                  <a:ext uri="{FF2B5EF4-FFF2-40B4-BE49-F238E27FC236}">
                    <a16:creationId xmlns:a16="http://schemas.microsoft.com/office/drawing/2014/main" id="{1C9D742B-9152-4EF7-A612-B519BF62C6C9}"/>
                  </a:ext>
                </a:extLst>
              </p:cNvPr>
              <p:cNvSpPr>
                <a:spLocks noChangeArrowheads="1"/>
              </p:cNvSpPr>
              <p:nvPr/>
            </p:nvSpPr>
            <p:spPr bwMode="auto">
              <a:xfrm>
                <a:off x="7177414"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1" name="Rectangle 75">
                <a:extLst>
                  <a:ext uri="{FF2B5EF4-FFF2-40B4-BE49-F238E27FC236}">
                    <a16:creationId xmlns:a16="http://schemas.microsoft.com/office/drawing/2014/main" id="{2149792F-282E-44D6-84AE-7D31FA24B25F}"/>
                  </a:ext>
                </a:extLst>
              </p:cNvPr>
              <p:cNvSpPr>
                <a:spLocks noChangeArrowheads="1"/>
              </p:cNvSpPr>
              <p:nvPr/>
            </p:nvSpPr>
            <p:spPr bwMode="auto">
              <a:xfrm>
                <a:off x="7631676"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2" name="Rectangle 76">
                <a:extLst>
                  <a:ext uri="{FF2B5EF4-FFF2-40B4-BE49-F238E27FC236}">
                    <a16:creationId xmlns:a16="http://schemas.microsoft.com/office/drawing/2014/main" id="{BEAFEECA-B893-49C1-9039-812C4AF541DE}"/>
                  </a:ext>
                </a:extLst>
              </p:cNvPr>
              <p:cNvSpPr>
                <a:spLocks noChangeArrowheads="1"/>
              </p:cNvSpPr>
              <p:nvPr/>
            </p:nvSpPr>
            <p:spPr bwMode="auto">
              <a:xfrm>
                <a:off x="8087109"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3" name="Rectangle 77">
                <a:extLst>
                  <a:ext uri="{FF2B5EF4-FFF2-40B4-BE49-F238E27FC236}">
                    <a16:creationId xmlns:a16="http://schemas.microsoft.com/office/drawing/2014/main" id="{122E4F71-6D60-47F1-8100-1C8190AADAFA}"/>
                  </a:ext>
                </a:extLst>
              </p:cNvPr>
              <p:cNvSpPr>
                <a:spLocks noChangeArrowheads="1"/>
              </p:cNvSpPr>
              <p:nvPr/>
            </p:nvSpPr>
            <p:spPr bwMode="auto">
              <a:xfrm>
                <a:off x="8541372"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4" name="Rectangle 78">
                <a:extLst>
                  <a:ext uri="{FF2B5EF4-FFF2-40B4-BE49-F238E27FC236}">
                    <a16:creationId xmlns:a16="http://schemas.microsoft.com/office/drawing/2014/main" id="{E9A54785-45A1-4BC8-A85E-CA3EB19FF384}"/>
                  </a:ext>
                </a:extLst>
              </p:cNvPr>
              <p:cNvSpPr>
                <a:spLocks noChangeArrowheads="1"/>
              </p:cNvSpPr>
              <p:nvPr/>
            </p:nvSpPr>
            <p:spPr bwMode="auto">
              <a:xfrm>
                <a:off x="8996805"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5" name="Rectangle 79">
                <a:extLst>
                  <a:ext uri="{FF2B5EF4-FFF2-40B4-BE49-F238E27FC236}">
                    <a16:creationId xmlns:a16="http://schemas.microsoft.com/office/drawing/2014/main" id="{D765DC5F-87A3-4E46-88C5-F2101A2941F1}"/>
                  </a:ext>
                </a:extLst>
              </p:cNvPr>
              <p:cNvSpPr>
                <a:spLocks noChangeArrowheads="1"/>
              </p:cNvSpPr>
              <p:nvPr/>
            </p:nvSpPr>
            <p:spPr bwMode="auto">
              <a:xfrm>
                <a:off x="9451068"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6" name="Rectangle 80">
                <a:extLst>
                  <a:ext uri="{FF2B5EF4-FFF2-40B4-BE49-F238E27FC236}">
                    <a16:creationId xmlns:a16="http://schemas.microsoft.com/office/drawing/2014/main" id="{644B6B17-5BBC-4A03-8899-52E7DF7FE658}"/>
                  </a:ext>
                </a:extLst>
              </p:cNvPr>
              <p:cNvSpPr>
                <a:spLocks noChangeArrowheads="1"/>
              </p:cNvSpPr>
              <p:nvPr/>
            </p:nvSpPr>
            <p:spPr bwMode="auto">
              <a:xfrm>
                <a:off x="9906501"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7" name="Rectangle 81">
                <a:extLst>
                  <a:ext uri="{FF2B5EF4-FFF2-40B4-BE49-F238E27FC236}">
                    <a16:creationId xmlns:a16="http://schemas.microsoft.com/office/drawing/2014/main" id="{987BE756-32EA-455B-8130-C8E83B1B3B0D}"/>
                  </a:ext>
                </a:extLst>
              </p:cNvPr>
              <p:cNvSpPr>
                <a:spLocks noChangeArrowheads="1"/>
              </p:cNvSpPr>
              <p:nvPr/>
            </p:nvSpPr>
            <p:spPr bwMode="auto">
              <a:xfrm>
                <a:off x="10360763"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8" name="Rectangle 82">
                <a:extLst>
                  <a:ext uri="{FF2B5EF4-FFF2-40B4-BE49-F238E27FC236}">
                    <a16:creationId xmlns:a16="http://schemas.microsoft.com/office/drawing/2014/main" id="{5C7821F2-B5EF-4833-B9B9-5AE62E01175B}"/>
                  </a:ext>
                </a:extLst>
              </p:cNvPr>
              <p:cNvSpPr>
                <a:spLocks noChangeArrowheads="1"/>
              </p:cNvSpPr>
              <p:nvPr/>
            </p:nvSpPr>
            <p:spPr bwMode="auto">
              <a:xfrm>
                <a:off x="10816197"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9" name="Rectangle 83">
                <a:extLst>
                  <a:ext uri="{FF2B5EF4-FFF2-40B4-BE49-F238E27FC236}">
                    <a16:creationId xmlns:a16="http://schemas.microsoft.com/office/drawing/2014/main" id="{EDF1C499-3F66-4B42-92C0-855DDB14CD0D}"/>
                  </a:ext>
                </a:extLst>
              </p:cNvPr>
              <p:cNvSpPr>
                <a:spLocks noChangeArrowheads="1"/>
              </p:cNvSpPr>
              <p:nvPr/>
            </p:nvSpPr>
            <p:spPr bwMode="auto">
              <a:xfrm>
                <a:off x="1127046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0" name="Rectangle 84">
                <a:extLst>
                  <a:ext uri="{FF2B5EF4-FFF2-40B4-BE49-F238E27FC236}">
                    <a16:creationId xmlns:a16="http://schemas.microsoft.com/office/drawing/2014/main" id="{3A95874A-F523-4169-A3FB-782B25C88E1A}"/>
                  </a:ext>
                </a:extLst>
              </p:cNvPr>
              <p:cNvSpPr>
                <a:spLocks noChangeArrowheads="1"/>
              </p:cNvSpPr>
              <p:nvPr/>
            </p:nvSpPr>
            <p:spPr bwMode="auto">
              <a:xfrm>
                <a:off x="1172589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5" name="Group 14">
              <a:extLst>
                <a:ext uri="{FF2B5EF4-FFF2-40B4-BE49-F238E27FC236}">
                  <a16:creationId xmlns:a16="http://schemas.microsoft.com/office/drawing/2014/main" id="{7F2D639A-C347-4082-9643-F89AF7802C05}"/>
                </a:ext>
              </a:extLst>
            </p:cNvPr>
            <p:cNvGrpSpPr/>
            <p:nvPr/>
          </p:nvGrpSpPr>
          <p:grpSpPr>
            <a:xfrm>
              <a:off x="354110" y="1845539"/>
              <a:ext cx="11480604" cy="109990"/>
              <a:chOff x="354110" y="1850572"/>
              <a:chExt cx="11480604" cy="109990"/>
            </a:xfrm>
            <a:grpFill/>
          </p:grpSpPr>
          <p:sp>
            <p:nvSpPr>
              <p:cNvPr id="259" name="Rectangle 5">
                <a:extLst>
                  <a:ext uri="{FF2B5EF4-FFF2-40B4-BE49-F238E27FC236}">
                    <a16:creationId xmlns:a16="http://schemas.microsoft.com/office/drawing/2014/main" id="{6291B61F-460B-41F6-82CC-088066FD85C2}"/>
                  </a:ext>
                </a:extLst>
              </p:cNvPr>
              <p:cNvSpPr>
                <a:spLocks noChangeArrowheads="1"/>
              </p:cNvSpPr>
              <p:nvPr/>
            </p:nvSpPr>
            <p:spPr bwMode="auto">
              <a:xfrm>
                <a:off x="35411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0" name="Rectangle 6">
                <a:extLst>
                  <a:ext uri="{FF2B5EF4-FFF2-40B4-BE49-F238E27FC236}">
                    <a16:creationId xmlns:a16="http://schemas.microsoft.com/office/drawing/2014/main" id="{C588270F-A3F7-4DD2-8B81-C30BA6412569}"/>
                  </a:ext>
                </a:extLst>
              </p:cNvPr>
              <p:cNvSpPr>
                <a:spLocks noChangeArrowheads="1"/>
              </p:cNvSpPr>
              <p:nvPr/>
            </p:nvSpPr>
            <p:spPr bwMode="auto">
              <a:xfrm>
                <a:off x="80954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1" name="Rectangle 7">
                <a:extLst>
                  <a:ext uri="{FF2B5EF4-FFF2-40B4-BE49-F238E27FC236}">
                    <a16:creationId xmlns:a16="http://schemas.microsoft.com/office/drawing/2014/main" id="{050F8909-1A69-4BF3-BC80-ECD1B486FAE2}"/>
                  </a:ext>
                </a:extLst>
              </p:cNvPr>
              <p:cNvSpPr>
                <a:spLocks noChangeArrowheads="1"/>
              </p:cNvSpPr>
              <p:nvPr/>
            </p:nvSpPr>
            <p:spPr bwMode="auto">
              <a:xfrm>
                <a:off x="1263805"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2" name="Rectangle 8">
                <a:extLst>
                  <a:ext uri="{FF2B5EF4-FFF2-40B4-BE49-F238E27FC236}">
                    <a16:creationId xmlns:a16="http://schemas.microsoft.com/office/drawing/2014/main" id="{995EC835-8CAE-48D8-ADF0-22B6D986B1EF}"/>
                  </a:ext>
                </a:extLst>
              </p:cNvPr>
              <p:cNvSpPr>
                <a:spLocks noChangeArrowheads="1"/>
              </p:cNvSpPr>
              <p:nvPr/>
            </p:nvSpPr>
            <p:spPr bwMode="auto">
              <a:xfrm>
                <a:off x="1719239"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3" name="Rectangle 9">
                <a:extLst>
                  <a:ext uri="{FF2B5EF4-FFF2-40B4-BE49-F238E27FC236}">
                    <a16:creationId xmlns:a16="http://schemas.microsoft.com/office/drawing/2014/main" id="{5076577D-01F8-484C-8AEB-1091039A662E}"/>
                  </a:ext>
                </a:extLst>
              </p:cNvPr>
              <p:cNvSpPr>
                <a:spLocks noChangeArrowheads="1"/>
              </p:cNvSpPr>
              <p:nvPr/>
            </p:nvSpPr>
            <p:spPr bwMode="auto">
              <a:xfrm>
                <a:off x="2173502"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4" name="Rectangle 10">
                <a:extLst>
                  <a:ext uri="{FF2B5EF4-FFF2-40B4-BE49-F238E27FC236}">
                    <a16:creationId xmlns:a16="http://schemas.microsoft.com/office/drawing/2014/main" id="{5FAA1557-63ED-4C2E-89BE-E827B69C47DE}"/>
                  </a:ext>
                </a:extLst>
              </p:cNvPr>
              <p:cNvSpPr>
                <a:spLocks noChangeArrowheads="1"/>
              </p:cNvSpPr>
              <p:nvPr/>
            </p:nvSpPr>
            <p:spPr bwMode="auto">
              <a:xfrm>
                <a:off x="2628934"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5" name="Rectangle 11">
                <a:extLst>
                  <a:ext uri="{FF2B5EF4-FFF2-40B4-BE49-F238E27FC236}">
                    <a16:creationId xmlns:a16="http://schemas.microsoft.com/office/drawing/2014/main" id="{63D8B1EF-AF76-4A72-B4E3-FC4D1B4E7A80}"/>
                  </a:ext>
                </a:extLst>
              </p:cNvPr>
              <p:cNvSpPr>
                <a:spLocks noChangeArrowheads="1"/>
              </p:cNvSpPr>
              <p:nvPr/>
            </p:nvSpPr>
            <p:spPr bwMode="auto">
              <a:xfrm>
                <a:off x="3083197"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6" name="Rectangle 12">
                <a:extLst>
                  <a:ext uri="{FF2B5EF4-FFF2-40B4-BE49-F238E27FC236}">
                    <a16:creationId xmlns:a16="http://schemas.microsoft.com/office/drawing/2014/main" id="{4DF3DA51-2B69-42BD-A6DE-6F85AA116149}"/>
                  </a:ext>
                </a:extLst>
              </p:cNvPr>
              <p:cNvSpPr>
                <a:spLocks noChangeArrowheads="1"/>
              </p:cNvSpPr>
              <p:nvPr/>
            </p:nvSpPr>
            <p:spPr bwMode="auto">
              <a:xfrm>
                <a:off x="3538630"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7" name="Rectangle 13">
                <a:extLst>
                  <a:ext uri="{FF2B5EF4-FFF2-40B4-BE49-F238E27FC236}">
                    <a16:creationId xmlns:a16="http://schemas.microsoft.com/office/drawing/2014/main" id="{464ECA3E-44D7-43DE-A35E-EADB2D8D7243}"/>
                  </a:ext>
                </a:extLst>
              </p:cNvPr>
              <p:cNvSpPr>
                <a:spLocks noChangeArrowheads="1"/>
              </p:cNvSpPr>
              <p:nvPr/>
            </p:nvSpPr>
            <p:spPr bwMode="auto">
              <a:xfrm>
                <a:off x="3992893"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8" name="Rectangle 14">
                <a:extLst>
                  <a:ext uri="{FF2B5EF4-FFF2-40B4-BE49-F238E27FC236}">
                    <a16:creationId xmlns:a16="http://schemas.microsoft.com/office/drawing/2014/main" id="{36E4F914-DFE7-4297-8E42-A27710155F63}"/>
                  </a:ext>
                </a:extLst>
              </p:cNvPr>
              <p:cNvSpPr>
                <a:spLocks noChangeArrowheads="1"/>
              </p:cNvSpPr>
              <p:nvPr/>
            </p:nvSpPr>
            <p:spPr bwMode="auto">
              <a:xfrm>
                <a:off x="4448326"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9" name="Rectangle 15">
                <a:extLst>
                  <a:ext uri="{FF2B5EF4-FFF2-40B4-BE49-F238E27FC236}">
                    <a16:creationId xmlns:a16="http://schemas.microsoft.com/office/drawing/2014/main" id="{164AA26B-0915-4E61-AFF2-BDA8ED551BFE}"/>
                  </a:ext>
                </a:extLst>
              </p:cNvPr>
              <p:cNvSpPr>
                <a:spLocks noChangeArrowheads="1"/>
              </p:cNvSpPr>
              <p:nvPr/>
            </p:nvSpPr>
            <p:spPr bwMode="auto">
              <a:xfrm>
                <a:off x="4902589"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0" name="Rectangle 16">
                <a:extLst>
                  <a:ext uri="{FF2B5EF4-FFF2-40B4-BE49-F238E27FC236}">
                    <a16:creationId xmlns:a16="http://schemas.microsoft.com/office/drawing/2014/main" id="{D5AB2E4B-626F-4072-87E5-595D35EFADAD}"/>
                  </a:ext>
                </a:extLst>
              </p:cNvPr>
              <p:cNvSpPr>
                <a:spLocks noChangeArrowheads="1"/>
              </p:cNvSpPr>
              <p:nvPr/>
            </p:nvSpPr>
            <p:spPr bwMode="auto">
              <a:xfrm>
                <a:off x="535802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1" name="Rectangle 17">
                <a:extLst>
                  <a:ext uri="{FF2B5EF4-FFF2-40B4-BE49-F238E27FC236}">
                    <a16:creationId xmlns:a16="http://schemas.microsoft.com/office/drawing/2014/main" id="{65DAB362-330B-46D1-BCA8-58DF84B02A0B}"/>
                  </a:ext>
                </a:extLst>
              </p:cNvPr>
              <p:cNvSpPr>
                <a:spLocks noChangeArrowheads="1"/>
              </p:cNvSpPr>
              <p:nvPr/>
            </p:nvSpPr>
            <p:spPr bwMode="auto">
              <a:xfrm>
                <a:off x="5812285"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2" name="Rectangle 18">
                <a:extLst>
                  <a:ext uri="{FF2B5EF4-FFF2-40B4-BE49-F238E27FC236}">
                    <a16:creationId xmlns:a16="http://schemas.microsoft.com/office/drawing/2014/main" id="{354D240F-C2AD-45B8-AC36-32AD2EAD65C6}"/>
                  </a:ext>
                </a:extLst>
              </p:cNvPr>
              <p:cNvSpPr>
                <a:spLocks noChangeArrowheads="1"/>
              </p:cNvSpPr>
              <p:nvPr/>
            </p:nvSpPr>
            <p:spPr bwMode="auto">
              <a:xfrm>
                <a:off x="6267717"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3" name="Rectangle 19">
                <a:extLst>
                  <a:ext uri="{FF2B5EF4-FFF2-40B4-BE49-F238E27FC236}">
                    <a16:creationId xmlns:a16="http://schemas.microsoft.com/office/drawing/2014/main" id="{90E2C084-FE42-498D-9DD1-54C9F1833304}"/>
                  </a:ext>
                </a:extLst>
              </p:cNvPr>
              <p:cNvSpPr>
                <a:spLocks noChangeArrowheads="1"/>
              </p:cNvSpPr>
              <p:nvPr/>
            </p:nvSpPr>
            <p:spPr bwMode="auto">
              <a:xfrm>
                <a:off x="672198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4" name="Rectangle 20">
                <a:extLst>
                  <a:ext uri="{FF2B5EF4-FFF2-40B4-BE49-F238E27FC236}">
                    <a16:creationId xmlns:a16="http://schemas.microsoft.com/office/drawing/2014/main" id="{C350DA86-5C2C-4CB7-B1CC-4409FC68993E}"/>
                  </a:ext>
                </a:extLst>
              </p:cNvPr>
              <p:cNvSpPr>
                <a:spLocks noChangeArrowheads="1"/>
              </p:cNvSpPr>
              <p:nvPr/>
            </p:nvSpPr>
            <p:spPr bwMode="auto">
              <a:xfrm>
                <a:off x="7177414"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5" name="Rectangle 21">
                <a:extLst>
                  <a:ext uri="{FF2B5EF4-FFF2-40B4-BE49-F238E27FC236}">
                    <a16:creationId xmlns:a16="http://schemas.microsoft.com/office/drawing/2014/main" id="{3476D016-BE0E-40FB-AE03-36C7206310DC}"/>
                  </a:ext>
                </a:extLst>
              </p:cNvPr>
              <p:cNvSpPr>
                <a:spLocks noChangeArrowheads="1"/>
              </p:cNvSpPr>
              <p:nvPr/>
            </p:nvSpPr>
            <p:spPr bwMode="auto">
              <a:xfrm>
                <a:off x="7631676"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6" name="Rectangle 22">
                <a:extLst>
                  <a:ext uri="{FF2B5EF4-FFF2-40B4-BE49-F238E27FC236}">
                    <a16:creationId xmlns:a16="http://schemas.microsoft.com/office/drawing/2014/main" id="{4207A264-69D9-418A-8329-92D261B9B62C}"/>
                  </a:ext>
                </a:extLst>
              </p:cNvPr>
              <p:cNvSpPr>
                <a:spLocks noChangeArrowheads="1"/>
              </p:cNvSpPr>
              <p:nvPr/>
            </p:nvSpPr>
            <p:spPr bwMode="auto">
              <a:xfrm>
                <a:off x="8087109"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7" name="Rectangle 23">
                <a:extLst>
                  <a:ext uri="{FF2B5EF4-FFF2-40B4-BE49-F238E27FC236}">
                    <a16:creationId xmlns:a16="http://schemas.microsoft.com/office/drawing/2014/main" id="{A6B0A29B-A2CB-436D-9F5A-97AC9E9B35A6}"/>
                  </a:ext>
                </a:extLst>
              </p:cNvPr>
              <p:cNvSpPr>
                <a:spLocks noChangeArrowheads="1"/>
              </p:cNvSpPr>
              <p:nvPr/>
            </p:nvSpPr>
            <p:spPr bwMode="auto">
              <a:xfrm>
                <a:off x="8541372"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8" name="Rectangle 24">
                <a:extLst>
                  <a:ext uri="{FF2B5EF4-FFF2-40B4-BE49-F238E27FC236}">
                    <a16:creationId xmlns:a16="http://schemas.microsoft.com/office/drawing/2014/main" id="{E9855E46-BFAF-42D9-AC3D-C449C9315DD0}"/>
                  </a:ext>
                </a:extLst>
              </p:cNvPr>
              <p:cNvSpPr>
                <a:spLocks noChangeArrowheads="1"/>
              </p:cNvSpPr>
              <p:nvPr/>
            </p:nvSpPr>
            <p:spPr bwMode="auto">
              <a:xfrm>
                <a:off x="8996805"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9" name="Rectangle 25">
                <a:extLst>
                  <a:ext uri="{FF2B5EF4-FFF2-40B4-BE49-F238E27FC236}">
                    <a16:creationId xmlns:a16="http://schemas.microsoft.com/office/drawing/2014/main" id="{8A0832E2-B419-44F2-AA90-20EF152828FB}"/>
                  </a:ext>
                </a:extLst>
              </p:cNvPr>
              <p:cNvSpPr>
                <a:spLocks noChangeArrowheads="1"/>
              </p:cNvSpPr>
              <p:nvPr/>
            </p:nvSpPr>
            <p:spPr bwMode="auto">
              <a:xfrm>
                <a:off x="9451068"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0" name="Rectangle 26">
                <a:extLst>
                  <a:ext uri="{FF2B5EF4-FFF2-40B4-BE49-F238E27FC236}">
                    <a16:creationId xmlns:a16="http://schemas.microsoft.com/office/drawing/2014/main" id="{19E36BF2-3D4E-4C2B-8D4A-DCF9E92FAEDD}"/>
                  </a:ext>
                </a:extLst>
              </p:cNvPr>
              <p:cNvSpPr>
                <a:spLocks noChangeArrowheads="1"/>
              </p:cNvSpPr>
              <p:nvPr/>
            </p:nvSpPr>
            <p:spPr bwMode="auto">
              <a:xfrm>
                <a:off x="9906501"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1" name="Rectangle 27">
                <a:extLst>
                  <a:ext uri="{FF2B5EF4-FFF2-40B4-BE49-F238E27FC236}">
                    <a16:creationId xmlns:a16="http://schemas.microsoft.com/office/drawing/2014/main" id="{038C7A5F-FE20-45D2-9A21-6F27B6DEE723}"/>
                  </a:ext>
                </a:extLst>
              </p:cNvPr>
              <p:cNvSpPr>
                <a:spLocks noChangeArrowheads="1"/>
              </p:cNvSpPr>
              <p:nvPr/>
            </p:nvSpPr>
            <p:spPr bwMode="auto">
              <a:xfrm>
                <a:off x="10360763"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2" name="Rectangle 28">
                <a:extLst>
                  <a:ext uri="{FF2B5EF4-FFF2-40B4-BE49-F238E27FC236}">
                    <a16:creationId xmlns:a16="http://schemas.microsoft.com/office/drawing/2014/main" id="{E6296672-5055-43EF-8C50-F99741CCADCF}"/>
                  </a:ext>
                </a:extLst>
              </p:cNvPr>
              <p:cNvSpPr>
                <a:spLocks noChangeArrowheads="1"/>
              </p:cNvSpPr>
              <p:nvPr/>
            </p:nvSpPr>
            <p:spPr bwMode="auto">
              <a:xfrm>
                <a:off x="10816197"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3" name="Rectangle 29">
                <a:extLst>
                  <a:ext uri="{FF2B5EF4-FFF2-40B4-BE49-F238E27FC236}">
                    <a16:creationId xmlns:a16="http://schemas.microsoft.com/office/drawing/2014/main" id="{9F789C90-FBCD-48B5-800E-4829555286BD}"/>
                  </a:ext>
                </a:extLst>
              </p:cNvPr>
              <p:cNvSpPr>
                <a:spLocks noChangeArrowheads="1"/>
              </p:cNvSpPr>
              <p:nvPr/>
            </p:nvSpPr>
            <p:spPr bwMode="auto">
              <a:xfrm>
                <a:off x="1127046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4" name="Rectangle 30">
                <a:extLst>
                  <a:ext uri="{FF2B5EF4-FFF2-40B4-BE49-F238E27FC236}">
                    <a16:creationId xmlns:a16="http://schemas.microsoft.com/office/drawing/2014/main" id="{DDF49BA7-3A02-4020-A1E4-11270C686243}"/>
                  </a:ext>
                </a:extLst>
              </p:cNvPr>
              <p:cNvSpPr>
                <a:spLocks noChangeArrowheads="1"/>
              </p:cNvSpPr>
              <p:nvPr/>
            </p:nvSpPr>
            <p:spPr bwMode="auto">
              <a:xfrm>
                <a:off x="1172589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6" name="Group 15">
              <a:extLst>
                <a:ext uri="{FF2B5EF4-FFF2-40B4-BE49-F238E27FC236}">
                  <a16:creationId xmlns:a16="http://schemas.microsoft.com/office/drawing/2014/main" id="{66A8B488-F73F-46BA-AAC6-FAAE1D26CA95}"/>
                </a:ext>
              </a:extLst>
            </p:cNvPr>
            <p:cNvGrpSpPr/>
            <p:nvPr/>
          </p:nvGrpSpPr>
          <p:grpSpPr>
            <a:xfrm>
              <a:off x="354110" y="2352251"/>
              <a:ext cx="11480604" cy="108822"/>
              <a:chOff x="354110" y="2358964"/>
              <a:chExt cx="11480604" cy="108822"/>
            </a:xfrm>
            <a:grpFill/>
          </p:grpSpPr>
          <p:sp>
            <p:nvSpPr>
              <p:cNvPr id="233" name="Rectangle 32">
                <a:extLst>
                  <a:ext uri="{FF2B5EF4-FFF2-40B4-BE49-F238E27FC236}">
                    <a16:creationId xmlns:a16="http://schemas.microsoft.com/office/drawing/2014/main" id="{B4B13D94-DCE1-468B-AF50-848FB46E4948}"/>
                  </a:ext>
                </a:extLst>
              </p:cNvPr>
              <p:cNvSpPr>
                <a:spLocks noChangeArrowheads="1"/>
              </p:cNvSpPr>
              <p:nvPr/>
            </p:nvSpPr>
            <p:spPr bwMode="auto">
              <a:xfrm>
                <a:off x="35411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4" name="Rectangle 33">
                <a:extLst>
                  <a:ext uri="{FF2B5EF4-FFF2-40B4-BE49-F238E27FC236}">
                    <a16:creationId xmlns:a16="http://schemas.microsoft.com/office/drawing/2014/main" id="{D42897BB-EFBB-4C3E-B7D8-39558C9973F8}"/>
                  </a:ext>
                </a:extLst>
              </p:cNvPr>
              <p:cNvSpPr>
                <a:spLocks noChangeArrowheads="1"/>
              </p:cNvSpPr>
              <p:nvPr/>
            </p:nvSpPr>
            <p:spPr bwMode="auto">
              <a:xfrm>
                <a:off x="80954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5" name="Rectangle 34">
                <a:extLst>
                  <a:ext uri="{FF2B5EF4-FFF2-40B4-BE49-F238E27FC236}">
                    <a16:creationId xmlns:a16="http://schemas.microsoft.com/office/drawing/2014/main" id="{4FAE9ED1-B75E-4074-8A29-538EBAC75111}"/>
                  </a:ext>
                </a:extLst>
              </p:cNvPr>
              <p:cNvSpPr>
                <a:spLocks noChangeArrowheads="1"/>
              </p:cNvSpPr>
              <p:nvPr/>
            </p:nvSpPr>
            <p:spPr bwMode="auto">
              <a:xfrm>
                <a:off x="1263805"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6" name="Rectangle 35">
                <a:extLst>
                  <a:ext uri="{FF2B5EF4-FFF2-40B4-BE49-F238E27FC236}">
                    <a16:creationId xmlns:a16="http://schemas.microsoft.com/office/drawing/2014/main" id="{04AF33C2-82DD-4449-B5ED-C6E11A9176B9}"/>
                  </a:ext>
                </a:extLst>
              </p:cNvPr>
              <p:cNvSpPr>
                <a:spLocks noChangeArrowheads="1"/>
              </p:cNvSpPr>
              <p:nvPr/>
            </p:nvSpPr>
            <p:spPr bwMode="auto">
              <a:xfrm>
                <a:off x="1719239"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7" name="Rectangle 36">
                <a:extLst>
                  <a:ext uri="{FF2B5EF4-FFF2-40B4-BE49-F238E27FC236}">
                    <a16:creationId xmlns:a16="http://schemas.microsoft.com/office/drawing/2014/main" id="{A402AA2F-3566-4F90-A3D7-2F6ACC0596DC}"/>
                  </a:ext>
                </a:extLst>
              </p:cNvPr>
              <p:cNvSpPr>
                <a:spLocks noChangeArrowheads="1"/>
              </p:cNvSpPr>
              <p:nvPr/>
            </p:nvSpPr>
            <p:spPr bwMode="auto">
              <a:xfrm>
                <a:off x="2173502"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8" name="Rectangle 37">
                <a:extLst>
                  <a:ext uri="{FF2B5EF4-FFF2-40B4-BE49-F238E27FC236}">
                    <a16:creationId xmlns:a16="http://schemas.microsoft.com/office/drawing/2014/main" id="{12257C74-8FE2-4A5A-AE7D-4253FD48B2A6}"/>
                  </a:ext>
                </a:extLst>
              </p:cNvPr>
              <p:cNvSpPr>
                <a:spLocks noChangeArrowheads="1"/>
              </p:cNvSpPr>
              <p:nvPr/>
            </p:nvSpPr>
            <p:spPr bwMode="auto">
              <a:xfrm>
                <a:off x="2628934"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9" name="Rectangle 38">
                <a:extLst>
                  <a:ext uri="{FF2B5EF4-FFF2-40B4-BE49-F238E27FC236}">
                    <a16:creationId xmlns:a16="http://schemas.microsoft.com/office/drawing/2014/main" id="{EDCCE78B-73E1-4347-A0AB-893F31DE0D72}"/>
                  </a:ext>
                </a:extLst>
              </p:cNvPr>
              <p:cNvSpPr>
                <a:spLocks noChangeArrowheads="1"/>
              </p:cNvSpPr>
              <p:nvPr/>
            </p:nvSpPr>
            <p:spPr bwMode="auto">
              <a:xfrm>
                <a:off x="3083197"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0" name="Rectangle 39">
                <a:extLst>
                  <a:ext uri="{FF2B5EF4-FFF2-40B4-BE49-F238E27FC236}">
                    <a16:creationId xmlns:a16="http://schemas.microsoft.com/office/drawing/2014/main" id="{71A20C81-1914-4715-86F6-FC2A3887F217}"/>
                  </a:ext>
                </a:extLst>
              </p:cNvPr>
              <p:cNvSpPr>
                <a:spLocks noChangeArrowheads="1"/>
              </p:cNvSpPr>
              <p:nvPr/>
            </p:nvSpPr>
            <p:spPr bwMode="auto">
              <a:xfrm>
                <a:off x="3538630"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1" name="Rectangle 40">
                <a:extLst>
                  <a:ext uri="{FF2B5EF4-FFF2-40B4-BE49-F238E27FC236}">
                    <a16:creationId xmlns:a16="http://schemas.microsoft.com/office/drawing/2014/main" id="{30EB0F8B-2241-4BB6-B10C-10150726F1C8}"/>
                  </a:ext>
                </a:extLst>
              </p:cNvPr>
              <p:cNvSpPr>
                <a:spLocks noChangeArrowheads="1"/>
              </p:cNvSpPr>
              <p:nvPr/>
            </p:nvSpPr>
            <p:spPr bwMode="auto">
              <a:xfrm>
                <a:off x="3992893"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2" name="Rectangle 41">
                <a:extLst>
                  <a:ext uri="{FF2B5EF4-FFF2-40B4-BE49-F238E27FC236}">
                    <a16:creationId xmlns:a16="http://schemas.microsoft.com/office/drawing/2014/main" id="{93DC7C70-8C17-43A4-9F9B-0C24A1A8816F}"/>
                  </a:ext>
                </a:extLst>
              </p:cNvPr>
              <p:cNvSpPr>
                <a:spLocks noChangeArrowheads="1"/>
              </p:cNvSpPr>
              <p:nvPr/>
            </p:nvSpPr>
            <p:spPr bwMode="auto">
              <a:xfrm>
                <a:off x="4448326"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3" name="Rectangle 42">
                <a:extLst>
                  <a:ext uri="{FF2B5EF4-FFF2-40B4-BE49-F238E27FC236}">
                    <a16:creationId xmlns:a16="http://schemas.microsoft.com/office/drawing/2014/main" id="{700DA9A2-C7ED-46FB-B7ED-912E60E91053}"/>
                  </a:ext>
                </a:extLst>
              </p:cNvPr>
              <p:cNvSpPr>
                <a:spLocks noChangeArrowheads="1"/>
              </p:cNvSpPr>
              <p:nvPr/>
            </p:nvSpPr>
            <p:spPr bwMode="auto">
              <a:xfrm>
                <a:off x="4902589"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4" name="Rectangle 43">
                <a:extLst>
                  <a:ext uri="{FF2B5EF4-FFF2-40B4-BE49-F238E27FC236}">
                    <a16:creationId xmlns:a16="http://schemas.microsoft.com/office/drawing/2014/main" id="{23993B3F-B1E2-4626-915E-30EA0C27114C}"/>
                  </a:ext>
                </a:extLst>
              </p:cNvPr>
              <p:cNvSpPr>
                <a:spLocks noChangeArrowheads="1"/>
              </p:cNvSpPr>
              <p:nvPr/>
            </p:nvSpPr>
            <p:spPr bwMode="auto">
              <a:xfrm>
                <a:off x="535802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5" name="Rectangle 44">
                <a:extLst>
                  <a:ext uri="{FF2B5EF4-FFF2-40B4-BE49-F238E27FC236}">
                    <a16:creationId xmlns:a16="http://schemas.microsoft.com/office/drawing/2014/main" id="{70A847F2-326C-4A11-90C5-5A5E3BC0062F}"/>
                  </a:ext>
                </a:extLst>
              </p:cNvPr>
              <p:cNvSpPr>
                <a:spLocks noChangeArrowheads="1"/>
              </p:cNvSpPr>
              <p:nvPr/>
            </p:nvSpPr>
            <p:spPr bwMode="auto">
              <a:xfrm>
                <a:off x="5812285"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6" name="Rectangle 45">
                <a:extLst>
                  <a:ext uri="{FF2B5EF4-FFF2-40B4-BE49-F238E27FC236}">
                    <a16:creationId xmlns:a16="http://schemas.microsoft.com/office/drawing/2014/main" id="{D050CF34-CB80-475B-86F9-30114A7E6141}"/>
                  </a:ext>
                </a:extLst>
              </p:cNvPr>
              <p:cNvSpPr>
                <a:spLocks noChangeArrowheads="1"/>
              </p:cNvSpPr>
              <p:nvPr/>
            </p:nvSpPr>
            <p:spPr bwMode="auto">
              <a:xfrm>
                <a:off x="6267717"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7" name="Rectangle 46">
                <a:extLst>
                  <a:ext uri="{FF2B5EF4-FFF2-40B4-BE49-F238E27FC236}">
                    <a16:creationId xmlns:a16="http://schemas.microsoft.com/office/drawing/2014/main" id="{72F7682D-8B8B-4827-9F84-5A883F25751E}"/>
                  </a:ext>
                </a:extLst>
              </p:cNvPr>
              <p:cNvSpPr>
                <a:spLocks noChangeArrowheads="1"/>
              </p:cNvSpPr>
              <p:nvPr/>
            </p:nvSpPr>
            <p:spPr bwMode="auto">
              <a:xfrm>
                <a:off x="672198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8" name="Rectangle 47">
                <a:extLst>
                  <a:ext uri="{FF2B5EF4-FFF2-40B4-BE49-F238E27FC236}">
                    <a16:creationId xmlns:a16="http://schemas.microsoft.com/office/drawing/2014/main" id="{096B96DB-AD07-4F59-8D81-878896D609D6}"/>
                  </a:ext>
                </a:extLst>
              </p:cNvPr>
              <p:cNvSpPr>
                <a:spLocks noChangeArrowheads="1"/>
              </p:cNvSpPr>
              <p:nvPr/>
            </p:nvSpPr>
            <p:spPr bwMode="auto">
              <a:xfrm>
                <a:off x="7177414"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9" name="Rectangle 48">
                <a:extLst>
                  <a:ext uri="{FF2B5EF4-FFF2-40B4-BE49-F238E27FC236}">
                    <a16:creationId xmlns:a16="http://schemas.microsoft.com/office/drawing/2014/main" id="{8B2388B0-7437-4F3C-B5AF-A99838656D00}"/>
                  </a:ext>
                </a:extLst>
              </p:cNvPr>
              <p:cNvSpPr>
                <a:spLocks noChangeArrowheads="1"/>
              </p:cNvSpPr>
              <p:nvPr/>
            </p:nvSpPr>
            <p:spPr bwMode="auto">
              <a:xfrm>
                <a:off x="7631676"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0" name="Rectangle 49">
                <a:extLst>
                  <a:ext uri="{FF2B5EF4-FFF2-40B4-BE49-F238E27FC236}">
                    <a16:creationId xmlns:a16="http://schemas.microsoft.com/office/drawing/2014/main" id="{FBE62A09-5F6A-4BC0-9413-4B7222385A07}"/>
                  </a:ext>
                </a:extLst>
              </p:cNvPr>
              <p:cNvSpPr>
                <a:spLocks noChangeArrowheads="1"/>
              </p:cNvSpPr>
              <p:nvPr/>
            </p:nvSpPr>
            <p:spPr bwMode="auto">
              <a:xfrm>
                <a:off x="8087109"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1" name="Rectangle 50">
                <a:extLst>
                  <a:ext uri="{FF2B5EF4-FFF2-40B4-BE49-F238E27FC236}">
                    <a16:creationId xmlns:a16="http://schemas.microsoft.com/office/drawing/2014/main" id="{FD4120A0-F176-4CF5-BD30-0A467CCD63B4}"/>
                  </a:ext>
                </a:extLst>
              </p:cNvPr>
              <p:cNvSpPr>
                <a:spLocks noChangeArrowheads="1"/>
              </p:cNvSpPr>
              <p:nvPr/>
            </p:nvSpPr>
            <p:spPr bwMode="auto">
              <a:xfrm>
                <a:off x="8541372"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2" name="Rectangle 51">
                <a:extLst>
                  <a:ext uri="{FF2B5EF4-FFF2-40B4-BE49-F238E27FC236}">
                    <a16:creationId xmlns:a16="http://schemas.microsoft.com/office/drawing/2014/main" id="{8075DBF6-9812-49E0-8973-F29DF4621992}"/>
                  </a:ext>
                </a:extLst>
              </p:cNvPr>
              <p:cNvSpPr>
                <a:spLocks noChangeArrowheads="1"/>
              </p:cNvSpPr>
              <p:nvPr/>
            </p:nvSpPr>
            <p:spPr bwMode="auto">
              <a:xfrm>
                <a:off x="8996805"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3" name="Rectangle 52">
                <a:extLst>
                  <a:ext uri="{FF2B5EF4-FFF2-40B4-BE49-F238E27FC236}">
                    <a16:creationId xmlns:a16="http://schemas.microsoft.com/office/drawing/2014/main" id="{55CA37AD-A3E1-4489-9138-C3852B352A18}"/>
                  </a:ext>
                </a:extLst>
              </p:cNvPr>
              <p:cNvSpPr>
                <a:spLocks noChangeArrowheads="1"/>
              </p:cNvSpPr>
              <p:nvPr/>
            </p:nvSpPr>
            <p:spPr bwMode="auto">
              <a:xfrm>
                <a:off x="9451068"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4" name="Rectangle 53">
                <a:extLst>
                  <a:ext uri="{FF2B5EF4-FFF2-40B4-BE49-F238E27FC236}">
                    <a16:creationId xmlns:a16="http://schemas.microsoft.com/office/drawing/2014/main" id="{C88268CA-A454-432A-BBC6-F3C2F2736E0C}"/>
                  </a:ext>
                </a:extLst>
              </p:cNvPr>
              <p:cNvSpPr>
                <a:spLocks noChangeArrowheads="1"/>
              </p:cNvSpPr>
              <p:nvPr/>
            </p:nvSpPr>
            <p:spPr bwMode="auto">
              <a:xfrm>
                <a:off x="9906501"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5" name="Rectangle 54">
                <a:extLst>
                  <a:ext uri="{FF2B5EF4-FFF2-40B4-BE49-F238E27FC236}">
                    <a16:creationId xmlns:a16="http://schemas.microsoft.com/office/drawing/2014/main" id="{3EA71045-4C26-49CD-944A-9D37A7B68674}"/>
                  </a:ext>
                </a:extLst>
              </p:cNvPr>
              <p:cNvSpPr>
                <a:spLocks noChangeArrowheads="1"/>
              </p:cNvSpPr>
              <p:nvPr/>
            </p:nvSpPr>
            <p:spPr bwMode="auto">
              <a:xfrm>
                <a:off x="10360763"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6" name="Rectangle 55">
                <a:extLst>
                  <a:ext uri="{FF2B5EF4-FFF2-40B4-BE49-F238E27FC236}">
                    <a16:creationId xmlns:a16="http://schemas.microsoft.com/office/drawing/2014/main" id="{4CA66C44-3E69-4CC0-BE3E-5099678F39E7}"/>
                  </a:ext>
                </a:extLst>
              </p:cNvPr>
              <p:cNvSpPr>
                <a:spLocks noChangeArrowheads="1"/>
              </p:cNvSpPr>
              <p:nvPr/>
            </p:nvSpPr>
            <p:spPr bwMode="auto">
              <a:xfrm>
                <a:off x="10816197"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7" name="Rectangle 56">
                <a:extLst>
                  <a:ext uri="{FF2B5EF4-FFF2-40B4-BE49-F238E27FC236}">
                    <a16:creationId xmlns:a16="http://schemas.microsoft.com/office/drawing/2014/main" id="{DBCD939E-7346-4FE8-9A9E-3196A1634058}"/>
                  </a:ext>
                </a:extLst>
              </p:cNvPr>
              <p:cNvSpPr>
                <a:spLocks noChangeArrowheads="1"/>
              </p:cNvSpPr>
              <p:nvPr/>
            </p:nvSpPr>
            <p:spPr bwMode="auto">
              <a:xfrm>
                <a:off x="1127046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8" name="Rectangle 57">
                <a:extLst>
                  <a:ext uri="{FF2B5EF4-FFF2-40B4-BE49-F238E27FC236}">
                    <a16:creationId xmlns:a16="http://schemas.microsoft.com/office/drawing/2014/main" id="{2048A8D9-1609-4979-9E04-CE3C74005214}"/>
                  </a:ext>
                </a:extLst>
              </p:cNvPr>
              <p:cNvSpPr>
                <a:spLocks noChangeArrowheads="1"/>
              </p:cNvSpPr>
              <p:nvPr/>
            </p:nvSpPr>
            <p:spPr bwMode="auto">
              <a:xfrm>
                <a:off x="1172589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7" name="Group 16">
              <a:extLst>
                <a:ext uri="{FF2B5EF4-FFF2-40B4-BE49-F238E27FC236}">
                  <a16:creationId xmlns:a16="http://schemas.microsoft.com/office/drawing/2014/main" id="{518EF978-EC3B-4512-9384-D9CDBEA6D3B0}"/>
                </a:ext>
              </a:extLst>
            </p:cNvPr>
            <p:cNvGrpSpPr/>
            <p:nvPr/>
          </p:nvGrpSpPr>
          <p:grpSpPr>
            <a:xfrm>
              <a:off x="354110" y="2857795"/>
              <a:ext cx="11480604" cy="109990"/>
              <a:chOff x="354110" y="2866188"/>
              <a:chExt cx="11480604" cy="109990"/>
            </a:xfrm>
            <a:grpFill/>
          </p:grpSpPr>
          <p:sp>
            <p:nvSpPr>
              <p:cNvPr id="207" name="Rectangle 59">
                <a:extLst>
                  <a:ext uri="{FF2B5EF4-FFF2-40B4-BE49-F238E27FC236}">
                    <a16:creationId xmlns:a16="http://schemas.microsoft.com/office/drawing/2014/main" id="{1CDD4CCD-B616-436B-A3FD-F9E6416D6160}"/>
                  </a:ext>
                </a:extLst>
              </p:cNvPr>
              <p:cNvSpPr>
                <a:spLocks noChangeArrowheads="1"/>
              </p:cNvSpPr>
              <p:nvPr/>
            </p:nvSpPr>
            <p:spPr bwMode="auto">
              <a:xfrm>
                <a:off x="35411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8" name="Rectangle 60">
                <a:extLst>
                  <a:ext uri="{FF2B5EF4-FFF2-40B4-BE49-F238E27FC236}">
                    <a16:creationId xmlns:a16="http://schemas.microsoft.com/office/drawing/2014/main" id="{C714A79D-593F-4D51-9527-0F7D44670155}"/>
                  </a:ext>
                </a:extLst>
              </p:cNvPr>
              <p:cNvSpPr>
                <a:spLocks noChangeArrowheads="1"/>
              </p:cNvSpPr>
              <p:nvPr/>
            </p:nvSpPr>
            <p:spPr bwMode="auto">
              <a:xfrm>
                <a:off x="80954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9" name="Rectangle 61">
                <a:extLst>
                  <a:ext uri="{FF2B5EF4-FFF2-40B4-BE49-F238E27FC236}">
                    <a16:creationId xmlns:a16="http://schemas.microsoft.com/office/drawing/2014/main" id="{E7C7988F-856E-46FD-8950-CCDDDA38CF67}"/>
                  </a:ext>
                </a:extLst>
              </p:cNvPr>
              <p:cNvSpPr>
                <a:spLocks noChangeArrowheads="1"/>
              </p:cNvSpPr>
              <p:nvPr/>
            </p:nvSpPr>
            <p:spPr bwMode="auto">
              <a:xfrm>
                <a:off x="1263805"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0" name="Rectangle 62">
                <a:extLst>
                  <a:ext uri="{FF2B5EF4-FFF2-40B4-BE49-F238E27FC236}">
                    <a16:creationId xmlns:a16="http://schemas.microsoft.com/office/drawing/2014/main" id="{6A604DC1-6DD7-4A5F-939D-B7E3D6B44599}"/>
                  </a:ext>
                </a:extLst>
              </p:cNvPr>
              <p:cNvSpPr>
                <a:spLocks noChangeArrowheads="1"/>
              </p:cNvSpPr>
              <p:nvPr/>
            </p:nvSpPr>
            <p:spPr bwMode="auto">
              <a:xfrm>
                <a:off x="1719239"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1" name="Rectangle 63">
                <a:extLst>
                  <a:ext uri="{FF2B5EF4-FFF2-40B4-BE49-F238E27FC236}">
                    <a16:creationId xmlns:a16="http://schemas.microsoft.com/office/drawing/2014/main" id="{5E841B6F-400E-43A2-BA9E-713E1210E2FC}"/>
                  </a:ext>
                </a:extLst>
              </p:cNvPr>
              <p:cNvSpPr>
                <a:spLocks noChangeArrowheads="1"/>
              </p:cNvSpPr>
              <p:nvPr/>
            </p:nvSpPr>
            <p:spPr bwMode="auto">
              <a:xfrm>
                <a:off x="2173502"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2" name="Rectangle 64">
                <a:extLst>
                  <a:ext uri="{FF2B5EF4-FFF2-40B4-BE49-F238E27FC236}">
                    <a16:creationId xmlns:a16="http://schemas.microsoft.com/office/drawing/2014/main" id="{EB3556E4-BBFF-4497-86CB-E08210DD43A4}"/>
                  </a:ext>
                </a:extLst>
              </p:cNvPr>
              <p:cNvSpPr>
                <a:spLocks noChangeArrowheads="1"/>
              </p:cNvSpPr>
              <p:nvPr/>
            </p:nvSpPr>
            <p:spPr bwMode="auto">
              <a:xfrm>
                <a:off x="2628934"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3" name="Rectangle 65">
                <a:extLst>
                  <a:ext uri="{FF2B5EF4-FFF2-40B4-BE49-F238E27FC236}">
                    <a16:creationId xmlns:a16="http://schemas.microsoft.com/office/drawing/2014/main" id="{4ED49176-4A95-47F2-9609-F517D91CE550}"/>
                  </a:ext>
                </a:extLst>
              </p:cNvPr>
              <p:cNvSpPr>
                <a:spLocks noChangeArrowheads="1"/>
              </p:cNvSpPr>
              <p:nvPr/>
            </p:nvSpPr>
            <p:spPr bwMode="auto">
              <a:xfrm>
                <a:off x="3083197"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4" name="Rectangle 66">
                <a:extLst>
                  <a:ext uri="{FF2B5EF4-FFF2-40B4-BE49-F238E27FC236}">
                    <a16:creationId xmlns:a16="http://schemas.microsoft.com/office/drawing/2014/main" id="{C285A21A-D02C-4E2C-9129-0E4FD1439834}"/>
                  </a:ext>
                </a:extLst>
              </p:cNvPr>
              <p:cNvSpPr>
                <a:spLocks noChangeArrowheads="1"/>
              </p:cNvSpPr>
              <p:nvPr/>
            </p:nvSpPr>
            <p:spPr bwMode="auto">
              <a:xfrm>
                <a:off x="3538630"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5" name="Rectangle 67">
                <a:extLst>
                  <a:ext uri="{FF2B5EF4-FFF2-40B4-BE49-F238E27FC236}">
                    <a16:creationId xmlns:a16="http://schemas.microsoft.com/office/drawing/2014/main" id="{0FAC70C0-5E77-440D-AA2C-C5F3A3CEC69B}"/>
                  </a:ext>
                </a:extLst>
              </p:cNvPr>
              <p:cNvSpPr>
                <a:spLocks noChangeArrowheads="1"/>
              </p:cNvSpPr>
              <p:nvPr/>
            </p:nvSpPr>
            <p:spPr bwMode="auto">
              <a:xfrm>
                <a:off x="3992893"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6" name="Rectangle 68">
                <a:extLst>
                  <a:ext uri="{FF2B5EF4-FFF2-40B4-BE49-F238E27FC236}">
                    <a16:creationId xmlns:a16="http://schemas.microsoft.com/office/drawing/2014/main" id="{5463B017-838F-413D-8764-821503622A96}"/>
                  </a:ext>
                </a:extLst>
              </p:cNvPr>
              <p:cNvSpPr>
                <a:spLocks noChangeArrowheads="1"/>
              </p:cNvSpPr>
              <p:nvPr/>
            </p:nvSpPr>
            <p:spPr bwMode="auto">
              <a:xfrm>
                <a:off x="4448326"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7" name="Rectangle 69">
                <a:extLst>
                  <a:ext uri="{FF2B5EF4-FFF2-40B4-BE49-F238E27FC236}">
                    <a16:creationId xmlns:a16="http://schemas.microsoft.com/office/drawing/2014/main" id="{D1A17899-795E-470F-B52B-0EE1A5143D8A}"/>
                  </a:ext>
                </a:extLst>
              </p:cNvPr>
              <p:cNvSpPr>
                <a:spLocks noChangeArrowheads="1"/>
              </p:cNvSpPr>
              <p:nvPr/>
            </p:nvSpPr>
            <p:spPr bwMode="auto">
              <a:xfrm>
                <a:off x="4902589"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8" name="Rectangle 70">
                <a:extLst>
                  <a:ext uri="{FF2B5EF4-FFF2-40B4-BE49-F238E27FC236}">
                    <a16:creationId xmlns:a16="http://schemas.microsoft.com/office/drawing/2014/main" id="{BFA98CD7-C296-4FF8-AEA4-137B730DF3A7}"/>
                  </a:ext>
                </a:extLst>
              </p:cNvPr>
              <p:cNvSpPr>
                <a:spLocks noChangeArrowheads="1"/>
              </p:cNvSpPr>
              <p:nvPr/>
            </p:nvSpPr>
            <p:spPr bwMode="auto">
              <a:xfrm>
                <a:off x="535802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9" name="Rectangle 71">
                <a:extLst>
                  <a:ext uri="{FF2B5EF4-FFF2-40B4-BE49-F238E27FC236}">
                    <a16:creationId xmlns:a16="http://schemas.microsoft.com/office/drawing/2014/main" id="{9F11BA7F-A440-4A5A-9145-C2CBF5DAF0D4}"/>
                  </a:ext>
                </a:extLst>
              </p:cNvPr>
              <p:cNvSpPr>
                <a:spLocks noChangeArrowheads="1"/>
              </p:cNvSpPr>
              <p:nvPr/>
            </p:nvSpPr>
            <p:spPr bwMode="auto">
              <a:xfrm>
                <a:off x="5812285"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0" name="Rectangle 72">
                <a:extLst>
                  <a:ext uri="{FF2B5EF4-FFF2-40B4-BE49-F238E27FC236}">
                    <a16:creationId xmlns:a16="http://schemas.microsoft.com/office/drawing/2014/main" id="{D21FFF55-7EAD-40FA-9864-F5B8971D1414}"/>
                  </a:ext>
                </a:extLst>
              </p:cNvPr>
              <p:cNvSpPr>
                <a:spLocks noChangeArrowheads="1"/>
              </p:cNvSpPr>
              <p:nvPr/>
            </p:nvSpPr>
            <p:spPr bwMode="auto">
              <a:xfrm>
                <a:off x="6267717"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1" name="Rectangle 73">
                <a:extLst>
                  <a:ext uri="{FF2B5EF4-FFF2-40B4-BE49-F238E27FC236}">
                    <a16:creationId xmlns:a16="http://schemas.microsoft.com/office/drawing/2014/main" id="{30F55C85-4BDF-4A1A-A90A-C676A9117308}"/>
                  </a:ext>
                </a:extLst>
              </p:cNvPr>
              <p:cNvSpPr>
                <a:spLocks noChangeArrowheads="1"/>
              </p:cNvSpPr>
              <p:nvPr/>
            </p:nvSpPr>
            <p:spPr bwMode="auto">
              <a:xfrm>
                <a:off x="672198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2" name="Rectangle 74">
                <a:extLst>
                  <a:ext uri="{FF2B5EF4-FFF2-40B4-BE49-F238E27FC236}">
                    <a16:creationId xmlns:a16="http://schemas.microsoft.com/office/drawing/2014/main" id="{CD376222-CE2E-460E-A86D-CEEFFC77F8CE}"/>
                  </a:ext>
                </a:extLst>
              </p:cNvPr>
              <p:cNvSpPr>
                <a:spLocks noChangeArrowheads="1"/>
              </p:cNvSpPr>
              <p:nvPr/>
            </p:nvSpPr>
            <p:spPr bwMode="auto">
              <a:xfrm>
                <a:off x="7177414"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3" name="Rectangle 75">
                <a:extLst>
                  <a:ext uri="{FF2B5EF4-FFF2-40B4-BE49-F238E27FC236}">
                    <a16:creationId xmlns:a16="http://schemas.microsoft.com/office/drawing/2014/main" id="{D9F6E244-E70D-4E98-BE65-616D29AD4DB0}"/>
                  </a:ext>
                </a:extLst>
              </p:cNvPr>
              <p:cNvSpPr>
                <a:spLocks noChangeArrowheads="1"/>
              </p:cNvSpPr>
              <p:nvPr/>
            </p:nvSpPr>
            <p:spPr bwMode="auto">
              <a:xfrm>
                <a:off x="7631676"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4" name="Rectangle 76">
                <a:extLst>
                  <a:ext uri="{FF2B5EF4-FFF2-40B4-BE49-F238E27FC236}">
                    <a16:creationId xmlns:a16="http://schemas.microsoft.com/office/drawing/2014/main" id="{E3B75F8F-57C0-4AD6-92A4-826B4281F4A1}"/>
                  </a:ext>
                </a:extLst>
              </p:cNvPr>
              <p:cNvSpPr>
                <a:spLocks noChangeArrowheads="1"/>
              </p:cNvSpPr>
              <p:nvPr/>
            </p:nvSpPr>
            <p:spPr bwMode="auto">
              <a:xfrm>
                <a:off x="8087109"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5" name="Rectangle 77">
                <a:extLst>
                  <a:ext uri="{FF2B5EF4-FFF2-40B4-BE49-F238E27FC236}">
                    <a16:creationId xmlns:a16="http://schemas.microsoft.com/office/drawing/2014/main" id="{A535E84C-3ECC-4B95-9FA9-A4AD23F2F270}"/>
                  </a:ext>
                </a:extLst>
              </p:cNvPr>
              <p:cNvSpPr>
                <a:spLocks noChangeArrowheads="1"/>
              </p:cNvSpPr>
              <p:nvPr/>
            </p:nvSpPr>
            <p:spPr bwMode="auto">
              <a:xfrm>
                <a:off x="8541372"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6" name="Rectangle 78">
                <a:extLst>
                  <a:ext uri="{FF2B5EF4-FFF2-40B4-BE49-F238E27FC236}">
                    <a16:creationId xmlns:a16="http://schemas.microsoft.com/office/drawing/2014/main" id="{B36D8AB3-727A-44D7-B945-11021E7E565E}"/>
                  </a:ext>
                </a:extLst>
              </p:cNvPr>
              <p:cNvSpPr>
                <a:spLocks noChangeArrowheads="1"/>
              </p:cNvSpPr>
              <p:nvPr/>
            </p:nvSpPr>
            <p:spPr bwMode="auto">
              <a:xfrm>
                <a:off x="8996805"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7" name="Rectangle 79">
                <a:extLst>
                  <a:ext uri="{FF2B5EF4-FFF2-40B4-BE49-F238E27FC236}">
                    <a16:creationId xmlns:a16="http://schemas.microsoft.com/office/drawing/2014/main" id="{D97F58A0-5D6C-414B-81E1-932E36D87F81}"/>
                  </a:ext>
                </a:extLst>
              </p:cNvPr>
              <p:cNvSpPr>
                <a:spLocks noChangeArrowheads="1"/>
              </p:cNvSpPr>
              <p:nvPr/>
            </p:nvSpPr>
            <p:spPr bwMode="auto">
              <a:xfrm>
                <a:off x="9451068"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8" name="Rectangle 80">
                <a:extLst>
                  <a:ext uri="{FF2B5EF4-FFF2-40B4-BE49-F238E27FC236}">
                    <a16:creationId xmlns:a16="http://schemas.microsoft.com/office/drawing/2014/main" id="{34645A3A-2DF2-467B-ADEC-66C2680074AA}"/>
                  </a:ext>
                </a:extLst>
              </p:cNvPr>
              <p:cNvSpPr>
                <a:spLocks noChangeArrowheads="1"/>
              </p:cNvSpPr>
              <p:nvPr/>
            </p:nvSpPr>
            <p:spPr bwMode="auto">
              <a:xfrm>
                <a:off x="9906501"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9" name="Rectangle 81">
                <a:extLst>
                  <a:ext uri="{FF2B5EF4-FFF2-40B4-BE49-F238E27FC236}">
                    <a16:creationId xmlns:a16="http://schemas.microsoft.com/office/drawing/2014/main" id="{2991A0D8-2D5D-4B08-9704-9BFB93B162FC}"/>
                  </a:ext>
                </a:extLst>
              </p:cNvPr>
              <p:cNvSpPr>
                <a:spLocks noChangeArrowheads="1"/>
              </p:cNvSpPr>
              <p:nvPr/>
            </p:nvSpPr>
            <p:spPr bwMode="auto">
              <a:xfrm>
                <a:off x="10360763"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0" name="Rectangle 82">
                <a:extLst>
                  <a:ext uri="{FF2B5EF4-FFF2-40B4-BE49-F238E27FC236}">
                    <a16:creationId xmlns:a16="http://schemas.microsoft.com/office/drawing/2014/main" id="{7128A5D3-8A8E-4A5B-ACA1-5A01DEAE2F4F}"/>
                  </a:ext>
                </a:extLst>
              </p:cNvPr>
              <p:cNvSpPr>
                <a:spLocks noChangeArrowheads="1"/>
              </p:cNvSpPr>
              <p:nvPr/>
            </p:nvSpPr>
            <p:spPr bwMode="auto">
              <a:xfrm>
                <a:off x="10816197"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1" name="Rectangle 83">
                <a:extLst>
                  <a:ext uri="{FF2B5EF4-FFF2-40B4-BE49-F238E27FC236}">
                    <a16:creationId xmlns:a16="http://schemas.microsoft.com/office/drawing/2014/main" id="{D017036E-3A97-4D6A-AA9F-AA9B8E3E0E34}"/>
                  </a:ext>
                </a:extLst>
              </p:cNvPr>
              <p:cNvSpPr>
                <a:spLocks noChangeArrowheads="1"/>
              </p:cNvSpPr>
              <p:nvPr/>
            </p:nvSpPr>
            <p:spPr bwMode="auto">
              <a:xfrm>
                <a:off x="1127046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2" name="Rectangle 84">
                <a:extLst>
                  <a:ext uri="{FF2B5EF4-FFF2-40B4-BE49-F238E27FC236}">
                    <a16:creationId xmlns:a16="http://schemas.microsoft.com/office/drawing/2014/main" id="{5BCCE486-20E6-47E4-96AF-5AFB021736FA}"/>
                  </a:ext>
                </a:extLst>
              </p:cNvPr>
              <p:cNvSpPr>
                <a:spLocks noChangeArrowheads="1"/>
              </p:cNvSpPr>
              <p:nvPr/>
            </p:nvSpPr>
            <p:spPr bwMode="auto">
              <a:xfrm>
                <a:off x="1172589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8" name="Group 17">
              <a:extLst>
                <a:ext uri="{FF2B5EF4-FFF2-40B4-BE49-F238E27FC236}">
                  <a16:creationId xmlns:a16="http://schemas.microsoft.com/office/drawing/2014/main" id="{906BB728-4849-4082-9FF0-0EA3AABEBCF4}"/>
                </a:ext>
              </a:extLst>
            </p:cNvPr>
            <p:cNvGrpSpPr/>
            <p:nvPr/>
          </p:nvGrpSpPr>
          <p:grpSpPr>
            <a:xfrm>
              <a:off x="354110" y="3364507"/>
              <a:ext cx="11480604" cy="109990"/>
              <a:chOff x="354110" y="3364062"/>
              <a:chExt cx="11480604" cy="109990"/>
            </a:xfrm>
            <a:grpFill/>
          </p:grpSpPr>
          <p:sp>
            <p:nvSpPr>
              <p:cNvPr id="181" name="Rectangle 5">
                <a:extLst>
                  <a:ext uri="{FF2B5EF4-FFF2-40B4-BE49-F238E27FC236}">
                    <a16:creationId xmlns:a16="http://schemas.microsoft.com/office/drawing/2014/main" id="{AC28E286-CB3B-41B8-9829-2A09FD0F1C45}"/>
                  </a:ext>
                </a:extLst>
              </p:cNvPr>
              <p:cNvSpPr>
                <a:spLocks noChangeArrowheads="1"/>
              </p:cNvSpPr>
              <p:nvPr/>
            </p:nvSpPr>
            <p:spPr bwMode="auto">
              <a:xfrm>
                <a:off x="35411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2" name="Rectangle 6">
                <a:extLst>
                  <a:ext uri="{FF2B5EF4-FFF2-40B4-BE49-F238E27FC236}">
                    <a16:creationId xmlns:a16="http://schemas.microsoft.com/office/drawing/2014/main" id="{A6CBC9BD-AE25-437A-9246-679B5C4DB89C}"/>
                  </a:ext>
                </a:extLst>
              </p:cNvPr>
              <p:cNvSpPr>
                <a:spLocks noChangeArrowheads="1"/>
              </p:cNvSpPr>
              <p:nvPr/>
            </p:nvSpPr>
            <p:spPr bwMode="auto">
              <a:xfrm>
                <a:off x="80954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3" name="Rectangle 7">
                <a:extLst>
                  <a:ext uri="{FF2B5EF4-FFF2-40B4-BE49-F238E27FC236}">
                    <a16:creationId xmlns:a16="http://schemas.microsoft.com/office/drawing/2014/main" id="{BDB3BE91-D24B-44FB-A0BE-35ABBB231390}"/>
                  </a:ext>
                </a:extLst>
              </p:cNvPr>
              <p:cNvSpPr>
                <a:spLocks noChangeArrowheads="1"/>
              </p:cNvSpPr>
              <p:nvPr/>
            </p:nvSpPr>
            <p:spPr bwMode="auto">
              <a:xfrm>
                <a:off x="1263805"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4" name="Rectangle 8">
                <a:extLst>
                  <a:ext uri="{FF2B5EF4-FFF2-40B4-BE49-F238E27FC236}">
                    <a16:creationId xmlns:a16="http://schemas.microsoft.com/office/drawing/2014/main" id="{02BF76EB-C07C-40D8-ABF9-14A0E81337BD}"/>
                  </a:ext>
                </a:extLst>
              </p:cNvPr>
              <p:cNvSpPr>
                <a:spLocks noChangeArrowheads="1"/>
              </p:cNvSpPr>
              <p:nvPr/>
            </p:nvSpPr>
            <p:spPr bwMode="auto">
              <a:xfrm>
                <a:off x="1719239"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5" name="Rectangle 9">
                <a:extLst>
                  <a:ext uri="{FF2B5EF4-FFF2-40B4-BE49-F238E27FC236}">
                    <a16:creationId xmlns:a16="http://schemas.microsoft.com/office/drawing/2014/main" id="{FC0AC496-1F3F-4359-904E-5527E0BAD729}"/>
                  </a:ext>
                </a:extLst>
              </p:cNvPr>
              <p:cNvSpPr>
                <a:spLocks noChangeArrowheads="1"/>
              </p:cNvSpPr>
              <p:nvPr/>
            </p:nvSpPr>
            <p:spPr bwMode="auto">
              <a:xfrm>
                <a:off x="2173502"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6" name="Rectangle 10">
                <a:extLst>
                  <a:ext uri="{FF2B5EF4-FFF2-40B4-BE49-F238E27FC236}">
                    <a16:creationId xmlns:a16="http://schemas.microsoft.com/office/drawing/2014/main" id="{67A5809D-4B79-4E2A-8B9D-C29BBE187DEB}"/>
                  </a:ext>
                </a:extLst>
              </p:cNvPr>
              <p:cNvSpPr>
                <a:spLocks noChangeArrowheads="1"/>
              </p:cNvSpPr>
              <p:nvPr/>
            </p:nvSpPr>
            <p:spPr bwMode="auto">
              <a:xfrm>
                <a:off x="2628934"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7" name="Rectangle 11">
                <a:extLst>
                  <a:ext uri="{FF2B5EF4-FFF2-40B4-BE49-F238E27FC236}">
                    <a16:creationId xmlns:a16="http://schemas.microsoft.com/office/drawing/2014/main" id="{5FA8A205-5CFE-4939-86AC-E0D585AB2216}"/>
                  </a:ext>
                </a:extLst>
              </p:cNvPr>
              <p:cNvSpPr>
                <a:spLocks noChangeArrowheads="1"/>
              </p:cNvSpPr>
              <p:nvPr/>
            </p:nvSpPr>
            <p:spPr bwMode="auto">
              <a:xfrm>
                <a:off x="3083197"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8" name="Rectangle 12">
                <a:extLst>
                  <a:ext uri="{FF2B5EF4-FFF2-40B4-BE49-F238E27FC236}">
                    <a16:creationId xmlns:a16="http://schemas.microsoft.com/office/drawing/2014/main" id="{553F272B-5533-4FB6-A9F0-875A21EC046E}"/>
                  </a:ext>
                </a:extLst>
              </p:cNvPr>
              <p:cNvSpPr>
                <a:spLocks noChangeArrowheads="1"/>
              </p:cNvSpPr>
              <p:nvPr/>
            </p:nvSpPr>
            <p:spPr bwMode="auto">
              <a:xfrm>
                <a:off x="3538630"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9" name="Rectangle 13">
                <a:extLst>
                  <a:ext uri="{FF2B5EF4-FFF2-40B4-BE49-F238E27FC236}">
                    <a16:creationId xmlns:a16="http://schemas.microsoft.com/office/drawing/2014/main" id="{187F64CB-DEFF-42C8-A80D-BF5D20C7E7BB}"/>
                  </a:ext>
                </a:extLst>
              </p:cNvPr>
              <p:cNvSpPr>
                <a:spLocks noChangeArrowheads="1"/>
              </p:cNvSpPr>
              <p:nvPr/>
            </p:nvSpPr>
            <p:spPr bwMode="auto">
              <a:xfrm>
                <a:off x="3992893"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0" name="Rectangle 14">
                <a:extLst>
                  <a:ext uri="{FF2B5EF4-FFF2-40B4-BE49-F238E27FC236}">
                    <a16:creationId xmlns:a16="http://schemas.microsoft.com/office/drawing/2014/main" id="{D8A81EE6-EC79-451C-8888-B85838267DFF}"/>
                  </a:ext>
                </a:extLst>
              </p:cNvPr>
              <p:cNvSpPr>
                <a:spLocks noChangeArrowheads="1"/>
              </p:cNvSpPr>
              <p:nvPr/>
            </p:nvSpPr>
            <p:spPr bwMode="auto">
              <a:xfrm>
                <a:off x="4448326"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1" name="Rectangle 15">
                <a:extLst>
                  <a:ext uri="{FF2B5EF4-FFF2-40B4-BE49-F238E27FC236}">
                    <a16:creationId xmlns:a16="http://schemas.microsoft.com/office/drawing/2014/main" id="{2F75E8FE-AE95-4C7F-8BE5-50A035B1B1A2}"/>
                  </a:ext>
                </a:extLst>
              </p:cNvPr>
              <p:cNvSpPr>
                <a:spLocks noChangeArrowheads="1"/>
              </p:cNvSpPr>
              <p:nvPr/>
            </p:nvSpPr>
            <p:spPr bwMode="auto">
              <a:xfrm>
                <a:off x="4902589"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2" name="Rectangle 16">
                <a:extLst>
                  <a:ext uri="{FF2B5EF4-FFF2-40B4-BE49-F238E27FC236}">
                    <a16:creationId xmlns:a16="http://schemas.microsoft.com/office/drawing/2014/main" id="{521C11C5-735B-4510-A6D4-19E284955808}"/>
                  </a:ext>
                </a:extLst>
              </p:cNvPr>
              <p:cNvSpPr>
                <a:spLocks noChangeArrowheads="1"/>
              </p:cNvSpPr>
              <p:nvPr/>
            </p:nvSpPr>
            <p:spPr bwMode="auto">
              <a:xfrm>
                <a:off x="535802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3" name="Rectangle 17">
                <a:extLst>
                  <a:ext uri="{FF2B5EF4-FFF2-40B4-BE49-F238E27FC236}">
                    <a16:creationId xmlns:a16="http://schemas.microsoft.com/office/drawing/2014/main" id="{DE053974-1CFB-4C67-9102-E4BA82742CCB}"/>
                  </a:ext>
                </a:extLst>
              </p:cNvPr>
              <p:cNvSpPr>
                <a:spLocks noChangeArrowheads="1"/>
              </p:cNvSpPr>
              <p:nvPr/>
            </p:nvSpPr>
            <p:spPr bwMode="auto">
              <a:xfrm>
                <a:off x="5812285"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4" name="Rectangle 18">
                <a:extLst>
                  <a:ext uri="{FF2B5EF4-FFF2-40B4-BE49-F238E27FC236}">
                    <a16:creationId xmlns:a16="http://schemas.microsoft.com/office/drawing/2014/main" id="{00A33D5E-F49C-4A86-B377-B3598B7EF79A}"/>
                  </a:ext>
                </a:extLst>
              </p:cNvPr>
              <p:cNvSpPr>
                <a:spLocks noChangeArrowheads="1"/>
              </p:cNvSpPr>
              <p:nvPr/>
            </p:nvSpPr>
            <p:spPr bwMode="auto">
              <a:xfrm>
                <a:off x="6267717"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5" name="Rectangle 19">
                <a:extLst>
                  <a:ext uri="{FF2B5EF4-FFF2-40B4-BE49-F238E27FC236}">
                    <a16:creationId xmlns:a16="http://schemas.microsoft.com/office/drawing/2014/main" id="{7B19912A-F019-49AD-A23F-B9B6F8E59878}"/>
                  </a:ext>
                </a:extLst>
              </p:cNvPr>
              <p:cNvSpPr>
                <a:spLocks noChangeArrowheads="1"/>
              </p:cNvSpPr>
              <p:nvPr/>
            </p:nvSpPr>
            <p:spPr bwMode="auto">
              <a:xfrm>
                <a:off x="672198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6" name="Rectangle 20">
                <a:extLst>
                  <a:ext uri="{FF2B5EF4-FFF2-40B4-BE49-F238E27FC236}">
                    <a16:creationId xmlns:a16="http://schemas.microsoft.com/office/drawing/2014/main" id="{0EDE0526-CBA2-4A01-9D59-24F0B138B629}"/>
                  </a:ext>
                </a:extLst>
              </p:cNvPr>
              <p:cNvSpPr>
                <a:spLocks noChangeArrowheads="1"/>
              </p:cNvSpPr>
              <p:nvPr/>
            </p:nvSpPr>
            <p:spPr bwMode="auto">
              <a:xfrm>
                <a:off x="7177414"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7" name="Rectangle 21">
                <a:extLst>
                  <a:ext uri="{FF2B5EF4-FFF2-40B4-BE49-F238E27FC236}">
                    <a16:creationId xmlns:a16="http://schemas.microsoft.com/office/drawing/2014/main" id="{5E66E413-A492-40ED-BCC5-F23480C017DC}"/>
                  </a:ext>
                </a:extLst>
              </p:cNvPr>
              <p:cNvSpPr>
                <a:spLocks noChangeArrowheads="1"/>
              </p:cNvSpPr>
              <p:nvPr/>
            </p:nvSpPr>
            <p:spPr bwMode="auto">
              <a:xfrm>
                <a:off x="7631676"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8" name="Rectangle 22">
                <a:extLst>
                  <a:ext uri="{FF2B5EF4-FFF2-40B4-BE49-F238E27FC236}">
                    <a16:creationId xmlns:a16="http://schemas.microsoft.com/office/drawing/2014/main" id="{6FCFA5F2-AFE6-49D8-BE15-40E90D43FF67}"/>
                  </a:ext>
                </a:extLst>
              </p:cNvPr>
              <p:cNvSpPr>
                <a:spLocks noChangeArrowheads="1"/>
              </p:cNvSpPr>
              <p:nvPr/>
            </p:nvSpPr>
            <p:spPr bwMode="auto">
              <a:xfrm>
                <a:off x="8087109"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9" name="Rectangle 23">
                <a:extLst>
                  <a:ext uri="{FF2B5EF4-FFF2-40B4-BE49-F238E27FC236}">
                    <a16:creationId xmlns:a16="http://schemas.microsoft.com/office/drawing/2014/main" id="{AD7A4E43-F44A-43CF-A9D7-BA4D8B2B2F47}"/>
                  </a:ext>
                </a:extLst>
              </p:cNvPr>
              <p:cNvSpPr>
                <a:spLocks noChangeArrowheads="1"/>
              </p:cNvSpPr>
              <p:nvPr/>
            </p:nvSpPr>
            <p:spPr bwMode="auto">
              <a:xfrm>
                <a:off x="8541372"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0" name="Rectangle 24">
                <a:extLst>
                  <a:ext uri="{FF2B5EF4-FFF2-40B4-BE49-F238E27FC236}">
                    <a16:creationId xmlns:a16="http://schemas.microsoft.com/office/drawing/2014/main" id="{FC2E67AB-58DA-4BCF-81D2-0040BBD96216}"/>
                  </a:ext>
                </a:extLst>
              </p:cNvPr>
              <p:cNvSpPr>
                <a:spLocks noChangeArrowheads="1"/>
              </p:cNvSpPr>
              <p:nvPr/>
            </p:nvSpPr>
            <p:spPr bwMode="auto">
              <a:xfrm>
                <a:off x="8996805"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1" name="Rectangle 25">
                <a:extLst>
                  <a:ext uri="{FF2B5EF4-FFF2-40B4-BE49-F238E27FC236}">
                    <a16:creationId xmlns:a16="http://schemas.microsoft.com/office/drawing/2014/main" id="{C99A6A98-815A-4877-8FE9-06C0CB7E1453}"/>
                  </a:ext>
                </a:extLst>
              </p:cNvPr>
              <p:cNvSpPr>
                <a:spLocks noChangeArrowheads="1"/>
              </p:cNvSpPr>
              <p:nvPr/>
            </p:nvSpPr>
            <p:spPr bwMode="auto">
              <a:xfrm>
                <a:off x="9451068"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2" name="Rectangle 26">
                <a:extLst>
                  <a:ext uri="{FF2B5EF4-FFF2-40B4-BE49-F238E27FC236}">
                    <a16:creationId xmlns:a16="http://schemas.microsoft.com/office/drawing/2014/main" id="{C64F5A0E-D9C8-4999-8349-EA4D5F6ACFA4}"/>
                  </a:ext>
                </a:extLst>
              </p:cNvPr>
              <p:cNvSpPr>
                <a:spLocks noChangeArrowheads="1"/>
              </p:cNvSpPr>
              <p:nvPr/>
            </p:nvSpPr>
            <p:spPr bwMode="auto">
              <a:xfrm>
                <a:off x="9906501"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3" name="Rectangle 27">
                <a:extLst>
                  <a:ext uri="{FF2B5EF4-FFF2-40B4-BE49-F238E27FC236}">
                    <a16:creationId xmlns:a16="http://schemas.microsoft.com/office/drawing/2014/main" id="{6935F975-0CC7-414B-9F9C-44875EF3FCA2}"/>
                  </a:ext>
                </a:extLst>
              </p:cNvPr>
              <p:cNvSpPr>
                <a:spLocks noChangeArrowheads="1"/>
              </p:cNvSpPr>
              <p:nvPr/>
            </p:nvSpPr>
            <p:spPr bwMode="auto">
              <a:xfrm>
                <a:off x="10360763"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4" name="Rectangle 28">
                <a:extLst>
                  <a:ext uri="{FF2B5EF4-FFF2-40B4-BE49-F238E27FC236}">
                    <a16:creationId xmlns:a16="http://schemas.microsoft.com/office/drawing/2014/main" id="{21DEE8DA-7AB4-4341-BEF7-E8343A7BDFC6}"/>
                  </a:ext>
                </a:extLst>
              </p:cNvPr>
              <p:cNvSpPr>
                <a:spLocks noChangeArrowheads="1"/>
              </p:cNvSpPr>
              <p:nvPr/>
            </p:nvSpPr>
            <p:spPr bwMode="auto">
              <a:xfrm>
                <a:off x="10816197"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5" name="Rectangle 29">
                <a:extLst>
                  <a:ext uri="{FF2B5EF4-FFF2-40B4-BE49-F238E27FC236}">
                    <a16:creationId xmlns:a16="http://schemas.microsoft.com/office/drawing/2014/main" id="{AF4FCF43-3009-4229-89F8-D62F91C9267A}"/>
                  </a:ext>
                </a:extLst>
              </p:cNvPr>
              <p:cNvSpPr>
                <a:spLocks noChangeArrowheads="1"/>
              </p:cNvSpPr>
              <p:nvPr/>
            </p:nvSpPr>
            <p:spPr bwMode="auto">
              <a:xfrm>
                <a:off x="1127046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6" name="Rectangle 30">
                <a:extLst>
                  <a:ext uri="{FF2B5EF4-FFF2-40B4-BE49-F238E27FC236}">
                    <a16:creationId xmlns:a16="http://schemas.microsoft.com/office/drawing/2014/main" id="{21EAAE8A-F99B-4A0B-8E7D-566273D5E904}"/>
                  </a:ext>
                </a:extLst>
              </p:cNvPr>
              <p:cNvSpPr>
                <a:spLocks noChangeArrowheads="1"/>
              </p:cNvSpPr>
              <p:nvPr/>
            </p:nvSpPr>
            <p:spPr bwMode="auto">
              <a:xfrm>
                <a:off x="1172589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9" name="Group 18">
              <a:extLst>
                <a:ext uri="{FF2B5EF4-FFF2-40B4-BE49-F238E27FC236}">
                  <a16:creationId xmlns:a16="http://schemas.microsoft.com/office/drawing/2014/main" id="{9899924C-8D1C-46B4-9F38-88AD7EA3A211}"/>
                </a:ext>
              </a:extLst>
            </p:cNvPr>
            <p:cNvGrpSpPr/>
            <p:nvPr/>
          </p:nvGrpSpPr>
          <p:grpSpPr>
            <a:xfrm>
              <a:off x="354110" y="3871219"/>
              <a:ext cx="11480604" cy="108822"/>
              <a:chOff x="354110" y="3872454"/>
              <a:chExt cx="11480604" cy="108822"/>
            </a:xfrm>
            <a:grpFill/>
          </p:grpSpPr>
          <p:sp>
            <p:nvSpPr>
              <p:cNvPr id="155" name="Rectangle 32">
                <a:extLst>
                  <a:ext uri="{FF2B5EF4-FFF2-40B4-BE49-F238E27FC236}">
                    <a16:creationId xmlns:a16="http://schemas.microsoft.com/office/drawing/2014/main" id="{FD0840A3-FF5F-4E9F-AAB6-948A5E4EC0B0}"/>
                  </a:ext>
                </a:extLst>
              </p:cNvPr>
              <p:cNvSpPr>
                <a:spLocks noChangeArrowheads="1"/>
              </p:cNvSpPr>
              <p:nvPr/>
            </p:nvSpPr>
            <p:spPr bwMode="auto">
              <a:xfrm>
                <a:off x="35411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6" name="Rectangle 33">
                <a:extLst>
                  <a:ext uri="{FF2B5EF4-FFF2-40B4-BE49-F238E27FC236}">
                    <a16:creationId xmlns:a16="http://schemas.microsoft.com/office/drawing/2014/main" id="{F50A1B14-0F67-4FC2-88F7-3BE9E0EB2DEB}"/>
                  </a:ext>
                </a:extLst>
              </p:cNvPr>
              <p:cNvSpPr>
                <a:spLocks noChangeArrowheads="1"/>
              </p:cNvSpPr>
              <p:nvPr/>
            </p:nvSpPr>
            <p:spPr bwMode="auto">
              <a:xfrm>
                <a:off x="80954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7" name="Rectangle 34">
                <a:extLst>
                  <a:ext uri="{FF2B5EF4-FFF2-40B4-BE49-F238E27FC236}">
                    <a16:creationId xmlns:a16="http://schemas.microsoft.com/office/drawing/2014/main" id="{0081421C-B014-4BA9-9B01-C495814F1439}"/>
                  </a:ext>
                </a:extLst>
              </p:cNvPr>
              <p:cNvSpPr>
                <a:spLocks noChangeArrowheads="1"/>
              </p:cNvSpPr>
              <p:nvPr/>
            </p:nvSpPr>
            <p:spPr bwMode="auto">
              <a:xfrm>
                <a:off x="1263805"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8" name="Rectangle 35">
                <a:extLst>
                  <a:ext uri="{FF2B5EF4-FFF2-40B4-BE49-F238E27FC236}">
                    <a16:creationId xmlns:a16="http://schemas.microsoft.com/office/drawing/2014/main" id="{F2F01CCA-56ED-486D-8B82-39DC92A848EA}"/>
                  </a:ext>
                </a:extLst>
              </p:cNvPr>
              <p:cNvSpPr>
                <a:spLocks noChangeArrowheads="1"/>
              </p:cNvSpPr>
              <p:nvPr/>
            </p:nvSpPr>
            <p:spPr bwMode="auto">
              <a:xfrm>
                <a:off x="1719239"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9" name="Rectangle 36">
                <a:extLst>
                  <a:ext uri="{FF2B5EF4-FFF2-40B4-BE49-F238E27FC236}">
                    <a16:creationId xmlns:a16="http://schemas.microsoft.com/office/drawing/2014/main" id="{D80D4491-E5C9-4C50-81FD-6FC11F948875}"/>
                  </a:ext>
                </a:extLst>
              </p:cNvPr>
              <p:cNvSpPr>
                <a:spLocks noChangeArrowheads="1"/>
              </p:cNvSpPr>
              <p:nvPr/>
            </p:nvSpPr>
            <p:spPr bwMode="auto">
              <a:xfrm>
                <a:off x="2173502"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0" name="Rectangle 37">
                <a:extLst>
                  <a:ext uri="{FF2B5EF4-FFF2-40B4-BE49-F238E27FC236}">
                    <a16:creationId xmlns:a16="http://schemas.microsoft.com/office/drawing/2014/main" id="{FEC9B9BF-B893-41BF-B931-31F1750D8996}"/>
                  </a:ext>
                </a:extLst>
              </p:cNvPr>
              <p:cNvSpPr>
                <a:spLocks noChangeArrowheads="1"/>
              </p:cNvSpPr>
              <p:nvPr/>
            </p:nvSpPr>
            <p:spPr bwMode="auto">
              <a:xfrm>
                <a:off x="2628934"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1" name="Rectangle 38">
                <a:extLst>
                  <a:ext uri="{FF2B5EF4-FFF2-40B4-BE49-F238E27FC236}">
                    <a16:creationId xmlns:a16="http://schemas.microsoft.com/office/drawing/2014/main" id="{3CAD1EA0-31D2-4388-AC66-BE422B61421C}"/>
                  </a:ext>
                </a:extLst>
              </p:cNvPr>
              <p:cNvSpPr>
                <a:spLocks noChangeArrowheads="1"/>
              </p:cNvSpPr>
              <p:nvPr/>
            </p:nvSpPr>
            <p:spPr bwMode="auto">
              <a:xfrm>
                <a:off x="3083197"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2" name="Rectangle 39">
                <a:extLst>
                  <a:ext uri="{FF2B5EF4-FFF2-40B4-BE49-F238E27FC236}">
                    <a16:creationId xmlns:a16="http://schemas.microsoft.com/office/drawing/2014/main" id="{992B7398-2CE5-4B74-B42B-0E4E9FA210C1}"/>
                  </a:ext>
                </a:extLst>
              </p:cNvPr>
              <p:cNvSpPr>
                <a:spLocks noChangeArrowheads="1"/>
              </p:cNvSpPr>
              <p:nvPr/>
            </p:nvSpPr>
            <p:spPr bwMode="auto">
              <a:xfrm>
                <a:off x="3538630"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3" name="Rectangle 40">
                <a:extLst>
                  <a:ext uri="{FF2B5EF4-FFF2-40B4-BE49-F238E27FC236}">
                    <a16:creationId xmlns:a16="http://schemas.microsoft.com/office/drawing/2014/main" id="{2AC042C8-974E-43A8-B1AB-D62435FE96D7}"/>
                  </a:ext>
                </a:extLst>
              </p:cNvPr>
              <p:cNvSpPr>
                <a:spLocks noChangeArrowheads="1"/>
              </p:cNvSpPr>
              <p:nvPr/>
            </p:nvSpPr>
            <p:spPr bwMode="auto">
              <a:xfrm>
                <a:off x="3992893"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4" name="Rectangle 41">
                <a:extLst>
                  <a:ext uri="{FF2B5EF4-FFF2-40B4-BE49-F238E27FC236}">
                    <a16:creationId xmlns:a16="http://schemas.microsoft.com/office/drawing/2014/main" id="{2D6F1AB9-6712-4B85-8932-7F5F1BCFDA32}"/>
                  </a:ext>
                </a:extLst>
              </p:cNvPr>
              <p:cNvSpPr>
                <a:spLocks noChangeArrowheads="1"/>
              </p:cNvSpPr>
              <p:nvPr/>
            </p:nvSpPr>
            <p:spPr bwMode="auto">
              <a:xfrm>
                <a:off x="4448326"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5" name="Rectangle 42">
                <a:extLst>
                  <a:ext uri="{FF2B5EF4-FFF2-40B4-BE49-F238E27FC236}">
                    <a16:creationId xmlns:a16="http://schemas.microsoft.com/office/drawing/2014/main" id="{80DC2507-35DC-491B-8CB6-90312B184EDE}"/>
                  </a:ext>
                </a:extLst>
              </p:cNvPr>
              <p:cNvSpPr>
                <a:spLocks noChangeArrowheads="1"/>
              </p:cNvSpPr>
              <p:nvPr/>
            </p:nvSpPr>
            <p:spPr bwMode="auto">
              <a:xfrm>
                <a:off x="4902589"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6" name="Rectangle 43">
                <a:extLst>
                  <a:ext uri="{FF2B5EF4-FFF2-40B4-BE49-F238E27FC236}">
                    <a16:creationId xmlns:a16="http://schemas.microsoft.com/office/drawing/2014/main" id="{778102A0-D658-43A1-846D-9B9E4B9AE14F}"/>
                  </a:ext>
                </a:extLst>
              </p:cNvPr>
              <p:cNvSpPr>
                <a:spLocks noChangeArrowheads="1"/>
              </p:cNvSpPr>
              <p:nvPr/>
            </p:nvSpPr>
            <p:spPr bwMode="auto">
              <a:xfrm>
                <a:off x="535802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7" name="Rectangle 44">
                <a:extLst>
                  <a:ext uri="{FF2B5EF4-FFF2-40B4-BE49-F238E27FC236}">
                    <a16:creationId xmlns:a16="http://schemas.microsoft.com/office/drawing/2014/main" id="{0532E36E-F8F7-4121-80C1-216501C391E8}"/>
                  </a:ext>
                </a:extLst>
              </p:cNvPr>
              <p:cNvSpPr>
                <a:spLocks noChangeArrowheads="1"/>
              </p:cNvSpPr>
              <p:nvPr/>
            </p:nvSpPr>
            <p:spPr bwMode="auto">
              <a:xfrm>
                <a:off x="5812285"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8" name="Rectangle 45">
                <a:extLst>
                  <a:ext uri="{FF2B5EF4-FFF2-40B4-BE49-F238E27FC236}">
                    <a16:creationId xmlns:a16="http://schemas.microsoft.com/office/drawing/2014/main" id="{EBD0C1A7-E07E-492D-A5B7-899D81C35912}"/>
                  </a:ext>
                </a:extLst>
              </p:cNvPr>
              <p:cNvSpPr>
                <a:spLocks noChangeArrowheads="1"/>
              </p:cNvSpPr>
              <p:nvPr/>
            </p:nvSpPr>
            <p:spPr bwMode="auto">
              <a:xfrm>
                <a:off x="6267717"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9" name="Rectangle 46">
                <a:extLst>
                  <a:ext uri="{FF2B5EF4-FFF2-40B4-BE49-F238E27FC236}">
                    <a16:creationId xmlns:a16="http://schemas.microsoft.com/office/drawing/2014/main" id="{FF89631E-3434-468A-BE5A-16772FE2F3D2}"/>
                  </a:ext>
                </a:extLst>
              </p:cNvPr>
              <p:cNvSpPr>
                <a:spLocks noChangeArrowheads="1"/>
              </p:cNvSpPr>
              <p:nvPr/>
            </p:nvSpPr>
            <p:spPr bwMode="auto">
              <a:xfrm>
                <a:off x="672198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0" name="Rectangle 47">
                <a:extLst>
                  <a:ext uri="{FF2B5EF4-FFF2-40B4-BE49-F238E27FC236}">
                    <a16:creationId xmlns:a16="http://schemas.microsoft.com/office/drawing/2014/main" id="{C379EE06-9745-42DA-BBC1-A082CA50FB21}"/>
                  </a:ext>
                </a:extLst>
              </p:cNvPr>
              <p:cNvSpPr>
                <a:spLocks noChangeArrowheads="1"/>
              </p:cNvSpPr>
              <p:nvPr/>
            </p:nvSpPr>
            <p:spPr bwMode="auto">
              <a:xfrm>
                <a:off x="7177414"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1" name="Rectangle 48">
                <a:extLst>
                  <a:ext uri="{FF2B5EF4-FFF2-40B4-BE49-F238E27FC236}">
                    <a16:creationId xmlns:a16="http://schemas.microsoft.com/office/drawing/2014/main" id="{06184212-6301-4320-A25C-8350DB2579F9}"/>
                  </a:ext>
                </a:extLst>
              </p:cNvPr>
              <p:cNvSpPr>
                <a:spLocks noChangeArrowheads="1"/>
              </p:cNvSpPr>
              <p:nvPr/>
            </p:nvSpPr>
            <p:spPr bwMode="auto">
              <a:xfrm>
                <a:off x="7631676"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2" name="Rectangle 49">
                <a:extLst>
                  <a:ext uri="{FF2B5EF4-FFF2-40B4-BE49-F238E27FC236}">
                    <a16:creationId xmlns:a16="http://schemas.microsoft.com/office/drawing/2014/main" id="{D81215A9-8DA9-436E-BFD3-672FD476BE6C}"/>
                  </a:ext>
                </a:extLst>
              </p:cNvPr>
              <p:cNvSpPr>
                <a:spLocks noChangeArrowheads="1"/>
              </p:cNvSpPr>
              <p:nvPr/>
            </p:nvSpPr>
            <p:spPr bwMode="auto">
              <a:xfrm>
                <a:off x="8087109"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3" name="Rectangle 50">
                <a:extLst>
                  <a:ext uri="{FF2B5EF4-FFF2-40B4-BE49-F238E27FC236}">
                    <a16:creationId xmlns:a16="http://schemas.microsoft.com/office/drawing/2014/main" id="{7F4705F9-3317-4397-B01E-644775B19C65}"/>
                  </a:ext>
                </a:extLst>
              </p:cNvPr>
              <p:cNvSpPr>
                <a:spLocks noChangeArrowheads="1"/>
              </p:cNvSpPr>
              <p:nvPr/>
            </p:nvSpPr>
            <p:spPr bwMode="auto">
              <a:xfrm>
                <a:off x="8541372"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4" name="Rectangle 51">
                <a:extLst>
                  <a:ext uri="{FF2B5EF4-FFF2-40B4-BE49-F238E27FC236}">
                    <a16:creationId xmlns:a16="http://schemas.microsoft.com/office/drawing/2014/main" id="{2857C00E-FADC-42AA-AA16-38A83D5AF738}"/>
                  </a:ext>
                </a:extLst>
              </p:cNvPr>
              <p:cNvSpPr>
                <a:spLocks noChangeArrowheads="1"/>
              </p:cNvSpPr>
              <p:nvPr/>
            </p:nvSpPr>
            <p:spPr bwMode="auto">
              <a:xfrm>
                <a:off x="8996805"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5" name="Rectangle 52">
                <a:extLst>
                  <a:ext uri="{FF2B5EF4-FFF2-40B4-BE49-F238E27FC236}">
                    <a16:creationId xmlns:a16="http://schemas.microsoft.com/office/drawing/2014/main" id="{74EAC93D-EF3C-4092-B15E-15494A23FEB0}"/>
                  </a:ext>
                </a:extLst>
              </p:cNvPr>
              <p:cNvSpPr>
                <a:spLocks noChangeArrowheads="1"/>
              </p:cNvSpPr>
              <p:nvPr/>
            </p:nvSpPr>
            <p:spPr bwMode="auto">
              <a:xfrm>
                <a:off x="9451068"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6" name="Rectangle 53">
                <a:extLst>
                  <a:ext uri="{FF2B5EF4-FFF2-40B4-BE49-F238E27FC236}">
                    <a16:creationId xmlns:a16="http://schemas.microsoft.com/office/drawing/2014/main" id="{5D3EEE91-37CE-4F2F-905E-D7AFCC6E4567}"/>
                  </a:ext>
                </a:extLst>
              </p:cNvPr>
              <p:cNvSpPr>
                <a:spLocks noChangeArrowheads="1"/>
              </p:cNvSpPr>
              <p:nvPr/>
            </p:nvSpPr>
            <p:spPr bwMode="auto">
              <a:xfrm>
                <a:off x="9906501"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7" name="Rectangle 54">
                <a:extLst>
                  <a:ext uri="{FF2B5EF4-FFF2-40B4-BE49-F238E27FC236}">
                    <a16:creationId xmlns:a16="http://schemas.microsoft.com/office/drawing/2014/main" id="{368F77C6-C453-499B-8B47-39BE1A310EAA}"/>
                  </a:ext>
                </a:extLst>
              </p:cNvPr>
              <p:cNvSpPr>
                <a:spLocks noChangeArrowheads="1"/>
              </p:cNvSpPr>
              <p:nvPr/>
            </p:nvSpPr>
            <p:spPr bwMode="auto">
              <a:xfrm>
                <a:off x="10360763"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8" name="Rectangle 55">
                <a:extLst>
                  <a:ext uri="{FF2B5EF4-FFF2-40B4-BE49-F238E27FC236}">
                    <a16:creationId xmlns:a16="http://schemas.microsoft.com/office/drawing/2014/main" id="{4EB7C421-E508-4232-A011-40643DB79DC5}"/>
                  </a:ext>
                </a:extLst>
              </p:cNvPr>
              <p:cNvSpPr>
                <a:spLocks noChangeArrowheads="1"/>
              </p:cNvSpPr>
              <p:nvPr/>
            </p:nvSpPr>
            <p:spPr bwMode="auto">
              <a:xfrm>
                <a:off x="10816197"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9" name="Rectangle 56">
                <a:extLst>
                  <a:ext uri="{FF2B5EF4-FFF2-40B4-BE49-F238E27FC236}">
                    <a16:creationId xmlns:a16="http://schemas.microsoft.com/office/drawing/2014/main" id="{B7A7C2F9-930E-4B50-9AA3-47FE15F43A0D}"/>
                  </a:ext>
                </a:extLst>
              </p:cNvPr>
              <p:cNvSpPr>
                <a:spLocks noChangeArrowheads="1"/>
              </p:cNvSpPr>
              <p:nvPr/>
            </p:nvSpPr>
            <p:spPr bwMode="auto">
              <a:xfrm>
                <a:off x="1127046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0" name="Rectangle 57">
                <a:extLst>
                  <a:ext uri="{FF2B5EF4-FFF2-40B4-BE49-F238E27FC236}">
                    <a16:creationId xmlns:a16="http://schemas.microsoft.com/office/drawing/2014/main" id="{4ADCC0C0-6310-4ED1-A69B-CF3133EB5565}"/>
                  </a:ext>
                </a:extLst>
              </p:cNvPr>
              <p:cNvSpPr>
                <a:spLocks noChangeArrowheads="1"/>
              </p:cNvSpPr>
              <p:nvPr/>
            </p:nvSpPr>
            <p:spPr bwMode="auto">
              <a:xfrm>
                <a:off x="1172589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0" name="Group 19">
              <a:extLst>
                <a:ext uri="{FF2B5EF4-FFF2-40B4-BE49-F238E27FC236}">
                  <a16:creationId xmlns:a16="http://schemas.microsoft.com/office/drawing/2014/main" id="{8F8A1E95-3088-4CA0-BA17-9F2DBDABF9DB}"/>
                </a:ext>
              </a:extLst>
            </p:cNvPr>
            <p:cNvGrpSpPr/>
            <p:nvPr/>
          </p:nvGrpSpPr>
          <p:grpSpPr>
            <a:xfrm>
              <a:off x="354110" y="4376763"/>
              <a:ext cx="11480604" cy="109990"/>
              <a:chOff x="354110" y="4379678"/>
              <a:chExt cx="11480604" cy="109990"/>
            </a:xfrm>
            <a:grpFill/>
          </p:grpSpPr>
          <p:sp>
            <p:nvSpPr>
              <p:cNvPr id="129" name="Rectangle 59">
                <a:extLst>
                  <a:ext uri="{FF2B5EF4-FFF2-40B4-BE49-F238E27FC236}">
                    <a16:creationId xmlns:a16="http://schemas.microsoft.com/office/drawing/2014/main" id="{EFCB7559-FD17-472B-B7A1-3FFC63C8BCC3}"/>
                  </a:ext>
                </a:extLst>
              </p:cNvPr>
              <p:cNvSpPr>
                <a:spLocks noChangeArrowheads="1"/>
              </p:cNvSpPr>
              <p:nvPr/>
            </p:nvSpPr>
            <p:spPr bwMode="auto">
              <a:xfrm>
                <a:off x="35411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0" name="Rectangle 60">
                <a:extLst>
                  <a:ext uri="{FF2B5EF4-FFF2-40B4-BE49-F238E27FC236}">
                    <a16:creationId xmlns:a16="http://schemas.microsoft.com/office/drawing/2014/main" id="{2DA5B014-05A6-4DC4-A1AF-6B4B382336CC}"/>
                  </a:ext>
                </a:extLst>
              </p:cNvPr>
              <p:cNvSpPr>
                <a:spLocks noChangeArrowheads="1"/>
              </p:cNvSpPr>
              <p:nvPr/>
            </p:nvSpPr>
            <p:spPr bwMode="auto">
              <a:xfrm>
                <a:off x="80954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1" name="Rectangle 61">
                <a:extLst>
                  <a:ext uri="{FF2B5EF4-FFF2-40B4-BE49-F238E27FC236}">
                    <a16:creationId xmlns:a16="http://schemas.microsoft.com/office/drawing/2014/main" id="{FEA4E4F7-8218-4E7C-9E87-224A643273FF}"/>
                  </a:ext>
                </a:extLst>
              </p:cNvPr>
              <p:cNvSpPr>
                <a:spLocks noChangeArrowheads="1"/>
              </p:cNvSpPr>
              <p:nvPr/>
            </p:nvSpPr>
            <p:spPr bwMode="auto">
              <a:xfrm>
                <a:off x="1263805"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2" name="Rectangle 62">
                <a:extLst>
                  <a:ext uri="{FF2B5EF4-FFF2-40B4-BE49-F238E27FC236}">
                    <a16:creationId xmlns:a16="http://schemas.microsoft.com/office/drawing/2014/main" id="{A94D8FC5-1EBD-4EE3-98BE-790ADC20DBFF}"/>
                  </a:ext>
                </a:extLst>
              </p:cNvPr>
              <p:cNvSpPr>
                <a:spLocks noChangeArrowheads="1"/>
              </p:cNvSpPr>
              <p:nvPr/>
            </p:nvSpPr>
            <p:spPr bwMode="auto">
              <a:xfrm>
                <a:off x="1719239"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3" name="Rectangle 63">
                <a:extLst>
                  <a:ext uri="{FF2B5EF4-FFF2-40B4-BE49-F238E27FC236}">
                    <a16:creationId xmlns:a16="http://schemas.microsoft.com/office/drawing/2014/main" id="{30D19DB9-4852-4829-8388-B6807A0BF6DF}"/>
                  </a:ext>
                </a:extLst>
              </p:cNvPr>
              <p:cNvSpPr>
                <a:spLocks noChangeArrowheads="1"/>
              </p:cNvSpPr>
              <p:nvPr/>
            </p:nvSpPr>
            <p:spPr bwMode="auto">
              <a:xfrm>
                <a:off x="2173502"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4" name="Rectangle 64">
                <a:extLst>
                  <a:ext uri="{FF2B5EF4-FFF2-40B4-BE49-F238E27FC236}">
                    <a16:creationId xmlns:a16="http://schemas.microsoft.com/office/drawing/2014/main" id="{084DC439-7F3A-4989-96B7-B29D496E655F}"/>
                  </a:ext>
                </a:extLst>
              </p:cNvPr>
              <p:cNvSpPr>
                <a:spLocks noChangeArrowheads="1"/>
              </p:cNvSpPr>
              <p:nvPr/>
            </p:nvSpPr>
            <p:spPr bwMode="auto">
              <a:xfrm>
                <a:off x="2628934"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5" name="Rectangle 65">
                <a:extLst>
                  <a:ext uri="{FF2B5EF4-FFF2-40B4-BE49-F238E27FC236}">
                    <a16:creationId xmlns:a16="http://schemas.microsoft.com/office/drawing/2014/main" id="{35EB4226-F03D-4819-A4CC-D42233D58851}"/>
                  </a:ext>
                </a:extLst>
              </p:cNvPr>
              <p:cNvSpPr>
                <a:spLocks noChangeArrowheads="1"/>
              </p:cNvSpPr>
              <p:nvPr/>
            </p:nvSpPr>
            <p:spPr bwMode="auto">
              <a:xfrm>
                <a:off x="3083197"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6" name="Rectangle 66">
                <a:extLst>
                  <a:ext uri="{FF2B5EF4-FFF2-40B4-BE49-F238E27FC236}">
                    <a16:creationId xmlns:a16="http://schemas.microsoft.com/office/drawing/2014/main" id="{E00FCAAA-AC7E-4B03-AD5E-74ABD976422E}"/>
                  </a:ext>
                </a:extLst>
              </p:cNvPr>
              <p:cNvSpPr>
                <a:spLocks noChangeArrowheads="1"/>
              </p:cNvSpPr>
              <p:nvPr/>
            </p:nvSpPr>
            <p:spPr bwMode="auto">
              <a:xfrm>
                <a:off x="3538630"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7" name="Rectangle 67">
                <a:extLst>
                  <a:ext uri="{FF2B5EF4-FFF2-40B4-BE49-F238E27FC236}">
                    <a16:creationId xmlns:a16="http://schemas.microsoft.com/office/drawing/2014/main" id="{7D3AA8CA-C2E8-4862-8F87-EFAEFBCFF0CD}"/>
                  </a:ext>
                </a:extLst>
              </p:cNvPr>
              <p:cNvSpPr>
                <a:spLocks noChangeArrowheads="1"/>
              </p:cNvSpPr>
              <p:nvPr/>
            </p:nvSpPr>
            <p:spPr bwMode="auto">
              <a:xfrm>
                <a:off x="3992893"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8" name="Rectangle 68">
                <a:extLst>
                  <a:ext uri="{FF2B5EF4-FFF2-40B4-BE49-F238E27FC236}">
                    <a16:creationId xmlns:a16="http://schemas.microsoft.com/office/drawing/2014/main" id="{217BE0BD-ECA6-4A6D-9864-90AF19AF3022}"/>
                  </a:ext>
                </a:extLst>
              </p:cNvPr>
              <p:cNvSpPr>
                <a:spLocks noChangeArrowheads="1"/>
              </p:cNvSpPr>
              <p:nvPr/>
            </p:nvSpPr>
            <p:spPr bwMode="auto">
              <a:xfrm>
                <a:off x="4448326"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9" name="Rectangle 69">
                <a:extLst>
                  <a:ext uri="{FF2B5EF4-FFF2-40B4-BE49-F238E27FC236}">
                    <a16:creationId xmlns:a16="http://schemas.microsoft.com/office/drawing/2014/main" id="{4367775C-E241-437A-90EC-7A4D13D422E0}"/>
                  </a:ext>
                </a:extLst>
              </p:cNvPr>
              <p:cNvSpPr>
                <a:spLocks noChangeArrowheads="1"/>
              </p:cNvSpPr>
              <p:nvPr/>
            </p:nvSpPr>
            <p:spPr bwMode="auto">
              <a:xfrm>
                <a:off x="4902589"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0" name="Rectangle 70">
                <a:extLst>
                  <a:ext uri="{FF2B5EF4-FFF2-40B4-BE49-F238E27FC236}">
                    <a16:creationId xmlns:a16="http://schemas.microsoft.com/office/drawing/2014/main" id="{45804E6D-FE13-4F7A-A02C-81ED1ACEAFA0}"/>
                  </a:ext>
                </a:extLst>
              </p:cNvPr>
              <p:cNvSpPr>
                <a:spLocks noChangeArrowheads="1"/>
              </p:cNvSpPr>
              <p:nvPr/>
            </p:nvSpPr>
            <p:spPr bwMode="auto">
              <a:xfrm>
                <a:off x="535802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1" name="Rectangle 71">
                <a:extLst>
                  <a:ext uri="{FF2B5EF4-FFF2-40B4-BE49-F238E27FC236}">
                    <a16:creationId xmlns:a16="http://schemas.microsoft.com/office/drawing/2014/main" id="{A09F54AC-51E7-45A0-B639-BFEC5FE67CC8}"/>
                  </a:ext>
                </a:extLst>
              </p:cNvPr>
              <p:cNvSpPr>
                <a:spLocks noChangeArrowheads="1"/>
              </p:cNvSpPr>
              <p:nvPr/>
            </p:nvSpPr>
            <p:spPr bwMode="auto">
              <a:xfrm>
                <a:off x="5812285"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2" name="Rectangle 72">
                <a:extLst>
                  <a:ext uri="{FF2B5EF4-FFF2-40B4-BE49-F238E27FC236}">
                    <a16:creationId xmlns:a16="http://schemas.microsoft.com/office/drawing/2014/main" id="{CA60C1A9-4AD0-4191-96A2-CC1DD32F6F92}"/>
                  </a:ext>
                </a:extLst>
              </p:cNvPr>
              <p:cNvSpPr>
                <a:spLocks noChangeArrowheads="1"/>
              </p:cNvSpPr>
              <p:nvPr/>
            </p:nvSpPr>
            <p:spPr bwMode="auto">
              <a:xfrm>
                <a:off x="6267717"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3" name="Rectangle 73">
                <a:extLst>
                  <a:ext uri="{FF2B5EF4-FFF2-40B4-BE49-F238E27FC236}">
                    <a16:creationId xmlns:a16="http://schemas.microsoft.com/office/drawing/2014/main" id="{9A28ED63-9408-4F16-A85E-E76BA9F9AD02}"/>
                  </a:ext>
                </a:extLst>
              </p:cNvPr>
              <p:cNvSpPr>
                <a:spLocks noChangeArrowheads="1"/>
              </p:cNvSpPr>
              <p:nvPr/>
            </p:nvSpPr>
            <p:spPr bwMode="auto">
              <a:xfrm>
                <a:off x="672198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4" name="Rectangle 74">
                <a:extLst>
                  <a:ext uri="{FF2B5EF4-FFF2-40B4-BE49-F238E27FC236}">
                    <a16:creationId xmlns:a16="http://schemas.microsoft.com/office/drawing/2014/main" id="{8E63D1D1-CF92-468A-B012-24216CA08E04}"/>
                  </a:ext>
                </a:extLst>
              </p:cNvPr>
              <p:cNvSpPr>
                <a:spLocks noChangeArrowheads="1"/>
              </p:cNvSpPr>
              <p:nvPr/>
            </p:nvSpPr>
            <p:spPr bwMode="auto">
              <a:xfrm>
                <a:off x="7177414"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5" name="Rectangle 75">
                <a:extLst>
                  <a:ext uri="{FF2B5EF4-FFF2-40B4-BE49-F238E27FC236}">
                    <a16:creationId xmlns:a16="http://schemas.microsoft.com/office/drawing/2014/main" id="{8FC2CD59-128D-4D06-937E-4505D57D1983}"/>
                  </a:ext>
                </a:extLst>
              </p:cNvPr>
              <p:cNvSpPr>
                <a:spLocks noChangeArrowheads="1"/>
              </p:cNvSpPr>
              <p:nvPr/>
            </p:nvSpPr>
            <p:spPr bwMode="auto">
              <a:xfrm>
                <a:off x="7631676"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6" name="Rectangle 76">
                <a:extLst>
                  <a:ext uri="{FF2B5EF4-FFF2-40B4-BE49-F238E27FC236}">
                    <a16:creationId xmlns:a16="http://schemas.microsoft.com/office/drawing/2014/main" id="{B9A7B9E1-4CEE-41C8-A799-EE4B9AFCD04E}"/>
                  </a:ext>
                </a:extLst>
              </p:cNvPr>
              <p:cNvSpPr>
                <a:spLocks noChangeArrowheads="1"/>
              </p:cNvSpPr>
              <p:nvPr/>
            </p:nvSpPr>
            <p:spPr bwMode="auto">
              <a:xfrm>
                <a:off x="8087109"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7" name="Rectangle 77">
                <a:extLst>
                  <a:ext uri="{FF2B5EF4-FFF2-40B4-BE49-F238E27FC236}">
                    <a16:creationId xmlns:a16="http://schemas.microsoft.com/office/drawing/2014/main" id="{3C824F84-B682-4EA2-AFC1-D56DF71A0CD9}"/>
                  </a:ext>
                </a:extLst>
              </p:cNvPr>
              <p:cNvSpPr>
                <a:spLocks noChangeArrowheads="1"/>
              </p:cNvSpPr>
              <p:nvPr/>
            </p:nvSpPr>
            <p:spPr bwMode="auto">
              <a:xfrm>
                <a:off x="8541372"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8" name="Rectangle 78">
                <a:extLst>
                  <a:ext uri="{FF2B5EF4-FFF2-40B4-BE49-F238E27FC236}">
                    <a16:creationId xmlns:a16="http://schemas.microsoft.com/office/drawing/2014/main" id="{154DDE76-05F9-405C-86DB-477B87DBB847}"/>
                  </a:ext>
                </a:extLst>
              </p:cNvPr>
              <p:cNvSpPr>
                <a:spLocks noChangeArrowheads="1"/>
              </p:cNvSpPr>
              <p:nvPr/>
            </p:nvSpPr>
            <p:spPr bwMode="auto">
              <a:xfrm>
                <a:off x="8996805"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9" name="Rectangle 79">
                <a:extLst>
                  <a:ext uri="{FF2B5EF4-FFF2-40B4-BE49-F238E27FC236}">
                    <a16:creationId xmlns:a16="http://schemas.microsoft.com/office/drawing/2014/main" id="{28217A81-8951-475F-9F90-88B99F13D6E5}"/>
                  </a:ext>
                </a:extLst>
              </p:cNvPr>
              <p:cNvSpPr>
                <a:spLocks noChangeArrowheads="1"/>
              </p:cNvSpPr>
              <p:nvPr/>
            </p:nvSpPr>
            <p:spPr bwMode="auto">
              <a:xfrm>
                <a:off x="9451068"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0" name="Rectangle 80">
                <a:extLst>
                  <a:ext uri="{FF2B5EF4-FFF2-40B4-BE49-F238E27FC236}">
                    <a16:creationId xmlns:a16="http://schemas.microsoft.com/office/drawing/2014/main" id="{DD226742-8914-401E-8D78-93F56B2E4813}"/>
                  </a:ext>
                </a:extLst>
              </p:cNvPr>
              <p:cNvSpPr>
                <a:spLocks noChangeArrowheads="1"/>
              </p:cNvSpPr>
              <p:nvPr/>
            </p:nvSpPr>
            <p:spPr bwMode="auto">
              <a:xfrm>
                <a:off x="9906501"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1" name="Rectangle 81">
                <a:extLst>
                  <a:ext uri="{FF2B5EF4-FFF2-40B4-BE49-F238E27FC236}">
                    <a16:creationId xmlns:a16="http://schemas.microsoft.com/office/drawing/2014/main" id="{B0E1AE86-33D6-4D1D-BC23-EA8A4AF1CFD2}"/>
                  </a:ext>
                </a:extLst>
              </p:cNvPr>
              <p:cNvSpPr>
                <a:spLocks noChangeArrowheads="1"/>
              </p:cNvSpPr>
              <p:nvPr/>
            </p:nvSpPr>
            <p:spPr bwMode="auto">
              <a:xfrm>
                <a:off x="10360763"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2" name="Rectangle 82">
                <a:extLst>
                  <a:ext uri="{FF2B5EF4-FFF2-40B4-BE49-F238E27FC236}">
                    <a16:creationId xmlns:a16="http://schemas.microsoft.com/office/drawing/2014/main" id="{CCA69695-3790-4A9F-9CC1-5EBCB1C96DF5}"/>
                  </a:ext>
                </a:extLst>
              </p:cNvPr>
              <p:cNvSpPr>
                <a:spLocks noChangeArrowheads="1"/>
              </p:cNvSpPr>
              <p:nvPr/>
            </p:nvSpPr>
            <p:spPr bwMode="auto">
              <a:xfrm>
                <a:off x="10816197"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3" name="Rectangle 83">
                <a:extLst>
                  <a:ext uri="{FF2B5EF4-FFF2-40B4-BE49-F238E27FC236}">
                    <a16:creationId xmlns:a16="http://schemas.microsoft.com/office/drawing/2014/main" id="{E75DD56F-C446-4037-8A60-A6C1A44E8CF2}"/>
                  </a:ext>
                </a:extLst>
              </p:cNvPr>
              <p:cNvSpPr>
                <a:spLocks noChangeArrowheads="1"/>
              </p:cNvSpPr>
              <p:nvPr/>
            </p:nvSpPr>
            <p:spPr bwMode="auto">
              <a:xfrm>
                <a:off x="1127046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4" name="Rectangle 84">
                <a:extLst>
                  <a:ext uri="{FF2B5EF4-FFF2-40B4-BE49-F238E27FC236}">
                    <a16:creationId xmlns:a16="http://schemas.microsoft.com/office/drawing/2014/main" id="{3658AAE9-4C55-47F2-9C83-497627EC28DA}"/>
                  </a:ext>
                </a:extLst>
              </p:cNvPr>
              <p:cNvSpPr>
                <a:spLocks noChangeArrowheads="1"/>
              </p:cNvSpPr>
              <p:nvPr/>
            </p:nvSpPr>
            <p:spPr bwMode="auto">
              <a:xfrm>
                <a:off x="1172589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1" name="Group 20">
              <a:extLst>
                <a:ext uri="{FF2B5EF4-FFF2-40B4-BE49-F238E27FC236}">
                  <a16:creationId xmlns:a16="http://schemas.microsoft.com/office/drawing/2014/main" id="{909F6D0B-FF49-4CC2-90DB-BE84FEA93E9F}"/>
                </a:ext>
              </a:extLst>
            </p:cNvPr>
            <p:cNvGrpSpPr/>
            <p:nvPr/>
          </p:nvGrpSpPr>
          <p:grpSpPr>
            <a:xfrm>
              <a:off x="354110" y="4883475"/>
              <a:ext cx="11480604" cy="109990"/>
              <a:chOff x="354110" y="4888062"/>
              <a:chExt cx="11480604" cy="109990"/>
            </a:xfrm>
            <a:grpFill/>
          </p:grpSpPr>
          <p:sp>
            <p:nvSpPr>
              <p:cNvPr id="103" name="Rectangle 5">
                <a:extLst>
                  <a:ext uri="{FF2B5EF4-FFF2-40B4-BE49-F238E27FC236}">
                    <a16:creationId xmlns:a16="http://schemas.microsoft.com/office/drawing/2014/main" id="{5B16BA60-1923-4CB8-AC58-3FA97E97824E}"/>
                  </a:ext>
                </a:extLst>
              </p:cNvPr>
              <p:cNvSpPr>
                <a:spLocks noChangeArrowheads="1"/>
              </p:cNvSpPr>
              <p:nvPr/>
            </p:nvSpPr>
            <p:spPr bwMode="auto">
              <a:xfrm>
                <a:off x="35411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4" name="Rectangle 6">
                <a:extLst>
                  <a:ext uri="{FF2B5EF4-FFF2-40B4-BE49-F238E27FC236}">
                    <a16:creationId xmlns:a16="http://schemas.microsoft.com/office/drawing/2014/main" id="{5472B612-6D9A-49B7-A1A5-EF7EBDCE08E2}"/>
                  </a:ext>
                </a:extLst>
              </p:cNvPr>
              <p:cNvSpPr>
                <a:spLocks noChangeArrowheads="1"/>
              </p:cNvSpPr>
              <p:nvPr/>
            </p:nvSpPr>
            <p:spPr bwMode="auto">
              <a:xfrm>
                <a:off x="80954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5" name="Rectangle 7">
                <a:extLst>
                  <a:ext uri="{FF2B5EF4-FFF2-40B4-BE49-F238E27FC236}">
                    <a16:creationId xmlns:a16="http://schemas.microsoft.com/office/drawing/2014/main" id="{19A7F840-07E0-4852-B348-40D8EB614858}"/>
                  </a:ext>
                </a:extLst>
              </p:cNvPr>
              <p:cNvSpPr>
                <a:spLocks noChangeArrowheads="1"/>
              </p:cNvSpPr>
              <p:nvPr/>
            </p:nvSpPr>
            <p:spPr bwMode="auto">
              <a:xfrm>
                <a:off x="1263805"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6" name="Rectangle 8">
                <a:extLst>
                  <a:ext uri="{FF2B5EF4-FFF2-40B4-BE49-F238E27FC236}">
                    <a16:creationId xmlns:a16="http://schemas.microsoft.com/office/drawing/2014/main" id="{F501C6E7-9683-4F5F-ADB4-D120A8CE23AC}"/>
                  </a:ext>
                </a:extLst>
              </p:cNvPr>
              <p:cNvSpPr>
                <a:spLocks noChangeArrowheads="1"/>
              </p:cNvSpPr>
              <p:nvPr/>
            </p:nvSpPr>
            <p:spPr bwMode="auto">
              <a:xfrm>
                <a:off x="1719239"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7" name="Rectangle 9">
                <a:extLst>
                  <a:ext uri="{FF2B5EF4-FFF2-40B4-BE49-F238E27FC236}">
                    <a16:creationId xmlns:a16="http://schemas.microsoft.com/office/drawing/2014/main" id="{6B0B292A-E263-45E9-8363-AB5BA07DC7ED}"/>
                  </a:ext>
                </a:extLst>
              </p:cNvPr>
              <p:cNvSpPr>
                <a:spLocks noChangeArrowheads="1"/>
              </p:cNvSpPr>
              <p:nvPr/>
            </p:nvSpPr>
            <p:spPr bwMode="auto">
              <a:xfrm>
                <a:off x="2173502"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8" name="Rectangle 10">
                <a:extLst>
                  <a:ext uri="{FF2B5EF4-FFF2-40B4-BE49-F238E27FC236}">
                    <a16:creationId xmlns:a16="http://schemas.microsoft.com/office/drawing/2014/main" id="{F6D80E9D-A930-4211-B815-FA67CF10A554}"/>
                  </a:ext>
                </a:extLst>
              </p:cNvPr>
              <p:cNvSpPr>
                <a:spLocks noChangeArrowheads="1"/>
              </p:cNvSpPr>
              <p:nvPr/>
            </p:nvSpPr>
            <p:spPr bwMode="auto">
              <a:xfrm>
                <a:off x="2628934"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9" name="Rectangle 11">
                <a:extLst>
                  <a:ext uri="{FF2B5EF4-FFF2-40B4-BE49-F238E27FC236}">
                    <a16:creationId xmlns:a16="http://schemas.microsoft.com/office/drawing/2014/main" id="{75CB23DF-89C3-4513-88A0-E31FACFB7D19}"/>
                  </a:ext>
                </a:extLst>
              </p:cNvPr>
              <p:cNvSpPr>
                <a:spLocks noChangeArrowheads="1"/>
              </p:cNvSpPr>
              <p:nvPr/>
            </p:nvSpPr>
            <p:spPr bwMode="auto">
              <a:xfrm>
                <a:off x="3083197"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0" name="Rectangle 12">
                <a:extLst>
                  <a:ext uri="{FF2B5EF4-FFF2-40B4-BE49-F238E27FC236}">
                    <a16:creationId xmlns:a16="http://schemas.microsoft.com/office/drawing/2014/main" id="{792B94F3-12D9-42E8-91C9-DE5D158733B4}"/>
                  </a:ext>
                </a:extLst>
              </p:cNvPr>
              <p:cNvSpPr>
                <a:spLocks noChangeArrowheads="1"/>
              </p:cNvSpPr>
              <p:nvPr/>
            </p:nvSpPr>
            <p:spPr bwMode="auto">
              <a:xfrm>
                <a:off x="3538630"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1" name="Rectangle 13">
                <a:extLst>
                  <a:ext uri="{FF2B5EF4-FFF2-40B4-BE49-F238E27FC236}">
                    <a16:creationId xmlns:a16="http://schemas.microsoft.com/office/drawing/2014/main" id="{F5C29CE0-8ED9-4F8F-B865-6A66D95AA6F5}"/>
                  </a:ext>
                </a:extLst>
              </p:cNvPr>
              <p:cNvSpPr>
                <a:spLocks noChangeArrowheads="1"/>
              </p:cNvSpPr>
              <p:nvPr/>
            </p:nvSpPr>
            <p:spPr bwMode="auto">
              <a:xfrm>
                <a:off x="3992893"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2" name="Rectangle 14">
                <a:extLst>
                  <a:ext uri="{FF2B5EF4-FFF2-40B4-BE49-F238E27FC236}">
                    <a16:creationId xmlns:a16="http://schemas.microsoft.com/office/drawing/2014/main" id="{E1288316-CFF0-4D0C-A6EA-50B406EBF659}"/>
                  </a:ext>
                </a:extLst>
              </p:cNvPr>
              <p:cNvSpPr>
                <a:spLocks noChangeArrowheads="1"/>
              </p:cNvSpPr>
              <p:nvPr/>
            </p:nvSpPr>
            <p:spPr bwMode="auto">
              <a:xfrm>
                <a:off x="4448326"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3" name="Rectangle 15">
                <a:extLst>
                  <a:ext uri="{FF2B5EF4-FFF2-40B4-BE49-F238E27FC236}">
                    <a16:creationId xmlns:a16="http://schemas.microsoft.com/office/drawing/2014/main" id="{4BF70EA3-0A87-40BD-94BF-76AAEC816C87}"/>
                  </a:ext>
                </a:extLst>
              </p:cNvPr>
              <p:cNvSpPr>
                <a:spLocks noChangeArrowheads="1"/>
              </p:cNvSpPr>
              <p:nvPr/>
            </p:nvSpPr>
            <p:spPr bwMode="auto">
              <a:xfrm>
                <a:off x="4902589"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4" name="Rectangle 16">
                <a:extLst>
                  <a:ext uri="{FF2B5EF4-FFF2-40B4-BE49-F238E27FC236}">
                    <a16:creationId xmlns:a16="http://schemas.microsoft.com/office/drawing/2014/main" id="{8AC49DAE-1800-40B4-908D-DACDDBFF2135}"/>
                  </a:ext>
                </a:extLst>
              </p:cNvPr>
              <p:cNvSpPr>
                <a:spLocks noChangeArrowheads="1"/>
              </p:cNvSpPr>
              <p:nvPr/>
            </p:nvSpPr>
            <p:spPr bwMode="auto">
              <a:xfrm>
                <a:off x="535802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5" name="Rectangle 17">
                <a:extLst>
                  <a:ext uri="{FF2B5EF4-FFF2-40B4-BE49-F238E27FC236}">
                    <a16:creationId xmlns:a16="http://schemas.microsoft.com/office/drawing/2014/main" id="{236BF9F5-A935-4DA3-A4A9-52DD30165B37}"/>
                  </a:ext>
                </a:extLst>
              </p:cNvPr>
              <p:cNvSpPr>
                <a:spLocks noChangeArrowheads="1"/>
              </p:cNvSpPr>
              <p:nvPr/>
            </p:nvSpPr>
            <p:spPr bwMode="auto">
              <a:xfrm>
                <a:off x="5812285"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6" name="Rectangle 18">
                <a:extLst>
                  <a:ext uri="{FF2B5EF4-FFF2-40B4-BE49-F238E27FC236}">
                    <a16:creationId xmlns:a16="http://schemas.microsoft.com/office/drawing/2014/main" id="{97FE846A-6C60-49BD-8759-77095BC24777}"/>
                  </a:ext>
                </a:extLst>
              </p:cNvPr>
              <p:cNvSpPr>
                <a:spLocks noChangeArrowheads="1"/>
              </p:cNvSpPr>
              <p:nvPr/>
            </p:nvSpPr>
            <p:spPr bwMode="auto">
              <a:xfrm>
                <a:off x="6267717"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7" name="Rectangle 19">
                <a:extLst>
                  <a:ext uri="{FF2B5EF4-FFF2-40B4-BE49-F238E27FC236}">
                    <a16:creationId xmlns:a16="http://schemas.microsoft.com/office/drawing/2014/main" id="{FA924FA8-FE97-40A1-852B-77A498A7C449}"/>
                  </a:ext>
                </a:extLst>
              </p:cNvPr>
              <p:cNvSpPr>
                <a:spLocks noChangeArrowheads="1"/>
              </p:cNvSpPr>
              <p:nvPr/>
            </p:nvSpPr>
            <p:spPr bwMode="auto">
              <a:xfrm>
                <a:off x="672198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8" name="Rectangle 20">
                <a:extLst>
                  <a:ext uri="{FF2B5EF4-FFF2-40B4-BE49-F238E27FC236}">
                    <a16:creationId xmlns:a16="http://schemas.microsoft.com/office/drawing/2014/main" id="{3C593FAE-CE47-48A5-AC85-6174EAC0A21E}"/>
                  </a:ext>
                </a:extLst>
              </p:cNvPr>
              <p:cNvSpPr>
                <a:spLocks noChangeArrowheads="1"/>
              </p:cNvSpPr>
              <p:nvPr/>
            </p:nvSpPr>
            <p:spPr bwMode="auto">
              <a:xfrm>
                <a:off x="7177414"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9" name="Rectangle 21">
                <a:extLst>
                  <a:ext uri="{FF2B5EF4-FFF2-40B4-BE49-F238E27FC236}">
                    <a16:creationId xmlns:a16="http://schemas.microsoft.com/office/drawing/2014/main" id="{E2228A57-948E-4482-9E06-D9E725176DF9}"/>
                  </a:ext>
                </a:extLst>
              </p:cNvPr>
              <p:cNvSpPr>
                <a:spLocks noChangeArrowheads="1"/>
              </p:cNvSpPr>
              <p:nvPr/>
            </p:nvSpPr>
            <p:spPr bwMode="auto">
              <a:xfrm>
                <a:off x="7631676"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0" name="Rectangle 22">
                <a:extLst>
                  <a:ext uri="{FF2B5EF4-FFF2-40B4-BE49-F238E27FC236}">
                    <a16:creationId xmlns:a16="http://schemas.microsoft.com/office/drawing/2014/main" id="{1EF13CFA-22CA-4C10-BE90-D5CC115A891A}"/>
                  </a:ext>
                </a:extLst>
              </p:cNvPr>
              <p:cNvSpPr>
                <a:spLocks noChangeArrowheads="1"/>
              </p:cNvSpPr>
              <p:nvPr/>
            </p:nvSpPr>
            <p:spPr bwMode="auto">
              <a:xfrm>
                <a:off x="8087109"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1" name="Rectangle 23">
                <a:extLst>
                  <a:ext uri="{FF2B5EF4-FFF2-40B4-BE49-F238E27FC236}">
                    <a16:creationId xmlns:a16="http://schemas.microsoft.com/office/drawing/2014/main" id="{0E8E90A3-1641-4E9B-A194-D5F117F9AEF4}"/>
                  </a:ext>
                </a:extLst>
              </p:cNvPr>
              <p:cNvSpPr>
                <a:spLocks noChangeArrowheads="1"/>
              </p:cNvSpPr>
              <p:nvPr/>
            </p:nvSpPr>
            <p:spPr bwMode="auto">
              <a:xfrm>
                <a:off x="8541372"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2" name="Rectangle 24">
                <a:extLst>
                  <a:ext uri="{FF2B5EF4-FFF2-40B4-BE49-F238E27FC236}">
                    <a16:creationId xmlns:a16="http://schemas.microsoft.com/office/drawing/2014/main" id="{A68EDFEF-E0D3-402A-9521-3DF38E4B8F5F}"/>
                  </a:ext>
                </a:extLst>
              </p:cNvPr>
              <p:cNvSpPr>
                <a:spLocks noChangeArrowheads="1"/>
              </p:cNvSpPr>
              <p:nvPr/>
            </p:nvSpPr>
            <p:spPr bwMode="auto">
              <a:xfrm>
                <a:off x="8996805"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3" name="Rectangle 25">
                <a:extLst>
                  <a:ext uri="{FF2B5EF4-FFF2-40B4-BE49-F238E27FC236}">
                    <a16:creationId xmlns:a16="http://schemas.microsoft.com/office/drawing/2014/main" id="{CCF9D944-04E9-47A8-9177-AFC8A6780FC7}"/>
                  </a:ext>
                </a:extLst>
              </p:cNvPr>
              <p:cNvSpPr>
                <a:spLocks noChangeArrowheads="1"/>
              </p:cNvSpPr>
              <p:nvPr/>
            </p:nvSpPr>
            <p:spPr bwMode="auto">
              <a:xfrm>
                <a:off x="9451068"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4" name="Rectangle 26">
                <a:extLst>
                  <a:ext uri="{FF2B5EF4-FFF2-40B4-BE49-F238E27FC236}">
                    <a16:creationId xmlns:a16="http://schemas.microsoft.com/office/drawing/2014/main" id="{ABDECE26-FC06-416E-A783-A77B3FFA3AF7}"/>
                  </a:ext>
                </a:extLst>
              </p:cNvPr>
              <p:cNvSpPr>
                <a:spLocks noChangeArrowheads="1"/>
              </p:cNvSpPr>
              <p:nvPr/>
            </p:nvSpPr>
            <p:spPr bwMode="auto">
              <a:xfrm>
                <a:off x="9906501"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5" name="Rectangle 27">
                <a:extLst>
                  <a:ext uri="{FF2B5EF4-FFF2-40B4-BE49-F238E27FC236}">
                    <a16:creationId xmlns:a16="http://schemas.microsoft.com/office/drawing/2014/main" id="{1F81018F-D062-471E-8E4D-BF55555F50D6}"/>
                  </a:ext>
                </a:extLst>
              </p:cNvPr>
              <p:cNvSpPr>
                <a:spLocks noChangeArrowheads="1"/>
              </p:cNvSpPr>
              <p:nvPr/>
            </p:nvSpPr>
            <p:spPr bwMode="auto">
              <a:xfrm>
                <a:off x="10360763"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6" name="Rectangle 28">
                <a:extLst>
                  <a:ext uri="{FF2B5EF4-FFF2-40B4-BE49-F238E27FC236}">
                    <a16:creationId xmlns:a16="http://schemas.microsoft.com/office/drawing/2014/main" id="{75BC1DFB-E2E0-44A2-8449-1511B5F4C286}"/>
                  </a:ext>
                </a:extLst>
              </p:cNvPr>
              <p:cNvSpPr>
                <a:spLocks noChangeArrowheads="1"/>
              </p:cNvSpPr>
              <p:nvPr/>
            </p:nvSpPr>
            <p:spPr bwMode="auto">
              <a:xfrm>
                <a:off x="10816197"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7" name="Rectangle 29">
                <a:extLst>
                  <a:ext uri="{FF2B5EF4-FFF2-40B4-BE49-F238E27FC236}">
                    <a16:creationId xmlns:a16="http://schemas.microsoft.com/office/drawing/2014/main" id="{FE671700-5C5E-4E82-8FDC-49E44FF73998}"/>
                  </a:ext>
                </a:extLst>
              </p:cNvPr>
              <p:cNvSpPr>
                <a:spLocks noChangeArrowheads="1"/>
              </p:cNvSpPr>
              <p:nvPr/>
            </p:nvSpPr>
            <p:spPr bwMode="auto">
              <a:xfrm>
                <a:off x="1127046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8" name="Rectangle 30">
                <a:extLst>
                  <a:ext uri="{FF2B5EF4-FFF2-40B4-BE49-F238E27FC236}">
                    <a16:creationId xmlns:a16="http://schemas.microsoft.com/office/drawing/2014/main" id="{367003AF-BC87-4F81-81EB-3D09A24C9934}"/>
                  </a:ext>
                </a:extLst>
              </p:cNvPr>
              <p:cNvSpPr>
                <a:spLocks noChangeArrowheads="1"/>
              </p:cNvSpPr>
              <p:nvPr/>
            </p:nvSpPr>
            <p:spPr bwMode="auto">
              <a:xfrm>
                <a:off x="1172589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2" name="Group 21">
              <a:extLst>
                <a:ext uri="{FF2B5EF4-FFF2-40B4-BE49-F238E27FC236}">
                  <a16:creationId xmlns:a16="http://schemas.microsoft.com/office/drawing/2014/main" id="{5E7D7A4E-C314-4987-9657-060E28CAA6A0}"/>
                </a:ext>
              </a:extLst>
            </p:cNvPr>
            <p:cNvGrpSpPr/>
            <p:nvPr/>
          </p:nvGrpSpPr>
          <p:grpSpPr>
            <a:xfrm>
              <a:off x="354110" y="5390187"/>
              <a:ext cx="11480604" cy="108822"/>
              <a:chOff x="354110" y="5396454"/>
              <a:chExt cx="11480604" cy="108822"/>
            </a:xfrm>
            <a:grpFill/>
          </p:grpSpPr>
          <p:sp>
            <p:nvSpPr>
              <p:cNvPr id="77" name="Rectangle 32">
                <a:extLst>
                  <a:ext uri="{FF2B5EF4-FFF2-40B4-BE49-F238E27FC236}">
                    <a16:creationId xmlns:a16="http://schemas.microsoft.com/office/drawing/2014/main" id="{8E8A1AC8-CA63-4F37-A8CF-FF832D8BE474}"/>
                  </a:ext>
                </a:extLst>
              </p:cNvPr>
              <p:cNvSpPr>
                <a:spLocks noChangeArrowheads="1"/>
              </p:cNvSpPr>
              <p:nvPr/>
            </p:nvSpPr>
            <p:spPr bwMode="auto">
              <a:xfrm>
                <a:off x="35411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8" name="Rectangle 33">
                <a:extLst>
                  <a:ext uri="{FF2B5EF4-FFF2-40B4-BE49-F238E27FC236}">
                    <a16:creationId xmlns:a16="http://schemas.microsoft.com/office/drawing/2014/main" id="{628E2734-FDDB-44A3-9AF2-03978429626B}"/>
                  </a:ext>
                </a:extLst>
              </p:cNvPr>
              <p:cNvSpPr>
                <a:spLocks noChangeArrowheads="1"/>
              </p:cNvSpPr>
              <p:nvPr/>
            </p:nvSpPr>
            <p:spPr bwMode="auto">
              <a:xfrm>
                <a:off x="80954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9" name="Rectangle 34">
                <a:extLst>
                  <a:ext uri="{FF2B5EF4-FFF2-40B4-BE49-F238E27FC236}">
                    <a16:creationId xmlns:a16="http://schemas.microsoft.com/office/drawing/2014/main" id="{088CF2A2-82EB-4956-973F-6A38CD7EA059}"/>
                  </a:ext>
                </a:extLst>
              </p:cNvPr>
              <p:cNvSpPr>
                <a:spLocks noChangeArrowheads="1"/>
              </p:cNvSpPr>
              <p:nvPr/>
            </p:nvSpPr>
            <p:spPr bwMode="auto">
              <a:xfrm>
                <a:off x="1263805"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0" name="Rectangle 35">
                <a:extLst>
                  <a:ext uri="{FF2B5EF4-FFF2-40B4-BE49-F238E27FC236}">
                    <a16:creationId xmlns:a16="http://schemas.microsoft.com/office/drawing/2014/main" id="{C040EEA9-3095-4F30-8483-23F37448C258}"/>
                  </a:ext>
                </a:extLst>
              </p:cNvPr>
              <p:cNvSpPr>
                <a:spLocks noChangeArrowheads="1"/>
              </p:cNvSpPr>
              <p:nvPr/>
            </p:nvSpPr>
            <p:spPr bwMode="auto">
              <a:xfrm>
                <a:off x="1719239"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1" name="Rectangle 36">
                <a:extLst>
                  <a:ext uri="{FF2B5EF4-FFF2-40B4-BE49-F238E27FC236}">
                    <a16:creationId xmlns:a16="http://schemas.microsoft.com/office/drawing/2014/main" id="{749693CE-451B-4AFB-88A8-C12ED178EA24}"/>
                  </a:ext>
                </a:extLst>
              </p:cNvPr>
              <p:cNvSpPr>
                <a:spLocks noChangeArrowheads="1"/>
              </p:cNvSpPr>
              <p:nvPr/>
            </p:nvSpPr>
            <p:spPr bwMode="auto">
              <a:xfrm>
                <a:off x="2173502"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2" name="Rectangle 37">
                <a:extLst>
                  <a:ext uri="{FF2B5EF4-FFF2-40B4-BE49-F238E27FC236}">
                    <a16:creationId xmlns:a16="http://schemas.microsoft.com/office/drawing/2014/main" id="{30280489-C791-44E8-963D-1255607CDB5F}"/>
                  </a:ext>
                </a:extLst>
              </p:cNvPr>
              <p:cNvSpPr>
                <a:spLocks noChangeArrowheads="1"/>
              </p:cNvSpPr>
              <p:nvPr/>
            </p:nvSpPr>
            <p:spPr bwMode="auto">
              <a:xfrm>
                <a:off x="2628934"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3" name="Rectangle 38">
                <a:extLst>
                  <a:ext uri="{FF2B5EF4-FFF2-40B4-BE49-F238E27FC236}">
                    <a16:creationId xmlns:a16="http://schemas.microsoft.com/office/drawing/2014/main" id="{8CC74FC2-413D-4801-AE6D-107C3B112929}"/>
                  </a:ext>
                </a:extLst>
              </p:cNvPr>
              <p:cNvSpPr>
                <a:spLocks noChangeArrowheads="1"/>
              </p:cNvSpPr>
              <p:nvPr/>
            </p:nvSpPr>
            <p:spPr bwMode="auto">
              <a:xfrm>
                <a:off x="3083197"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4" name="Rectangle 39">
                <a:extLst>
                  <a:ext uri="{FF2B5EF4-FFF2-40B4-BE49-F238E27FC236}">
                    <a16:creationId xmlns:a16="http://schemas.microsoft.com/office/drawing/2014/main" id="{B285A8B1-8801-46CD-91B8-97CE12F31990}"/>
                  </a:ext>
                </a:extLst>
              </p:cNvPr>
              <p:cNvSpPr>
                <a:spLocks noChangeArrowheads="1"/>
              </p:cNvSpPr>
              <p:nvPr/>
            </p:nvSpPr>
            <p:spPr bwMode="auto">
              <a:xfrm>
                <a:off x="3538630"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5" name="Rectangle 40">
                <a:extLst>
                  <a:ext uri="{FF2B5EF4-FFF2-40B4-BE49-F238E27FC236}">
                    <a16:creationId xmlns:a16="http://schemas.microsoft.com/office/drawing/2014/main" id="{2DCB03A8-663D-4DCB-A3A5-59C55ED30496}"/>
                  </a:ext>
                </a:extLst>
              </p:cNvPr>
              <p:cNvSpPr>
                <a:spLocks noChangeArrowheads="1"/>
              </p:cNvSpPr>
              <p:nvPr/>
            </p:nvSpPr>
            <p:spPr bwMode="auto">
              <a:xfrm>
                <a:off x="3992893"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6" name="Rectangle 41">
                <a:extLst>
                  <a:ext uri="{FF2B5EF4-FFF2-40B4-BE49-F238E27FC236}">
                    <a16:creationId xmlns:a16="http://schemas.microsoft.com/office/drawing/2014/main" id="{5407D7A5-9403-4899-B30F-57F9270DFA23}"/>
                  </a:ext>
                </a:extLst>
              </p:cNvPr>
              <p:cNvSpPr>
                <a:spLocks noChangeArrowheads="1"/>
              </p:cNvSpPr>
              <p:nvPr/>
            </p:nvSpPr>
            <p:spPr bwMode="auto">
              <a:xfrm>
                <a:off x="4448326"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7" name="Rectangle 42">
                <a:extLst>
                  <a:ext uri="{FF2B5EF4-FFF2-40B4-BE49-F238E27FC236}">
                    <a16:creationId xmlns:a16="http://schemas.microsoft.com/office/drawing/2014/main" id="{A5A712A8-2D9C-4566-93D7-A554219464B6}"/>
                  </a:ext>
                </a:extLst>
              </p:cNvPr>
              <p:cNvSpPr>
                <a:spLocks noChangeArrowheads="1"/>
              </p:cNvSpPr>
              <p:nvPr/>
            </p:nvSpPr>
            <p:spPr bwMode="auto">
              <a:xfrm>
                <a:off x="4902589"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8" name="Rectangle 43">
                <a:extLst>
                  <a:ext uri="{FF2B5EF4-FFF2-40B4-BE49-F238E27FC236}">
                    <a16:creationId xmlns:a16="http://schemas.microsoft.com/office/drawing/2014/main" id="{4B61ED17-0B4A-42B3-B859-84E6FBD9F9B9}"/>
                  </a:ext>
                </a:extLst>
              </p:cNvPr>
              <p:cNvSpPr>
                <a:spLocks noChangeArrowheads="1"/>
              </p:cNvSpPr>
              <p:nvPr/>
            </p:nvSpPr>
            <p:spPr bwMode="auto">
              <a:xfrm>
                <a:off x="535802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9" name="Rectangle 44">
                <a:extLst>
                  <a:ext uri="{FF2B5EF4-FFF2-40B4-BE49-F238E27FC236}">
                    <a16:creationId xmlns:a16="http://schemas.microsoft.com/office/drawing/2014/main" id="{7FF71609-E043-4DD4-BBED-210943BF31DB}"/>
                  </a:ext>
                </a:extLst>
              </p:cNvPr>
              <p:cNvSpPr>
                <a:spLocks noChangeArrowheads="1"/>
              </p:cNvSpPr>
              <p:nvPr/>
            </p:nvSpPr>
            <p:spPr bwMode="auto">
              <a:xfrm>
                <a:off x="5812285"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0" name="Rectangle 45">
                <a:extLst>
                  <a:ext uri="{FF2B5EF4-FFF2-40B4-BE49-F238E27FC236}">
                    <a16:creationId xmlns:a16="http://schemas.microsoft.com/office/drawing/2014/main" id="{9107E37E-3623-4410-8CEA-DA33995A6AC6}"/>
                  </a:ext>
                </a:extLst>
              </p:cNvPr>
              <p:cNvSpPr>
                <a:spLocks noChangeArrowheads="1"/>
              </p:cNvSpPr>
              <p:nvPr/>
            </p:nvSpPr>
            <p:spPr bwMode="auto">
              <a:xfrm>
                <a:off x="6267717"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1" name="Rectangle 46">
                <a:extLst>
                  <a:ext uri="{FF2B5EF4-FFF2-40B4-BE49-F238E27FC236}">
                    <a16:creationId xmlns:a16="http://schemas.microsoft.com/office/drawing/2014/main" id="{B83800E2-BDEE-48AC-9D9F-0B03C123FB62}"/>
                  </a:ext>
                </a:extLst>
              </p:cNvPr>
              <p:cNvSpPr>
                <a:spLocks noChangeArrowheads="1"/>
              </p:cNvSpPr>
              <p:nvPr/>
            </p:nvSpPr>
            <p:spPr bwMode="auto">
              <a:xfrm>
                <a:off x="672198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2" name="Rectangle 47">
                <a:extLst>
                  <a:ext uri="{FF2B5EF4-FFF2-40B4-BE49-F238E27FC236}">
                    <a16:creationId xmlns:a16="http://schemas.microsoft.com/office/drawing/2014/main" id="{924E8ED7-0B54-488C-86FD-838BEC6C72BA}"/>
                  </a:ext>
                </a:extLst>
              </p:cNvPr>
              <p:cNvSpPr>
                <a:spLocks noChangeArrowheads="1"/>
              </p:cNvSpPr>
              <p:nvPr/>
            </p:nvSpPr>
            <p:spPr bwMode="auto">
              <a:xfrm>
                <a:off x="7177414"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3" name="Rectangle 48">
                <a:extLst>
                  <a:ext uri="{FF2B5EF4-FFF2-40B4-BE49-F238E27FC236}">
                    <a16:creationId xmlns:a16="http://schemas.microsoft.com/office/drawing/2014/main" id="{5E731C89-5DF4-4419-9A67-52BAEC37335F}"/>
                  </a:ext>
                </a:extLst>
              </p:cNvPr>
              <p:cNvSpPr>
                <a:spLocks noChangeArrowheads="1"/>
              </p:cNvSpPr>
              <p:nvPr/>
            </p:nvSpPr>
            <p:spPr bwMode="auto">
              <a:xfrm>
                <a:off x="7631676"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4" name="Rectangle 49">
                <a:extLst>
                  <a:ext uri="{FF2B5EF4-FFF2-40B4-BE49-F238E27FC236}">
                    <a16:creationId xmlns:a16="http://schemas.microsoft.com/office/drawing/2014/main" id="{D7B0E779-6D3D-4414-91BB-C1BBE6380DF5}"/>
                  </a:ext>
                </a:extLst>
              </p:cNvPr>
              <p:cNvSpPr>
                <a:spLocks noChangeArrowheads="1"/>
              </p:cNvSpPr>
              <p:nvPr/>
            </p:nvSpPr>
            <p:spPr bwMode="auto">
              <a:xfrm>
                <a:off x="8087109"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5" name="Rectangle 50">
                <a:extLst>
                  <a:ext uri="{FF2B5EF4-FFF2-40B4-BE49-F238E27FC236}">
                    <a16:creationId xmlns:a16="http://schemas.microsoft.com/office/drawing/2014/main" id="{E846AB63-6AAB-4E86-B4BA-7853BD602178}"/>
                  </a:ext>
                </a:extLst>
              </p:cNvPr>
              <p:cNvSpPr>
                <a:spLocks noChangeArrowheads="1"/>
              </p:cNvSpPr>
              <p:nvPr/>
            </p:nvSpPr>
            <p:spPr bwMode="auto">
              <a:xfrm>
                <a:off x="8541372"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6" name="Rectangle 51">
                <a:extLst>
                  <a:ext uri="{FF2B5EF4-FFF2-40B4-BE49-F238E27FC236}">
                    <a16:creationId xmlns:a16="http://schemas.microsoft.com/office/drawing/2014/main" id="{D05AC798-949B-4443-ADBB-917EF526FE1B}"/>
                  </a:ext>
                </a:extLst>
              </p:cNvPr>
              <p:cNvSpPr>
                <a:spLocks noChangeArrowheads="1"/>
              </p:cNvSpPr>
              <p:nvPr/>
            </p:nvSpPr>
            <p:spPr bwMode="auto">
              <a:xfrm>
                <a:off x="8996805"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7" name="Rectangle 52">
                <a:extLst>
                  <a:ext uri="{FF2B5EF4-FFF2-40B4-BE49-F238E27FC236}">
                    <a16:creationId xmlns:a16="http://schemas.microsoft.com/office/drawing/2014/main" id="{8B3E2107-60AF-4064-A551-A333E6249CE7}"/>
                  </a:ext>
                </a:extLst>
              </p:cNvPr>
              <p:cNvSpPr>
                <a:spLocks noChangeArrowheads="1"/>
              </p:cNvSpPr>
              <p:nvPr/>
            </p:nvSpPr>
            <p:spPr bwMode="auto">
              <a:xfrm>
                <a:off x="9451068"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8" name="Rectangle 53">
                <a:extLst>
                  <a:ext uri="{FF2B5EF4-FFF2-40B4-BE49-F238E27FC236}">
                    <a16:creationId xmlns:a16="http://schemas.microsoft.com/office/drawing/2014/main" id="{055FD3E8-A340-4393-92E1-4FD68288FDBC}"/>
                  </a:ext>
                </a:extLst>
              </p:cNvPr>
              <p:cNvSpPr>
                <a:spLocks noChangeArrowheads="1"/>
              </p:cNvSpPr>
              <p:nvPr/>
            </p:nvSpPr>
            <p:spPr bwMode="auto">
              <a:xfrm>
                <a:off x="9906501"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9" name="Rectangle 54">
                <a:extLst>
                  <a:ext uri="{FF2B5EF4-FFF2-40B4-BE49-F238E27FC236}">
                    <a16:creationId xmlns:a16="http://schemas.microsoft.com/office/drawing/2014/main" id="{C18C5E0E-D82C-4F82-A0E3-6BE9AAF75E27}"/>
                  </a:ext>
                </a:extLst>
              </p:cNvPr>
              <p:cNvSpPr>
                <a:spLocks noChangeArrowheads="1"/>
              </p:cNvSpPr>
              <p:nvPr/>
            </p:nvSpPr>
            <p:spPr bwMode="auto">
              <a:xfrm>
                <a:off x="10360763"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0" name="Rectangle 55">
                <a:extLst>
                  <a:ext uri="{FF2B5EF4-FFF2-40B4-BE49-F238E27FC236}">
                    <a16:creationId xmlns:a16="http://schemas.microsoft.com/office/drawing/2014/main" id="{677F5FC4-34F3-400A-9970-A7EA63DB4B53}"/>
                  </a:ext>
                </a:extLst>
              </p:cNvPr>
              <p:cNvSpPr>
                <a:spLocks noChangeArrowheads="1"/>
              </p:cNvSpPr>
              <p:nvPr/>
            </p:nvSpPr>
            <p:spPr bwMode="auto">
              <a:xfrm>
                <a:off x="10816197"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1" name="Rectangle 56">
                <a:extLst>
                  <a:ext uri="{FF2B5EF4-FFF2-40B4-BE49-F238E27FC236}">
                    <a16:creationId xmlns:a16="http://schemas.microsoft.com/office/drawing/2014/main" id="{2A4794CF-928E-4F8E-A532-7800E5996BB3}"/>
                  </a:ext>
                </a:extLst>
              </p:cNvPr>
              <p:cNvSpPr>
                <a:spLocks noChangeArrowheads="1"/>
              </p:cNvSpPr>
              <p:nvPr/>
            </p:nvSpPr>
            <p:spPr bwMode="auto">
              <a:xfrm>
                <a:off x="1127046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2" name="Rectangle 57">
                <a:extLst>
                  <a:ext uri="{FF2B5EF4-FFF2-40B4-BE49-F238E27FC236}">
                    <a16:creationId xmlns:a16="http://schemas.microsoft.com/office/drawing/2014/main" id="{E4F63079-D99A-4ECA-AE8B-8E93D4295604}"/>
                  </a:ext>
                </a:extLst>
              </p:cNvPr>
              <p:cNvSpPr>
                <a:spLocks noChangeArrowheads="1"/>
              </p:cNvSpPr>
              <p:nvPr/>
            </p:nvSpPr>
            <p:spPr bwMode="auto">
              <a:xfrm>
                <a:off x="1172589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3" name="Group 22">
              <a:extLst>
                <a:ext uri="{FF2B5EF4-FFF2-40B4-BE49-F238E27FC236}">
                  <a16:creationId xmlns:a16="http://schemas.microsoft.com/office/drawing/2014/main" id="{8F81BE07-E676-45EB-9AFA-7BF1FBB657A2}"/>
                </a:ext>
              </a:extLst>
            </p:cNvPr>
            <p:cNvGrpSpPr/>
            <p:nvPr/>
          </p:nvGrpSpPr>
          <p:grpSpPr>
            <a:xfrm>
              <a:off x="354110" y="5895731"/>
              <a:ext cx="11480604" cy="109990"/>
              <a:chOff x="354110" y="5903678"/>
              <a:chExt cx="11480604" cy="109990"/>
            </a:xfrm>
            <a:grpFill/>
          </p:grpSpPr>
          <p:sp>
            <p:nvSpPr>
              <p:cNvPr id="51" name="Rectangle 59">
                <a:extLst>
                  <a:ext uri="{FF2B5EF4-FFF2-40B4-BE49-F238E27FC236}">
                    <a16:creationId xmlns:a16="http://schemas.microsoft.com/office/drawing/2014/main" id="{90F41A19-F592-419E-BB70-0A26A5A2C993}"/>
                  </a:ext>
                </a:extLst>
              </p:cNvPr>
              <p:cNvSpPr>
                <a:spLocks noChangeArrowheads="1"/>
              </p:cNvSpPr>
              <p:nvPr/>
            </p:nvSpPr>
            <p:spPr bwMode="auto">
              <a:xfrm>
                <a:off x="35411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 name="Rectangle 60">
                <a:extLst>
                  <a:ext uri="{FF2B5EF4-FFF2-40B4-BE49-F238E27FC236}">
                    <a16:creationId xmlns:a16="http://schemas.microsoft.com/office/drawing/2014/main" id="{1469FDD4-E3FD-413E-AE75-22EE1F631B63}"/>
                  </a:ext>
                </a:extLst>
              </p:cNvPr>
              <p:cNvSpPr>
                <a:spLocks noChangeArrowheads="1"/>
              </p:cNvSpPr>
              <p:nvPr/>
            </p:nvSpPr>
            <p:spPr bwMode="auto">
              <a:xfrm>
                <a:off x="80954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 name="Rectangle 61">
                <a:extLst>
                  <a:ext uri="{FF2B5EF4-FFF2-40B4-BE49-F238E27FC236}">
                    <a16:creationId xmlns:a16="http://schemas.microsoft.com/office/drawing/2014/main" id="{FE475E5D-8646-4FC9-BFFB-619E2D0E25ED}"/>
                  </a:ext>
                </a:extLst>
              </p:cNvPr>
              <p:cNvSpPr>
                <a:spLocks noChangeArrowheads="1"/>
              </p:cNvSpPr>
              <p:nvPr/>
            </p:nvSpPr>
            <p:spPr bwMode="auto">
              <a:xfrm>
                <a:off x="126380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 name="Rectangle 62">
                <a:extLst>
                  <a:ext uri="{FF2B5EF4-FFF2-40B4-BE49-F238E27FC236}">
                    <a16:creationId xmlns:a16="http://schemas.microsoft.com/office/drawing/2014/main" id="{3D36A72E-C554-4C3C-9B1B-6CB10E5F62BE}"/>
                  </a:ext>
                </a:extLst>
              </p:cNvPr>
              <p:cNvSpPr>
                <a:spLocks noChangeArrowheads="1"/>
              </p:cNvSpPr>
              <p:nvPr/>
            </p:nvSpPr>
            <p:spPr bwMode="auto">
              <a:xfrm>
                <a:off x="171923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 name="Rectangle 63">
                <a:extLst>
                  <a:ext uri="{FF2B5EF4-FFF2-40B4-BE49-F238E27FC236}">
                    <a16:creationId xmlns:a16="http://schemas.microsoft.com/office/drawing/2014/main" id="{7A4E6F93-4FD1-43BD-92BD-564F60D0B6DD}"/>
                  </a:ext>
                </a:extLst>
              </p:cNvPr>
              <p:cNvSpPr>
                <a:spLocks noChangeArrowheads="1"/>
              </p:cNvSpPr>
              <p:nvPr/>
            </p:nvSpPr>
            <p:spPr bwMode="auto">
              <a:xfrm>
                <a:off x="217350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 name="Rectangle 64">
                <a:extLst>
                  <a:ext uri="{FF2B5EF4-FFF2-40B4-BE49-F238E27FC236}">
                    <a16:creationId xmlns:a16="http://schemas.microsoft.com/office/drawing/2014/main" id="{91390BA3-956A-4FEA-961B-6154DE6FB764}"/>
                  </a:ext>
                </a:extLst>
              </p:cNvPr>
              <p:cNvSpPr>
                <a:spLocks noChangeArrowheads="1"/>
              </p:cNvSpPr>
              <p:nvPr/>
            </p:nvSpPr>
            <p:spPr bwMode="auto">
              <a:xfrm>
                <a:off x="262893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 name="Rectangle 65">
                <a:extLst>
                  <a:ext uri="{FF2B5EF4-FFF2-40B4-BE49-F238E27FC236}">
                    <a16:creationId xmlns:a16="http://schemas.microsoft.com/office/drawing/2014/main" id="{3BDA4482-76BD-4B95-9A99-C9D97E68F675}"/>
                  </a:ext>
                </a:extLst>
              </p:cNvPr>
              <p:cNvSpPr>
                <a:spLocks noChangeArrowheads="1"/>
              </p:cNvSpPr>
              <p:nvPr/>
            </p:nvSpPr>
            <p:spPr bwMode="auto">
              <a:xfrm>
                <a:off x="3083197"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 name="Rectangle 66">
                <a:extLst>
                  <a:ext uri="{FF2B5EF4-FFF2-40B4-BE49-F238E27FC236}">
                    <a16:creationId xmlns:a16="http://schemas.microsoft.com/office/drawing/2014/main" id="{7C89DCF1-7783-4715-A5F6-F69C325A84FE}"/>
                  </a:ext>
                </a:extLst>
              </p:cNvPr>
              <p:cNvSpPr>
                <a:spLocks noChangeArrowheads="1"/>
              </p:cNvSpPr>
              <p:nvPr/>
            </p:nvSpPr>
            <p:spPr bwMode="auto">
              <a:xfrm>
                <a:off x="3538630"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 name="Rectangle 67">
                <a:extLst>
                  <a:ext uri="{FF2B5EF4-FFF2-40B4-BE49-F238E27FC236}">
                    <a16:creationId xmlns:a16="http://schemas.microsoft.com/office/drawing/2014/main" id="{C358A697-8E33-4B4A-8E88-7C19923AD434}"/>
                  </a:ext>
                </a:extLst>
              </p:cNvPr>
              <p:cNvSpPr>
                <a:spLocks noChangeArrowheads="1"/>
              </p:cNvSpPr>
              <p:nvPr/>
            </p:nvSpPr>
            <p:spPr bwMode="auto">
              <a:xfrm>
                <a:off x="399289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 name="Rectangle 68">
                <a:extLst>
                  <a:ext uri="{FF2B5EF4-FFF2-40B4-BE49-F238E27FC236}">
                    <a16:creationId xmlns:a16="http://schemas.microsoft.com/office/drawing/2014/main" id="{8716A687-A14A-4B91-AB47-EC1722AF30AA}"/>
                  </a:ext>
                </a:extLst>
              </p:cNvPr>
              <p:cNvSpPr>
                <a:spLocks noChangeArrowheads="1"/>
              </p:cNvSpPr>
              <p:nvPr/>
            </p:nvSpPr>
            <p:spPr bwMode="auto">
              <a:xfrm>
                <a:off x="4448326"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 name="Rectangle 69">
                <a:extLst>
                  <a:ext uri="{FF2B5EF4-FFF2-40B4-BE49-F238E27FC236}">
                    <a16:creationId xmlns:a16="http://schemas.microsoft.com/office/drawing/2014/main" id="{3597BC4D-A8AB-476D-A463-DDA92D6194C6}"/>
                  </a:ext>
                </a:extLst>
              </p:cNvPr>
              <p:cNvSpPr>
                <a:spLocks noChangeArrowheads="1"/>
              </p:cNvSpPr>
              <p:nvPr/>
            </p:nvSpPr>
            <p:spPr bwMode="auto">
              <a:xfrm>
                <a:off x="4902589"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 name="Rectangle 70">
                <a:extLst>
                  <a:ext uri="{FF2B5EF4-FFF2-40B4-BE49-F238E27FC236}">
                    <a16:creationId xmlns:a16="http://schemas.microsoft.com/office/drawing/2014/main" id="{3D5FE933-374E-4D22-95B5-F8B154CFC294}"/>
                  </a:ext>
                </a:extLst>
              </p:cNvPr>
              <p:cNvSpPr>
                <a:spLocks noChangeArrowheads="1"/>
              </p:cNvSpPr>
              <p:nvPr/>
            </p:nvSpPr>
            <p:spPr bwMode="auto">
              <a:xfrm>
                <a:off x="535802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 name="Rectangle 71">
                <a:extLst>
                  <a:ext uri="{FF2B5EF4-FFF2-40B4-BE49-F238E27FC236}">
                    <a16:creationId xmlns:a16="http://schemas.microsoft.com/office/drawing/2014/main" id="{4DA4C424-BC57-46B1-8A19-98F4A1F4BC56}"/>
                  </a:ext>
                </a:extLst>
              </p:cNvPr>
              <p:cNvSpPr>
                <a:spLocks noChangeArrowheads="1"/>
              </p:cNvSpPr>
              <p:nvPr/>
            </p:nvSpPr>
            <p:spPr bwMode="auto">
              <a:xfrm>
                <a:off x="581228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 name="Rectangle 72">
                <a:extLst>
                  <a:ext uri="{FF2B5EF4-FFF2-40B4-BE49-F238E27FC236}">
                    <a16:creationId xmlns:a16="http://schemas.microsoft.com/office/drawing/2014/main" id="{8072EEA5-91EE-47E9-9C82-96966E37CB87}"/>
                  </a:ext>
                </a:extLst>
              </p:cNvPr>
              <p:cNvSpPr>
                <a:spLocks noChangeArrowheads="1"/>
              </p:cNvSpPr>
              <p:nvPr/>
            </p:nvSpPr>
            <p:spPr bwMode="auto">
              <a:xfrm>
                <a:off x="626771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 name="Rectangle 73">
                <a:extLst>
                  <a:ext uri="{FF2B5EF4-FFF2-40B4-BE49-F238E27FC236}">
                    <a16:creationId xmlns:a16="http://schemas.microsoft.com/office/drawing/2014/main" id="{D2366CD8-B517-40C0-8E52-217CE8F16474}"/>
                  </a:ext>
                </a:extLst>
              </p:cNvPr>
              <p:cNvSpPr>
                <a:spLocks noChangeArrowheads="1"/>
              </p:cNvSpPr>
              <p:nvPr/>
            </p:nvSpPr>
            <p:spPr bwMode="auto">
              <a:xfrm>
                <a:off x="672198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 name="Rectangle 74">
                <a:extLst>
                  <a:ext uri="{FF2B5EF4-FFF2-40B4-BE49-F238E27FC236}">
                    <a16:creationId xmlns:a16="http://schemas.microsoft.com/office/drawing/2014/main" id="{2739573F-C01A-4A42-BDB4-F8717CD6555C}"/>
                  </a:ext>
                </a:extLst>
              </p:cNvPr>
              <p:cNvSpPr>
                <a:spLocks noChangeArrowheads="1"/>
              </p:cNvSpPr>
              <p:nvPr/>
            </p:nvSpPr>
            <p:spPr bwMode="auto">
              <a:xfrm>
                <a:off x="717741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 name="Rectangle 75">
                <a:extLst>
                  <a:ext uri="{FF2B5EF4-FFF2-40B4-BE49-F238E27FC236}">
                    <a16:creationId xmlns:a16="http://schemas.microsoft.com/office/drawing/2014/main" id="{94A56444-668B-41B0-8986-65EB2B4A3200}"/>
                  </a:ext>
                </a:extLst>
              </p:cNvPr>
              <p:cNvSpPr>
                <a:spLocks noChangeArrowheads="1"/>
              </p:cNvSpPr>
              <p:nvPr/>
            </p:nvSpPr>
            <p:spPr bwMode="auto">
              <a:xfrm>
                <a:off x="7631676"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 name="Rectangle 76">
                <a:extLst>
                  <a:ext uri="{FF2B5EF4-FFF2-40B4-BE49-F238E27FC236}">
                    <a16:creationId xmlns:a16="http://schemas.microsoft.com/office/drawing/2014/main" id="{B2CFF404-368E-4A76-A2CA-471611869B48}"/>
                  </a:ext>
                </a:extLst>
              </p:cNvPr>
              <p:cNvSpPr>
                <a:spLocks noChangeArrowheads="1"/>
              </p:cNvSpPr>
              <p:nvPr/>
            </p:nvSpPr>
            <p:spPr bwMode="auto">
              <a:xfrm>
                <a:off x="808710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 name="Rectangle 77">
                <a:extLst>
                  <a:ext uri="{FF2B5EF4-FFF2-40B4-BE49-F238E27FC236}">
                    <a16:creationId xmlns:a16="http://schemas.microsoft.com/office/drawing/2014/main" id="{3B1857CC-9DC7-43E3-98B6-0DCBB2DC18B3}"/>
                  </a:ext>
                </a:extLst>
              </p:cNvPr>
              <p:cNvSpPr>
                <a:spLocks noChangeArrowheads="1"/>
              </p:cNvSpPr>
              <p:nvPr/>
            </p:nvSpPr>
            <p:spPr bwMode="auto">
              <a:xfrm>
                <a:off x="854137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 name="Rectangle 78">
                <a:extLst>
                  <a:ext uri="{FF2B5EF4-FFF2-40B4-BE49-F238E27FC236}">
                    <a16:creationId xmlns:a16="http://schemas.microsoft.com/office/drawing/2014/main" id="{13C3C468-F3E2-4B75-BB66-184F85DD01B0}"/>
                  </a:ext>
                </a:extLst>
              </p:cNvPr>
              <p:cNvSpPr>
                <a:spLocks noChangeArrowheads="1"/>
              </p:cNvSpPr>
              <p:nvPr/>
            </p:nvSpPr>
            <p:spPr bwMode="auto">
              <a:xfrm>
                <a:off x="8996805"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 name="Rectangle 79">
                <a:extLst>
                  <a:ext uri="{FF2B5EF4-FFF2-40B4-BE49-F238E27FC236}">
                    <a16:creationId xmlns:a16="http://schemas.microsoft.com/office/drawing/2014/main" id="{1A0E9336-6E7F-4174-BB8B-7B675743AA41}"/>
                  </a:ext>
                </a:extLst>
              </p:cNvPr>
              <p:cNvSpPr>
                <a:spLocks noChangeArrowheads="1"/>
              </p:cNvSpPr>
              <p:nvPr/>
            </p:nvSpPr>
            <p:spPr bwMode="auto">
              <a:xfrm>
                <a:off x="9451068"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 name="Rectangle 80">
                <a:extLst>
                  <a:ext uri="{FF2B5EF4-FFF2-40B4-BE49-F238E27FC236}">
                    <a16:creationId xmlns:a16="http://schemas.microsoft.com/office/drawing/2014/main" id="{1AB6293C-8454-4149-8126-EFE23BCE434D}"/>
                  </a:ext>
                </a:extLst>
              </p:cNvPr>
              <p:cNvSpPr>
                <a:spLocks noChangeArrowheads="1"/>
              </p:cNvSpPr>
              <p:nvPr/>
            </p:nvSpPr>
            <p:spPr bwMode="auto">
              <a:xfrm>
                <a:off x="9906501"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 name="Rectangle 81">
                <a:extLst>
                  <a:ext uri="{FF2B5EF4-FFF2-40B4-BE49-F238E27FC236}">
                    <a16:creationId xmlns:a16="http://schemas.microsoft.com/office/drawing/2014/main" id="{BAE4953B-46B2-4552-8D6A-C67D4FCB3D6C}"/>
                  </a:ext>
                </a:extLst>
              </p:cNvPr>
              <p:cNvSpPr>
                <a:spLocks noChangeArrowheads="1"/>
              </p:cNvSpPr>
              <p:nvPr/>
            </p:nvSpPr>
            <p:spPr bwMode="auto">
              <a:xfrm>
                <a:off x="1036076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 name="Rectangle 82">
                <a:extLst>
                  <a:ext uri="{FF2B5EF4-FFF2-40B4-BE49-F238E27FC236}">
                    <a16:creationId xmlns:a16="http://schemas.microsoft.com/office/drawing/2014/main" id="{40C5CC0E-449E-4E60-822F-5A4AB69E541C}"/>
                  </a:ext>
                </a:extLst>
              </p:cNvPr>
              <p:cNvSpPr>
                <a:spLocks noChangeArrowheads="1"/>
              </p:cNvSpPr>
              <p:nvPr/>
            </p:nvSpPr>
            <p:spPr bwMode="auto">
              <a:xfrm>
                <a:off x="1081619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 name="Rectangle 83">
                <a:extLst>
                  <a:ext uri="{FF2B5EF4-FFF2-40B4-BE49-F238E27FC236}">
                    <a16:creationId xmlns:a16="http://schemas.microsoft.com/office/drawing/2014/main" id="{B2688373-3DD7-4956-8759-7CB2AF735B51}"/>
                  </a:ext>
                </a:extLst>
              </p:cNvPr>
              <p:cNvSpPr>
                <a:spLocks noChangeArrowheads="1"/>
              </p:cNvSpPr>
              <p:nvPr/>
            </p:nvSpPr>
            <p:spPr bwMode="auto">
              <a:xfrm>
                <a:off x="1127046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 name="Rectangle 84">
                <a:extLst>
                  <a:ext uri="{FF2B5EF4-FFF2-40B4-BE49-F238E27FC236}">
                    <a16:creationId xmlns:a16="http://schemas.microsoft.com/office/drawing/2014/main" id="{50B8E454-F10F-456B-81ED-301B191CA48D}"/>
                  </a:ext>
                </a:extLst>
              </p:cNvPr>
              <p:cNvSpPr>
                <a:spLocks noChangeArrowheads="1"/>
              </p:cNvSpPr>
              <p:nvPr/>
            </p:nvSpPr>
            <p:spPr bwMode="auto">
              <a:xfrm>
                <a:off x="1172589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4" name="Group 23">
              <a:extLst>
                <a:ext uri="{FF2B5EF4-FFF2-40B4-BE49-F238E27FC236}">
                  <a16:creationId xmlns:a16="http://schemas.microsoft.com/office/drawing/2014/main" id="{960ABA5C-8D36-4AAD-9494-669B8A3E9E86}"/>
                </a:ext>
              </a:extLst>
            </p:cNvPr>
            <p:cNvGrpSpPr/>
            <p:nvPr/>
          </p:nvGrpSpPr>
          <p:grpSpPr>
            <a:xfrm>
              <a:off x="354110" y="6402442"/>
              <a:ext cx="11480604" cy="109990"/>
              <a:chOff x="354110" y="5903678"/>
              <a:chExt cx="11480604" cy="109990"/>
            </a:xfrm>
            <a:grpFill/>
          </p:grpSpPr>
          <p:sp>
            <p:nvSpPr>
              <p:cNvPr id="25" name="Rectangle 59">
                <a:extLst>
                  <a:ext uri="{FF2B5EF4-FFF2-40B4-BE49-F238E27FC236}">
                    <a16:creationId xmlns:a16="http://schemas.microsoft.com/office/drawing/2014/main" id="{9006E5F9-87EA-4BFF-AC26-08D7B4E65589}"/>
                  </a:ext>
                </a:extLst>
              </p:cNvPr>
              <p:cNvSpPr>
                <a:spLocks noChangeArrowheads="1"/>
              </p:cNvSpPr>
              <p:nvPr/>
            </p:nvSpPr>
            <p:spPr bwMode="auto">
              <a:xfrm>
                <a:off x="35411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 name="Rectangle 60">
                <a:extLst>
                  <a:ext uri="{FF2B5EF4-FFF2-40B4-BE49-F238E27FC236}">
                    <a16:creationId xmlns:a16="http://schemas.microsoft.com/office/drawing/2014/main" id="{40F26277-619B-41A3-9D5F-A02E6914E16A}"/>
                  </a:ext>
                </a:extLst>
              </p:cNvPr>
              <p:cNvSpPr>
                <a:spLocks noChangeArrowheads="1"/>
              </p:cNvSpPr>
              <p:nvPr/>
            </p:nvSpPr>
            <p:spPr bwMode="auto">
              <a:xfrm>
                <a:off x="80954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 name="Rectangle 61">
                <a:extLst>
                  <a:ext uri="{FF2B5EF4-FFF2-40B4-BE49-F238E27FC236}">
                    <a16:creationId xmlns:a16="http://schemas.microsoft.com/office/drawing/2014/main" id="{23DB5C85-827B-49AF-BC96-24E7ABDAD9B3}"/>
                  </a:ext>
                </a:extLst>
              </p:cNvPr>
              <p:cNvSpPr>
                <a:spLocks noChangeArrowheads="1"/>
              </p:cNvSpPr>
              <p:nvPr/>
            </p:nvSpPr>
            <p:spPr bwMode="auto">
              <a:xfrm>
                <a:off x="126380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 name="Rectangle 62">
                <a:extLst>
                  <a:ext uri="{FF2B5EF4-FFF2-40B4-BE49-F238E27FC236}">
                    <a16:creationId xmlns:a16="http://schemas.microsoft.com/office/drawing/2014/main" id="{847A0A99-2056-4E0E-8A5A-2CBCA33AFFD3}"/>
                  </a:ext>
                </a:extLst>
              </p:cNvPr>
              <p:cNvSpPr>
                <a:spLocks noChangeArrowheads="1"/>
              </p:cNvSpPr>
              <p:nvPr/>
            </p:nvSpPr>
            <p:spPr bwMode="auto">
              <a:xfrm>
                <a:off x="171923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 name="Rectangle 63">
                <a:extLst>
                  <a:ext uri="{FF2B5EF4-FFF2-40B4-BE49-F238E27FC236}">
                    <a16:creationId xmlns:a16="http://schemas.microsoft.com/office/drawing/2014/main" id="{5474EE8D-D88A-47FF-9107-09082030E050}"/>
                  </a:ext>
                </a:extLst>
              </p:cNvPr>
              <p:cNvSpPr>
                <a:spLocks noChangeArrowheads="1"/>
              </p:cNvSpPr>
              <p:nvPr/>
            </p:nvSpPr>
            <p:spPr bwMode="auto">
              <a:xfrm>
                <a:off x="217350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 name="Rectangle 64">
                <a:extLst>
                  <a:ext uri="{FF2B5EF4-FFF2-40B4-BE49-F238E27FC236}">
                    <a16:creationId xmlns:a16="http://schemas.microsoft.com/office/drawing/2014/main" id="{0EC4B1DB-FB22-4303-B2D7-5E60C557A837}"/>
                  </a:ext>
                </a:extLst>
              </p:cNvPr>
              <p:cNvSpPr>
                <a:spLocks noChangeArrowheads="1"/>
              </p:cNvSpPr>
              <p:nvPr/>
            </p:nvSpPr>
            <p:spPr bwMode="auto">
              <a:xfrm>
                <a:off x="262893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 name="Rectangle 65">
                <a:extLst>
                  <a:ext uri="{FF2B5EF4-FFF2-40B4-BE49-F238E27FC236}">
                    <a16:creationId xmlns:a16="http://schemas.microsoft.com/office/drawing/2014/main" id="{B5127279-9249-47F2-8A42-1F7F68517E9D}"/>
                  </a:ext>
                </a:extLst>
              </p:cNvPr>
              <p:cNvSpPr>
                <a:spLocks noChangeArrowheads="1"/>
              </p:cNvSpPr>
              <p:nvPr/>
            </p:nvSpPr>
            <p:spPr bwMode="auto">
              <a:xfrm>
                <a:off x="3083197"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 name="Rectangle 66">
                <a:extLst>
                  <a:ext uri="{FF2B5EF4-FFF2-40B4-BE49-F238E27FC236}">
                    <a16:creationId xmlns:a16="http://schemas.microsoft.com/office/drawing/2014/main" id="{4BE3E747-CD2D-4EA9-8A1C-AFC94F640398}"/>
                  </a:ext>
                </a:extLst>
              </p:cNvPr>
              <p:cNvSpPr>
                <a:spLocks noChangeArrowheads="1"/>
              </p:cNvSpPr>
              <p:nvPr/>
            </p:nvSpPr>
            <p:spPr bwMode="auto">
              <a:xfrm>
                <a:off x="3538630"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 name="Rectangle 67">
                <a:extLst>
                  <a:ext uri="{FF2B5EF4-FFF2-40B4-BE49-F238E27FC236}">
                    <a16:creationId xmlns:a16="http://schemas.microsoft.com/office/drawing/2014/main" id="{844450CC-44D2-4CFB-9D82-BA80F0CA0E8F}"/>
                  </a:ext>
                </a:extLst>
              </p:cNvPr>
              <p:cNvSpPr>
                <a:spLocks noChangeArrowheads="1"/>
              </p:cNvSpPr>
              <p:nvPr/>
            </p:nvSpPr>
            <p:spPr bwMode="auto">
              <a:xfrm>
                <a:off x="399289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 name="Rectangle 68">
                <a:extLst>
                  <a:ext uri="{FF2B5EF4-FFF2-40B4-BE49-F238E27FC236}">
                    <a16:creationId xmlns:a16="http://schemas.microsoft.com/office/drawing/2014/main" id="{56C9C6B8-074B-4807-A953-D5D69AEE2FA6}"/>
                  </a:ext>
                </a:extLst>
              </p:cNvPr>
              <p:cNvSpPr>
                <a:spLocks noChangeArrowheads="1"/>
              </p:cNvSpPr>
              <p:nvPr/>
            </p:nvSpPr>
            <p:spPr bwMode="auto">
              <a:xfrm>
                <a:off x="4448326"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 name="Rectangle 69">
                <a:extLst>
                  <a:ext uri="{FF2B5EF4-FFF2-40B4-BE49-F238E27FC236}">
                    <a16:creationId xmlns:a16="http://schemas.microsoft.com/office/drawing/2014/main" id="{55A940DF-BE4B-4046-BF7D-7BBB8316FF86}"/>
                  </a:ext>
                </a:extLst>
              </p:cNvPr>
              <p:cNvSpPr>
                <a:spLocks noChangeArrowheads="1"/>
              </p:cNvSpPr>
              <p:nvPr/>
            </p:nvSpPr>
            <p:spPr bwMode="auto">
              <a:xfrm>
                <a:off x="4902589"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 name="Rectangle 70">
                <a:extLst>
                  <a:ext uri="{FF2B5EF4-FFF2-40B4-BE49-F238E27FC236}">
                    <a16:creationId xmlns:a16="http://schemas.microsoft.com/office/drawing/2014/main" id="{79FECFE2-55AB-4195-B4F2-F1831B090139}"/>
                  </a:ext>
                </a:extLst>
              </p:cNvPr>
              <p:cNvSpPr>
                <a:spLocks noChangeArrowheads="1"/>
              </p:cNvSpPr>
              <p:nvPr/>
            </p:nvSpPr>
            <p:spPr bwMode="auto">
              <a:xfrm>
                <a:off x="535802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 name="Rectangle 71">
                <a:extLst>
                  <a:ext uri="{FF2B5EF4-FFF2-40B4-BE49-F238E27FC236}">
                    <a16:creationId xmlns:a16="http://schemas.microsoft.com/office/drawing/2014/main" id="{F78BF45E-3F1B-4CCF-AB55-6AACA1D79688}"/>
                  </a:ext>
                </a:extLst>
              </p:cNvPr>
              <p:cNvSpPr>
                <a:spLocks noChangeArrowheads="1"/>
              </p:cNvSpPr>
              <p:nvPr/>
            </p:nvSpPr>
            <p:spPr bwMode="auto">
              <a:xfrm>
                <a:off x="581228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 name="Rectangle 72">
                <a:extLst>
                  <a:ext uri="{FF2B5EF4-FFF2-40B4-BE49-F238E27FC236}">
                    <a16:creationId xmlns:a16="http://schemas.microsoft.com/office/drawing/2014/main" id="{CEAEA0D2-DAF5-42AD-824D-BF0A0786ACDB}"/>
                  </a:ext>
                </a:extLst>
              </p:cNvPr>
              <p:cNvSpPr>
                <a:spLocks noChangeArrowheads="1"/>
              </p:cNvSpPr>
              <p:nvPr/>
            </p:nvSpPr>
            <p:spPr bwMode="auto">
              <a:xfrm>
                <a:off x="626771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 name="Rectangle 73">
                <a:extLst>
                  <a:ext uri="{FF2B5EF4-FFF2-40B4-BE49-F238E27FC236}">
                    <a16:creationId xmlns:a16="http://schemas.microsoft.com/office/drawing/2014/main" id="{2616B93B-15A3-4A25-B322-A4A334791D48}"/>
                  </a:ext>
                </a:extLst>
              </p:cNvPr>
              <p:cNvSpPr>
                <a:spLocks noChangeArrowheads="1"/>
              </p:cNvSpPr>
              <p:nvPr/>
            </p:nvSpPr>
            <p:spPr bwMode="auto">
              <a:xfrm>
                <a:off x="672198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 name="Rectangle 74">
                <a:extLst>
                  <a:ext uri="{FF2B5EF4-FFF2-40B4-BE49-F238E27FC236}">
                    <a16:creationId xmlns:a16="http://schemas.microsoft.com/office/drawing/2014/main" id="{26C24972-CC21-4F79-908A-8F7EEF3C3BF9}"/>
                  </a:ext>
                </a:extLst>
              </p:cNvPr>
              <p:cNvSpPr>
                <a:spLocks noChangeArrowheads="1"/>
              </p:cNvSpPr>
              <p:nvPr/>
            </p:nvSpPr>
            <p:spPr bwMode="auto">
              <a:xfrm>
                <a:off x="717741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 name="Rectangle 75">
                <a:extLst>
                  <a:ext uri="{FF2B5EF4-FFF2-40B4-BE49-F238E27FC236}">
                    <a16:creationId xmlns:a16="http://schemas.microsoft.com/office/drawing/2014/main" id="{FD7C3FD5-0F89-4B6D-AC87-8001A0810CFA}"/>
                  </a:ext>
                </a:extLst>
              </p:cNvPr>
              <p:cNvSpPr>
                <a:spLocks noChangeArrowheads="1"/>
              </p:cNvSpPr>
              <p:nvPr/>
            </p:nvSpPr>
            <p:spPr bwMode="auto">
              <a:xfrm>
                <a:off x="7631676"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 name="Rectangle 76">
                <a:extLst>
                  <a:ext uri="{FF2B5EF4-FFF2-40B4-BE49-F238E27FC236}">
                    <a16:creationId xmlns:a16="http://schemas.microsoft.com/office/drawing/2014/main" id="{B03C108E-68F6-4221-BC40-C5E3C190447E}"/>
                  </a:ext>
                </a:extLst>
              </p:cNvPr>
              <p:cNvSpPr>
                <a:spLocks noChangeArrowheads="1"/>
              </p:cNvSpPr>
              <p:nvPr/>
            </p:nvSpPr>
            <p:spPr bwMode="auto">
              <a:xfrm>
                <a:off x="808710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 name="Rectangle 77">
                <a:extLst>
                  <a:ext uri="{FF2B5EF4-FFF2-40B4-BE49-F238E27FC236}">
                    <a16:creationId xmlns:a16="http://schemas.microsoft.com/office/drawing/2014/main" id="{AEE8C851-520C-4A98-839F-17DEECB4C1ED}"/>
                  </a:ext>
                </a:extLst>
              </p:cNvPr>
              <p:cNvSpPr>
                <a:spLocks noChangeArrowheads="1"/>
              </p:cNvSpPr>
              <p:nvPr/>
            </p:nvSpPr>
            <p:spPr bwMode="auto">
              <a:xfrm>
                <a:off x="854137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 name="Rectangle 78">
                <a:extLst>
                  <a:ext uri="{FF2B5EF4-FFF2-40B4-BE49-F238E27FC236}">
                    <a16:creationId xmlns:a16="http://schemas.microsoft.com/office/drawing/2014/main" id="{64CDD37E-8761-499B-B591-D1B68A0C6023}"/>
                  </a:ext>
                </a:extLst>
              </p:cNvPr>
              <p:cNvSpPr>
                <a:spLocks noChangeArrowheads="1"/>
              </p:cNvSpPr>
              <p:nvPr/>
            </p:nvSpPr>
            <p:spPr bwMode="auto">
              <a:xfrm>
                <a:off x="8996805"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 name="Rectangle 79">
                <a:extLst>
                  <a:ext uri="{FF2B5EF4-FFF2-40B4-BE49-F238E27FC236}">
                    <a16:creationId xmlns:a16="http://schemas.microsoft.com/office/drawing/2014/main" id="{CF1D9CFA-A92A-4012-8DBE-A1AFE416C0D8}"/>
                  </a:ext>
                </a:extLst>
              </p:cNvPr>
              <p:cNvSpPr>
                <a:spLocks noChangeArrowheads="1"/>
              </p:cNvSpPr>
              <p:nvPr/>
            </p:nvSpPr>
            <p:spPr bwMode="auto">
              <a:xfrm>
                <a:off x="9451068"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 name="Rectangle 80">
                <a:extLst>
                  <a:ext uri="{FF2B5EF4-FFF2-40B4-BE49-F238E27FC236}">
                    <a16:creationId xmlns:a16="http://schemas.microsoft.com/office/drawing/2014/main" id="{5B28FF0B-0B00-4C89-9B32-5FCEE8CF723B}"/>
                  </a:ext>
                </a:extLst>
              </p:cNvPr>
              <p:cNvSpPr>
                <a:spLocks noChangeArrowheads="1"/>
              </p:cNvSpPr>
              <p:nvPr/>
            </p:nvSpPr>
            <p:spPr bwMode="auto">
              <a:xfrm>
                <a:off x="9906501"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 name="Rectangle 81">
                <a:extLst>
                  <a:ext uri="{FF2B5EF4-FFF2-40B4-BE49-F238E27FC236}">
                    <a16:creationId xmlns:a16="http://schemas.microsoft.com/office/drawing/2014/main" id="{3F39461F-D7C3-4741-A3BF-B2B81AC1BD42}"/>
                  </a:ext>
                </a:extLst>
              </p:cNvPr>
              <p:cNvSpPr>
                <a:spLocks noChangeArrowheads="1"/>
              </p:cNvSpPr>
              <p:nvPr/>
            </p:nvSpPr>
            <p:spPr bwMode="auto">
              <a:xfrm>
                <a:off x="1036076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 name="Rectangle 82">
                <a:extLst>
                  <a:ext uri="{FF2B5EF4-FFF2-40B4-BE49-F238E27FC236}">
                    <a16:creationId xmlns:a16="http://schemas.microsoft.com/office/drawing/2014/main" id="{B209DBFB-FB6A-41D4-B8FD-371C1627C2D7}"/>
                  </a:ext>
                </a:extLst>
              </p:cNvPr>
              <p:cNvSpPr>
                <a:spLocks noChangeArrowheads="1"/>
              </p:cNvSpPr>
              <p:nvPr/>
            </p:nvSpPr>
            <p:spPr bwMode="auto">
              <a:xfrm>
                <a:off x="1081619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 name="Rectangle 83">
                <a:extLst>
                  <a:ext uri="{FF2B5EF4-FFF2-40B4-BE49-F238E27FC236}">
                    <a16:creationId xmlns:a16="http://schemas.microsoft.com/office/drawing/2014/main" id="{9851ABD3-4B24-43E9-8246-B439DE289025}"/>
                  </a:ext>
                </a:extLst>
              </p:cNvPr>
              <p:cNvSpPr>
                <a:spLocks noChangeArrowheads="1"/>
              </p:cNvSpPr>
              <p:nvPr/>
            </p:nvSpPr>
            <p:spPr bwMode="auto">
              <a:xfrm>
                <a:off x="1127046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 name="Rectangle 84">
                <a:extLst>
                  <a:ext uri="{FF2B5EF4-FFF2-40B4-BE49-F238E27FC236}">
                    <a16:creationId xmlns:a16="http://schemas.microsoft.com/office/drawing/2014/main" id="{C66181AB-B727-41A6-A789-CF6AAB6890A6}"/>
                  </a:ext>
                </a:extLst>
              </p:cNvPr>
              <p:cNvSpPr>
                <a:spLocks noChangeArrowheads="1"/>
              </p:cNvSpPr>
              <p:nvPr/>
            </p:nvSpPr>
            <p:spPr bwMode="auto">
              <a:xfrm>
                <a:off x="1172589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sp>
        <p:nvSpPr>
          <p:cNvPr id="2" name="Date Placeholder 1"/>
          <p:cNvSpPr>
            <a:spLocks noGrp="1"/>
          </p:cNvSpPr>
          <p:nvPr>
            <p:ph type="dt" sz="half" idx="10"/>
          </p:nvPr>
        </p:nvSpPr>
        <p:spPr/>
        <p:txBody>
          <a:bodyPr/>
          <a:lstStyle/>
          <a:p>
            <a:fld id="{425404F2-BE9A-4460-8815-8F645183555F}" type="datetimeFigureOut">
              <a:rPr lang="en-US" smtClean="0"/>
              <a:pPr/>
              <a:t>9/4/2025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r>
              <a:rPr lang="en-US" dirty="0"/>
              <a:t>www.anubhavtrainings.com</a:t>
            </a:r>
          </a:p>
          <a:p>
            <a:endParaRPr lang="en-US" dirty="0"/>
          </a:p>
        </p:txBody>
      </p:sp>
      <p:sp>
        <p:nvSpPr>
          <p:cNvPr id="363" name="Picture Placeholder 13">
            <a:extLst>
              <a:ext uri="{FF2B5EF4-FFF2-40B4-BE49-F238E27FC236}">
                <a16:creationId xmlns:a16="http://schemas.microsoft.com/office/drawing/2014/main" id="{AF7BEAA2-6D2C-4224-A195-391044C69E59}"/>
              </a:ext>
            </a:extLst>
          </p:cNvPr>
          <p:cNvSpPr>
            <a:spLocks noGrp="1"/>
          </p:cNvSpPr>
          <p:nvPr>
            <p:ph type="pic" sz="quarter" idx="13"/>
          </p:nvPr>
        </p:nvSpPr>
        <p:spPr>
          <a:xfrm>
            <a:off x="3286125" y="2297680"/>
            <a:ext cx="1728788" cy="1728787"/>
          </a:xfrm>
          <a:prstGeom prst="ellipse">
            <a:avLst/>
          </a:prstGeom>
          <a:solidFill>
            <a:schemeClr val="bg1">
              <a:lumMod val="95000"/>
            </a:schemeClr>
          </a:solidFill>
        </p:spPr>
        <p:txBody>
          <a:bodyPr anchor="ctr">
            <a:normAutofit/>
          </a:bodyPr>
          <a:lstStyle>
            <a:lvl1pPr marL="0" indent="0" algn="ctr">
              <a:buFontTx/>
              <a:buNone/>
              <a:defRPr sz="2000">
                <a:solidFill>
                  <a:schemeClr val="tx1">
                    <a:lumMod val="75000"/>
                    <a:lumOff val="25000"/>
                  </a:schemeClr>
                </a:solidFill>
              </a:defRPr>
            </a:lvl1pPr>
          </a:lstStyle>
          <a:p>
            <a:endParaRPr lang="en-IN"/>
          </a:p>
        </p:txBody>
      </p:sp>
      <p:sp>
        <p:nvSpPr>
          <p:cNvPr id="365" name="Picture Placeholder 13">
            <a:extLst>
              <a:ext uri="{FF2B5EF4-FFF2-40B4-BE49-F238E27FC236}">
                <a16:creationId xmlns:a16="http://schemas.microsoft.com/office/drawing/2014/main" id="{23BFF80F-B426-466E-B0BF-CF7C190E492D}"/>
              </a:ext>
            </a:extLst>
          </p:cNvPr>
          <p:cNvSpPr>
            <a:spLocks noGrp="1"/>
          </p:cNvSpPr>
          <p:nvPr>
            <p:ph type="pic" sz="quarter" idx="14"/>
          </p:nvPr>
        </p:nvSpPr>
        <p:spPr>
          <a:xfrm>
            <a:off x="6312310" y="1412776"/>
            <a:ext cx="1681778" cy="1681777"/>
          </a:xfrm>
          <a:prstGeom prst="ellipse">
            <a:avLst/>
          </a:prstGeom>
          <a:solidFill>
            <a:schemeClr val="bg1">
              <a:lumMod val="95000"/>
            </a:schemeClr>
          </a:solidFill>
          <a:ln>
            <a:noFill/>
          </a:ln>
        </p:spPr>
        <p:txBody>
          <a:bodyPr anchor="ctr">
            <a:normAutofit/>
          </a:bodyPr>
          <a:lstStyle>
            <a:lvl1pPr marL="0" indent="0" algn="ctr">
              <a:buFontTx/>
              <a:buNone/>
              <a:defRPr sz="2000">
                <a:solidFill>
                  <a:schemeClr val="tx1">
                    <a:lumMod val="75000"/>
                    <a:lumOff val="25000"/>
                  </a:schemeClr>
                </a:solidFill>
              </a:defRPr>
            </a:lvl1pPr>
          </a:lstStyle>
          <a:p>
            <a:endParaRPr lang="en-IN"/>
          </a:p>
        </p:txBody>
      </p:sp>
      <p:sp>
        <p:nvSpPr>
          <p:cNvPr id="366" name="Picture Placeholder 13">
            <a:extLst>
              <a:ext uri="{FF2B5EF4-FFF2-40B4-BE49-F238E27FC236}">
                <a16:creationId xmlns:a16="http://schemas.microsoft.com/office/drawing/2014/main" id="{41BD29D0-2556-4715-91D8-E02770D6F826}"/>
              </a:ext>
            </a:extLst>
          </p:cNvPr>
          <p:cNvSpPr>
            <a:spLocks noGrp="1"/>
          </p:cNvSpPr>
          <p:nvPr>
            <p:ph type="pic" sz="quarter" idx="15"/>
          </p:nvPr>
        </p:nvSpPr>
        <p:spPr>
          <a:xfrm>
            <a:off x="7622663" y="3342563"/>
            <a:ext cx="1302826" cy="1302824"/>
          </a:xfrm>
          <a:prstGeom prst="ellipse">
            <a:avLst/>
          </a:prstGeom>
          <a:solidFill>
            <a:schemeClr val="bg1">
              <a:lumMod val="95000"/>
            </a:schemeClr>
          </a:solidFill>
          <a:ln>
            <a:noFill/>
          </a:ln>
        </p:spPr>
        <p:txBody>
          <a:bodyPr anchor="ctr">
            <a:normAutofit/>
          </a:bodyPr>
          <a:lstStyle>
            <a:lvl1pPr marL="0" indent="0" algn="ctr">
              <a:buFontTx/>
              <a:buNone/>
              <a:defRPr sz="2000">
                <a:solidFill>
                  <a:schemeClr val="tx1">
                    <a:lumMod val="75000"/>
                    <a:lumOff val="25000"/>
                  </a:schemeClr>
                </a:solidFill>
              </a:defRPr>
            </a:lvl1pPr>
          </a:lstStyle>
          <a:p>
            <a:endParaRPr lang="en-IN"/>
          </a:p>
        </p:txBody>
      </p:sp>
      <p:sp>
        <p:nvSpPr>
          <p:cNvPr id="367" name="Picture Placeholder 13">
            <a:extLst>
              <a:ext uri="{FF2B5EF4-FFF2-40B4-BE49-F238E27FC236}">
                <a16:creationId xmlns:a16="http://schemas.microsoft.com/office/drawing/2014/main" id="{4B3928D8-3106-4129-84DA-31AD6A29256F}"/>
              </a:ext>
            </a:extLst>
          </p:cNvPr>
          <p:cNvSpPr>
            <a:spLocks noGrp="1"/>
          </p:cNvSpPr>
          <p:nvPr>
            <p:ph type="pic" sz="quarter" idx="16"/>
          </p:nvPr>
        </p:nvSpPr>
        <p:spPr>
          <a:xfrm>
            <a:off x="5103405" y="3537009"/>
            <a:ext cx="2012950" cy="2012946"/>
          </a:xfrm>
          <a:prstGeom prst="ellipse">
            <a:avLst/>
          </a:prstGeom>
          <a:solidFill>
            <a:schemeClr val="bg1">
              <a:lumMod val="95000"/>
            </a:schemeClr>
          </a:solidFill>
          <a:ln>
            <a:noFill/>
          </a:ln>
        </p:spPr>
        <p:txBody>
          <a:bodyPr anchor="ctr">
            <a:normAutofit/>
          </a:bodyPr>
          <a:lstStyle>
            <a:lvl1pPr marL="0" indent="0" algn="ctr">
              <a:buFontTx/>
              <a:buNone/>
              <a:defRPr sz="2000">
                <a:solidFill>
                  <a:schemeClr val="tx1">
                    <a:lumMod val="75000"/>
                    <a:lumOff val="25000"/>
                  </a:schemeClr>
                </a:solidFill>
              </a:defRPr>
            </a:lvl1pPr>
          </a:lstStyle>
          <a:p>
            <a:endParaRPr lang="en-IN"/>
          </a:p>
        </p:txBody>
      </p:sp>
      <p:sp>
        <p:nvSpPr>
          <p:cNvPr id="380" name="Title 1">
            <a:extLst>
              <a:ext uri="{FF2B5EF4-FFF2-40B4-BE49-F238E27FC236}">
                <a16:creationId xmlns:a16="http://schemas.microsoft.com/office/drawing/2014/main" id="{FEE9D826-2462-4D57-A5DD-57BFA6D51B66}"/>
              </a:ext>
            </a:extLst>
          </p:cNvPr>
          <p:cNvSpPr>
            <a:spLocks noGrp="1"/>
          </p:cNvSpPr>
          <p:nvPr>
            <p:ph type="title"/>
          </p:nvPr>
        </p:nvSpPr>
        <p:spPr>
          <a:xfrm>
            <a:off x="609441" y="274639"/>
            <a:ext cx="10969943" cy="711081"/>
          </a:xfrm>
        </p:spPr>
        <p:txBody>
          <a:bodyPr>
            <a:noAutofit/>
          </a:bodyPr>
          <a:lstStyle>
            <a:lvl1pPr algn="ctr">
              <a:defRPr sz="3600">
                <a:solidFill>
                  <a:schemeClr val="bg1"/>
                </a:solidFill>
              </a:defRPr>
            </a:lvl1pPr>
          </a:lstStyle>
          <a:p>
            <a:r>
              <a:rPr lang="en-US" dirty="0"/>
              <a:t>Click to edit Master title style</a:t>
            </a:r>
          </a:p>
        </p:txBody>
      </p:sp>
    </p:spTree>
    <p:extLst>
      <p:ext uri="{BB962C8B-B14F-4D97-AF65-F5344CB8AC3E}">
        <p14:creationId xmlns:p14="http://schemas.microsoft.com/office/powerpoint/2010/main" val="92666562"/>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Desktop Mockup">
    <p:bg>
      <p:bgPr>
        <a:solidFill>
          <a:schemeClr val="accent1"/>
        </a:solidFill>
        <a:effectLst/>
      </p:bgPr>
    </p:bg>
    <p:spTree>
      <p:nvGrpSpPr>
        <p:cNvPr id="1" name=""/>
        <p:cNvGrpSpPr/>
        <p:nvPr/>
      </p:nvGrpSpPr>
      <p:grpSpPr>
        <a:xfrm>
          <a:off x="0" y="0"/>
          <a:ext cx="0" cy="0"/>
          <a:chOff x="0" y="0"/>
          <a:chExt cx="0" cy="0"/>
        </a:xfrm>
      </p:grpSpPr>
      <p:grpSp>
        <p:nvGrpSpPr>
          <p:cNvPr id="11" name="Group 10">
            <a:extLst>
              <a:ext uri="{FF2B5EF4-FFF2-40B4-BE49-F238E27FC236}">
                <a16:creationId xmlns:a16="http://schemas.microsoft.com/office/drawing/2014/main" id="{8C1607FC-4025-4535-B960-C423F1504CE5}"/>
              </a:ext>
            </a:extLst>
          </p:cNvPr>
          <p:cNvGrpSpPr/>
          <p:nvPr userDrawn="1"/>
        </p:nvGrpSpPr>
        <p:grpSpPr>
          <a:xfrm>
            <a:off x="354110" y="326571"/>
            <a:ext cx="11480604" cy="6185861"/>
            <a:chOff x="354110" y="326571"/>
            <a:chExt cx="11480604" cy="6185861"/>
          </a:xfrm>
          <a:solidFill>
            <a:schemeClr val="accent1">
              <a:lumMod val="90000"/>
              <a:lumOff val="10000"/>
              <a:alpha val="20000"/>
            </a:schemeClr>
          </a:solidFill>
        </p:grpSpPr>
        <p:grpSp>
          <p:nvGrpSpPr>
            <p:cNvPr id="12" name="Group 11">
              <a:extLst>
                <a:ext uri="{FF2B5EF4-FFF2-40B4-BE49-F238E27FC236}">
                  <a16:creationId xmlns:a16="http://schemas.microsoft.com/office/drawing/2014/main" id="{5651BEEC-E6AC-4E4B-9B88-D2F823311FDE}"/>
                </a:ext>
              </a:extLst>
            </p:cNvPr>
            <p:cNvGrpSpPr/>
            <p:nvPr/>
          </p:nvGrpSpPr>
          <p:grpSpPr>
            <a:xfrm>
              <a:off x="354110" y="326571"/>
              <a:ext cx="11480604" cy="109990"/>
              <a:chOff x="354110" y="326571"/>
              <a:chExt cx="11480604" cy="109990"/>
            </a:xfrm>
            <a:grpFill/>
          </p:grpSpPr>
          <p:sp>
            <p:nvSpPr>
              <p:cNvPr id="337" name="Rectangle 5">
                <a:extLst>
                  <a:ext uri="{FF2B5EF4-FFF2-40B4-BE49-F238E27FC236}">
                    <a16:creationId xmlns:a16="http://schemas.microsoft.com/office/drawing/2014/main" id="{85C298FF-97F9-4147-B827-D8E5136C2635}"/>
                  </a:ext>
                </a:extLst>
              </p:cNvPr>
              <p:cNvSpPr>
                <a:spLocks noChangeArrowheads="1"/>
              </p:cNvSpPr>
              <p:nvPr/>
            </p:nvSpPr>
            <p:spPr bwMode="auto">
              <a:xfrm>
                <a:off x="35411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8" name="Rectangle 6">
                <a:extLst>
                  <a:ext uri="{FF2B5EF4-FFF2-40B4-BE49-F238E27FC236}">
                    <a16:creationId xmlns:a16="http://schemas.microsoft.com/office/drawing/2014/main" id="{9408EFDD-1492-4223-8E65-A093D2F1BB8A}"/>
                  </a:ext>
                </a:extLst>
              </p:cNvPr>
              <p:cNvSpPr>
                <a:spLocks noChangeArrowheads="1"/>
              </p:cNvSpPr>
              <p:nvPr/>
            </p:nvSpPr>
            <p:spPr bwMode="auto">
              <a:xfrm>
                <a:off x="80954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9" name="Rectangle 7">
                <a:extLst>
                  <a:ext uri="{FF2B5EF4-FFF2-40B4-BE49-F238E27FC236}">
                    <a16:creationId xmlns:a16="http://schemas.microsoft.com/office/drawing/2014/main" id="{F894E7F8-7101-42ED-9EE3-85F58C6EF313}"/>
                  </a:ext>
                </a:extLst>
              </p:cNvPr>
              <p:cNvSpPr>
                <a:spLocks noChangeArrowheads="1"/>
              </p:cNvSpPr>
              <p:nvPr/>
            </p:nvSpPr>
            <p:spPr bwMode="auto">
              <a:xfrm>
                <a:off x="1263805"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0" name="Rectangle 8">
                <a:extLst>
                  <a:ext uri="{FF2B5EF4-FFF2-40B4-BE49-F238E27FC236}">
                    <a16:creationId xmlns:a16="http://schemas.microsoft.com/office/drawing/2014/main" id="{877C8C7E-1793-4536-97A4-63A3591EF955}"/>
                  </a:ext>
                </a:extLst>
              </p:cNvPr>
              <p:cNvSpPr>
                <a:spLocks noChangeArrowheads="1"/>
              </p:cNvSpPr>
              <p:nvPr/>
            </p:nvSpPr>
            <p:spPr bwMode="auto">
              <a:xfrm>
                <a:off x="1719239"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1" name="Rectangle 9">
                <a:extLst>
                  <a:ext uri="{FF2B5EF4-FFF2-40B4-BE49-F238E27FC236}">
                    <a16:creationId xmlns:a16="http://schemas.microsoft.com/office/drawing/2014/main" id="{077D2BC4-41B3-4D98-84CA-A2503EF131C0}"/>
                  </a:ext>
                </a:extLst>
              </p:cNvPr>
              <p:cNvSpPr>
                <a:spLocks noChangeArrowheads="1"/>
              </p:cNvSpPr>
              <p:nvPr/>
            </p:nvSpPr>
            <p:spPr bwMode="auto">
              <a:xfrm>
                <a:off x="2173502"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2" name="Rectangle 10">
                <a:extLst>
                  <a:ext uri="{FF2B5EF4-FFF2-40B4-BE49-F238E27FC236}">
                    <a16:creationId xmlns:a16="http://schemas.microsoft.com/office/drawing/2014/main" id="{DE4270DF-458E-4975-B86F-E605B966C64F}"/>
                  </a:ext>
                </a:extLst>
              </p:cNvPr>
              <p:cNvSpPr>
                <a:spLocks noChangeArrowheads="1"/>
              </p:cNvSpPr>
              <p:nvPr/>
            </p:nvSpPr>
            <p:spPr bwMode="auto">
              <a:xfrm>
                <a:off x="2628934"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3" name="Rectangle 11">
                <a:extLst>
                  <a:ext uri="{FF2B5EF4-FFF2-40B4-BE49-F238E27FC236}">
                    <a16:creationId xmlns:a16="http://schemas.microsoft.com/office/drawing/2014/main" id="{5334B1DA-DE9D-46A4-B1CC-07D8B5B37F04}"/>
                  </a:ext>
                </a:extLst>
              </p:cNvPr>
              <p:cNvSpPr>
                <a:spLocks noChangeArrowheads="1"/>
              </p:cNvSpPr>
              <p:nvPr/>
            </p:nvSpPr>
            <p:spPr bwMode="auto">
              <a:xfrm>
                <a:off x="3083197"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4" name="Rectangle 12">
                <a:extLst>
                  <a:ext uri="{FF2B5EF4-FFF2-40B4-BE49-F238E27FC236}">
                    <a16:creationId xmlns:a16="http://schemas.microsoft.com/office/drawing/2014/main" id="{1CF1EF4A-5FEC-4B62-A622-2DEE7B72C0B5}"/>
                  </a:ext>
                </a:extLst>
              </p:cNvPr>
              <p:cNvSpPr>
                <a:spLocks noChangeArrowheads="1"/>
              </p:cNvSpPr>
              <p:nvPr/>
            </p:nvSpPr>
            <p:spPr bwMode="auto">
              <a:xfrm>
                <a:off x="3538630"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5" name="Rectangle 13">
                <a:extLst>
                  <a:ext uri="{FF2B5EF4-FFF2-40B4-BE49-F238E27FC236}">
                    <a16:creationId xmlns:a16="http://schemas.microsoft.com/office/drawing/2014/main" id="{322BDF90-AD9B-4F68-8F1B-8AE6FD1E4711}"/>
                  </a:ext>
                </a:extLst>
              </p:cNvPr>
              <p:cNvSpPr>
                <a:spLocks noChangeArrowheads="1"/>
              </p:cNvSpPr>
              <p:nvPr/>
            </p:nvSpPr>
            <p:spPr bwMode="auto">
              <a:xfrm>
                <a:off x="3992893"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6" name="Rectangle 14">
                <a:extLst>
                  <a:ext uri="{FF2B5EF4-FFF2-40B4-BE49-F238E27FC236}">
                    <a16:creationId xmlns:a16="http://schemas.microsoft.com/office/drawing/2014/main" id="{93F9BC3E-2349-4557-A942-FF58D3497577}"/>
                  </a:ext>
                </a:extLst>
              </p:cNvPr>
              <p:cNvSpPr>
                <a:spLocks noChangeArrowheads="1"/>
              </p:cNvSpPr>
              <p:nvPr/>
            </p:nvSpPr>
            <p:spPr bwMode="auto">
              <a:xfrm>
                <a:off x="4448326"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7" name="Rectangle 15">
                <a:extLst>
                  <a:ext uri="{FF2B5EF4-FFF2-40B4-BE49-F238E27FC236}">
                    <a16:creationId xmlns:a16="http://schemas.microsoft.com/office/drawing/2014/main" id="{D4E479F8-DBB7-4E24-82DB-9187E1DA1579}"/>
                  </a:ext>
                </a:extLst>
              </p:cNvPr>
              <p:cNvSpPr>
                <a:spLocks noChangeArrowheads="1"/>
              </p:cNvSpPr>
              <p:nvPr/>
            </p:nvSpPr>
            <p:spPr bwMode="auto">
              <a:xfrm>
                <a:off x="4902589"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8" name="Rectangle 16">
                <a:extLst>
                  <a:ext uri="{FF2B5EF4-FFF2-40B4-BE49-F238E27FC236}">
                    <a16:creationId xmlns:a16="http://schemas.microsoft.com/office/drawing/2014/main" id="{88729413-47AC-4DEA-A613-0B6158FCB8A0}"/>
                  </a:ext>
                </a:extLst>
              </p:cNvPr>
              <p:cNvSpPr>
                <a:spLocks noChangeArrowheads="1"/>
              </p:cNvSpPr>
              <p:nvPr/>
            </p:nvSpPr>
            <p:spPr bwMode="auto">
              <a:xfrm>
                <a:off x="535802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9" name="Rectangle 17">
                <a:extLst>
                  <a:ext uri="{FF2B5EF4-FFF2-40B4-BE49-F238E27FC236}">
                    <a16:creationId xmlns:a16="http://schemas.microsoft.com/office/drawing/2014/main" id="{20F824DD-152A-4F6D-952E-24ADD1A8C073}"/>
                  </a:ext>
                </a:extLst>
              </p:cNvPr>
              <p:cNvSpPr>
                <a:spLocks noChangeArrowheads="1"/>
              </p:cNvSpPr>
              <p:nvPr/>
            </p:nvSpPr>
            <p:spPr bwMode="auto">
              <a:xfrm>
                <a:off x="5812285"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0" name="Rectangle 18">
                <a:extLst>
                  <a:ext uri="{FF2B5EF4-FFF2-40B4-BE49-F238E27FC236}">
                    <a16:creationId xmlns:a16="http://schemas.microsoft.com/office/drawing/2014/main" id="{951C09E8-C755-4AEB-9C27-AE9621753A01}"/>
                  </a:ext>
                </a:extLst>
              </p:cNvPr>
              <p:cNvSpPr>
                <a:spLocks noChangeArrowheads="1"/>
              </p:cNvSpPr>
              <p:nvPr/>
            </p:nvSpPr>
            <p:spPr bwMode="auto">
              <a:xfrm>
                <a:off x="6267717"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1" name="Rectangle 19">
                <a:extLst>
                  <a:ext uri="{FF2B5EF4-FFF2-40B4-BE49-F238E27FC236}">
                    <a16:creationId xmlns:a16="http://schemas.microsoft.com/office/drawing/2014/main" id="{32F64432-EE66-40C8-A67A-FA722F75D59C}"/>
                  </a:ext>
                </a:extLst>
              </p:cNvPr>
              <p:cNvSpPr>
                <a:spLocks noChangeArrowheads="1"/>
              </p:cNvSpPr>
              <p:nvPr/>
            </p:nvSpPr>
            <p:spPr bwMode="auto">
              <a:xfrm>
                <a:off x="672198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2" name="Rectangle 20">
                <a:extLst>
                  <a:ext uri="{FF2B5EF4-FFF2-40B4-BE49-F238E27FC236}">
                    <a16:creationId xmlns:a16="http://schemas.microsoft.com/office/drawing/2014/main" id="{29005991-F871-4DFB-9517-DCB334B68BCC}"/>
                  </a:ext>
                </a:extLst>
              </p:cNvPr>
              <p:cNvSpPr>
                <a:spLocks noChangeArrowheads="1"/>
              </p:cNvSpPr>
              <p:nvPr/>
            </p:nvSpPr>
            <p:spPr bwMode="auto">
              <a:xfrm>
                <a:off x="7177414"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3" name="Rectangle 21">
                <a:extLst>
                  <a:ext uri="{FF2B5EF4-FFF2-40B4-BE49-F238E27FC236}">
                    <a16:creationId xmlns:a16="http://schemas.microsoft.com/office/drawing/2014/main" id="{1C601034-B07F-4FCA-B65F-4BA94F1FEF56}"/>
                  </a:ext>
                </a:extLst>
              </p:cNvPr>
              <p:cNvSpPr>
                <a:spLocks noChangeArrowheads="1"/>
              </p:cNvSpPr>
              <p:nvPr/>
            </p:nvSpPr>
            <p:spPr bwMode="auto">
              <a:xfrm>
                <a:off x="7631676"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4" name="Rectangle 22">
                <a:extLst>
                  <a:ext uri="{FF2B5EF4-FFF2-40B4-BE49-F238E27FC236}">
                    <a16:creationId xmlns:a16="http://schemas.microsoft.com/office/drawing/2014/main" id="{A3C10F51-A92E-4F5D-841E-2495E85BD8B7}"/>
                  </a:ext>
                </a:extLst>
              </p:cNvPr>
              <p:cNvSpPr>
                <a:spLocks noChangeArrowheads="1"/>
              </p:cNvSpPr>
              <p:nvPr/>
            </p:nvSpPr>
            <p:spPr bwMode="auto">
              <a:xfrm>
                <a:off x="8087109"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5" name="Rectangle 23">
                <a:extLst>
                  <a:ext uri="{FF2B5EF4-FFF2-40B4-BE49-F238E27FC236}">
                    <a16:creationId xmlns:a16="http://schemas.microsoft.com/office/drawing/2014/main" id="{8656C742-4C71-41EC-9EED-8A0FF35A8BC7}"/>
                  </a:ext>
                </a:extLst>
              </p:cNvPr>
              <p:cNvSpPr>
                <a:spLocks noChangeArrowheads="1"/>
              </p:cNvSpPr>
              <p:nvPr/>
            </p:nvSpPr>
            <p:spPr bwMode="auto">
              <a:xfrm>
                <a:off x="8541372"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6" name="Rectangle 24">
                <a:extLst>
                  <a:ext uri="{FF2B5EF4-FFF2-40B4-BE49-F238E27FC236}">
                    <a16:creationId xmlns:a16="http://schemas.microsoft.com/office/drawing/2014/main" id="{DD7837C0-45DC-47B0-8EB6-E1AFA3DF28F9}"/>
                  </a:ext>
                </a:extLst>
              </p:cNvPr>
              <p:cNvSpPr>
                <a:spLocks noChangeArrowheads="1"/>
              </p:cNvSpPr>
              <p:nvPr/>
            </p:nvSpPr>
            <p:spPr bwMode="auto">
              <a:xfrm>
                <a:off x="8996805"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7" name="Rectangle 25">
                <a:extLst>
                  <a:ext uri="{FF2B5EF4-FFF2-40B4-BE49-F238E27FC236}">
                    <a16:creationId xmlns:a16="http://schemas.microsoft.com/office/drawing/2014/main" id="{C6C4A808-47AA-4933-B20F-A80BEEFBDEA0}"/>
                  </a:ext>
                </a:extLst>
              </p:cNvPr>
              <p:cNvSpPr>
                <a:spLocks noChangeArrowheads="1"/>
              </p:cNvSpPr>
              <p:nvPr/>
            </p:nvSpPr>
            <p:spPr bwMode="auto">
              <a:xfrm>
                <a:off x="9451068"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8" name="Rectangle 26">
                <a:extLst>
                  <a:ext uri="{FF2B5EF4-FFF2-40B4-BE49-F238E27FC236}">
                    <a16:creationId xmlns:a16="http://schemas.microsoft.com/office/drawing/2014/main" id="{1916F620-2E67-4716-A335-AA9D0F9A9B74}"/>
                  </a:ext>
                </a:extLst>
              </p:cNvPr>
              <p:cNvSpPr>
                <a:spLocks noChangeArrowheads="1"/>
              </p:cNvSpPr>
              <p:nvPr/>
            </p:nvSpPr>
            <p:spPr bwMode="auto">
              <a:xfrm>
                <a:off x="9906501"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9" name="Rectangle 27">
                <a:extLst>
                  <a:ext uri="{FF2B5EF4-FFF2-40B4-BE49-F238E27FC236}">
                    <a16:creationId xmlns:a16="http://schemas.microsoft.com/office/drawing/2014/main" id="{54529738-34CA-43C1-9448-C6D7594E392A}"/>
                  </a:ext>
                </a:extLst>
              </p:cNvPr>
              <p:cNvSpPr>
                <a:spLocks noChangeArrowheads="1"/>
              </p:cNvSpPr>
              <p:nvPr/>
            </p:nvSpPr>
            <p:spPr bwMode="auto">
              <a:xfrm>
                <a:off x="10360763"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0" name="Rectangle 28">
                <a:extLst>
                  <a:ext uri="{FF2B5EF4-FFF2-40B4-BE49-F238E27FC236}">
                    <a16:creationId xmlns:a16="http://schemas.microsoft.com/office/drawing/2014/main" id="{AB2B254B-6166-4F70-A263-5F5630C8AF54}"/>
                  </a:ext>
                </a:extLst>
              </p:cNvPr>
              <p:cNvSpPr>
                <a:spLocks noChangeArrowheads="1"/>
              </p:cNvSpPr>
              <p:nvPr/>
            </p:nvSpPr>
            <p:spPr bwMode="auto">
              <a:xfrm>
                <a:off x="10816197"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1" name="Rectangle 29">
                <a:extLst>
                  <a:ext uri="{FF2B5EF4-FFF2-40B4-BE49-F238E27FC236}">
                    <a16:creationId xmlns:a16="http://schemas.microsoft.com/office/drawing/2014/main" id="{CC179163-7F45-4275-B900-184CA908E769}"/>
                  </a:ext>
                </a:extLst>
              </p:cNvPr>
              <p:cNvSpPr>
                <a:spLocks noChangeArrowheads="1"/>
              </p:cNvSpPr>
              <p:nvPr/>
            </p:nvSpPr>
            <p:spPr bwMode="auto">
              <a:xfrm>
                <a:off x="1127046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2" name="Rectangle 30">
                <a:extLst>
                  <a:ext uri="{FF2B5EF4-FFF2-40B4-BE49-F238E27FC236}">
                    <a16:creationId xmlns:a16="http://schemas.microsoft.com/office/drawing/2014/main" id="{A16179B1-495E-40B6-BA3E-4FE45BD06F96}"/>
                  </a:ext>
                </a:extLst>
              </p:cNvPr>
              <p:cNvSpPr>
                <a:spLocks noChangeArrowheads="1"/>
              </p:cNvSpPr>
              <p:nvPr/>
            </p:nvSpPr>
            <p:spPr bwMode="auto">
              <a:xfrm>
                <a:off x="1172589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3" name="Group 12">
              <a:extLst>
                <a:ext uri="{FF2B5EF4-FFF2-40B4-BE49-F238E27FC236}">
                  <a16:creationId xmlns:a16="http://schemas.microsoft.com/office/drawing/2014/main" id="{6CC022AE-7DA1-4DBC-B4FA-A550170E3244}"/>
                </a:ext>
              </a:extLst>
            </p:cNvPr>
            <p:cNvGrpSpPr/>
            <p:nvPr/>
          </p:nvGrpSpPr>
          <p:grpSpPr>
            <a:xfrm>
              <a:off x="354110" y="833283"/>
              <a:ext cx="11480604" cy="108822"/>
              <a:chOff x="354110" y="834963"/>
              <a:chExt cx="11480604" cy="108822"/>
            </a:xfrm>
            <a:grpFill/>
          </p:grpSpPr>
          <p:sp>
            <p:nvSpPr>
              <p:cNvPr id="311" name="Rectangle 32">
                <a:extLst>
                  <a:ext uri="{FF2B5EF4-FFF2-40B4-BE49-F238E27FC236}">
                    <a16:creationId xmlns:a16="http://schemas.microsoft.com/office/drawing/2014/main" id="{E6CEC545-E6D9-4264-BEA6-119B54AE4C09}"/>
                  </a:ext>
                </a:extLst>
              </p:cNvPr>
              <p:cNvSpPr>
                <a:spLocks noChangeArrowheads="1"/>
              </p:cNvSpPr>
              <p:nvPr/>
            </p:nvSpPr>
            <p:spPr bwMode="auto">
              <a:xfrm>
                <a:off x="35411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2" name="Rectangle 33">
                <a:extLst>
                  <a:ext uri="{FF2B5EF4-FFF2-40B4-BE49-F238E27FC236}">
                    <a16:creationId xmlns:a16="http://schemas.microsoft.com/office/drawing/2014/main" id="{60C7E7B9-97E8-4AE1-A9F0-162381B38DA4}"/>
                  </a:ext>
                </a:extLst>
              </p:cNvPr>
              <p:cNvSpPr>
                <a:spLocks noChangeArrowheads="1"/>
              </p:cNvSpPr>
              <p:nvPr/>
            </p:nvSpPr>
            <p:spPr bwMode="auto">
              <a:xfrm>
                <a:off x="80954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3" name="Rectangle 34">
                <a:extLst>
                  <a:ext uri="{FF2B5EF4-FFF2-40B4-BE49-F238E27FC236}">
                    <a16:creationId xmlns:a16="http://schemas.microsoft.com/office/drawing/2014/main" id="{BC9E105B-3AD3-4AC9-8C4E-3DABA3F82142}"/>
                  </a:ext>
                </a:extLst>
              </p:cNvPr>
              <p:cNvSpPr>
                <a:spLocks noChangeArrowheads="1"/>
              </p:cNvSpPr>
              <p:nvPr/>
            </p:nvSpPr>
            <p:spPr bwMode="auto">
              <a:xfrm>
                <a:off x="1263805"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4" name="Rectangle 35">
                <a:extLst>
                  <a:ext uri="{FF2B5EF4-FFF2-40B4-BE49-F238E27FC236}">
                    <a16:creationId xmlns:a16="http://schemas.microsoft.com/office/drawing/2014/main" id="{B10232F8-CE74-495F-B906-B4B223707999}"/>
                  </a:ext>
                </a:extLst>
              </p:cNvPr>
              <p:cNvSpPr>
                <a:spLocks noChangeArrowheads="1"/>
              </p:cNvSpPr>
              <p:nvPr/>
            </p:nvSpPr>
            <p:spPr bwMode="auto">
              <a:xfrm>
                <a:off x="1719239"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5" name="Rectangle 36">
                <a:extLst>
                  <a:ext uri="{FF2B5EF4-FFF2-40B4-BE49-F238E27FC236}">
                    <a16:creationId xmlns:a16="http://schemas.microsoft.com/office/drawing/2014/main" id="{377EBFB6-EE61-435B-A0EA-67D67D892FEE}"/>
                  </a:ext>
                </a:extLst>
              </p:cNvPr>
              <p:cNvSpPr>
                <a:spLocks noChangeArrowheads="1"/>
              </p:cNvSpPr>
              <p:nvPr/>
            </p:nvSpPr>
            <p:spPr bwMode="auto">
              <a:xfrm>
                <a:off x="2173502"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6" name="Rectangle 37">
                <a:extLst>
                  <a:ext uri="{FF2B5EF4-FFF2-40B4-BE49-F238E27FC236}">
                    <a16:creationId xmlns:a16="http://schemas.microsoft.com/office/drawing/2014/main" id="{7837C467-758B-463F-B551-93C783E1292B}"/>
                  </a:ext>
                </a:extLst>
              </p:cNvPr>
              <p:cNvSpPr>
                <a:spLocks noChangeArrowheads="1"/>
              </p:cNvSpPr>
              <p:nvPr/>
            </p:nvSpPr>
            <p:spPr bwMode="auto">
              <a:xfrm>
                <a:off x="2628934"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7" name="Rectangle 38">
                <a:extLst>
                  <a:ext uri="{FF2B5EF4-FFF2-40B4-BE49-F238E27FC236}">
                    <a16:creationId xmlns:a16="http://schemas.microsoft.com/office/drawing/2014/main" id="{C77A01F7-C261-4381-86C3-4C89EE66C709}"/>
                  </a:ext>
                </a:extLst>
              </p:cNvPr>
              <p:cNvSpPr>
                <a:spLocks noChangeArrowheads="1"/>
              </p:cNvSpPr>
              <p:nvPr/>
            </p:nvSpPr>
            <p:spPr bwMode="auto">
              <a:xfrm>
                <a:off x="3083197"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8" name="Rectangle 39">
                <a:extLst>
                  <a:ext uri="{FF2B5EF4-FFF2-40B4-BE49-F238E27FC236}">
                    <a16:creationId xmlns:a16="http://schemas.microsoft.com/office/drawing/2014/main" id="{7477D541-DCD7-4A47-BAD6-421CE795D868}"/>
                  </a:ext>
                </a:extLst>
              </p:cNvPr>
              <p:cNvSpPr>
                <a:spLocks noChangeArrowheads="1"/>
              </p:cNvSpPr>
              <p:nvPr/>
            </p:nvSpPr>
            <p:spPr bwMode="auto">
              <a:xfrm>
                <a:off x="3538630"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9" name="Rectangle 40">
                <a:extLst>
                  <a:ext uri="{FF2B5EF4-FFF2-40B4-BE49-F238E27FC236}">
                    <a16:creationId xmlns:a16="http://schemas.microsoft.com/office/drawing/2014/main" id="{4E64ADB5-6C15-4DFA-A1D8-CCB52869EB2D}"/>
                  </a:ext>
                </a:extLst>
              </p:cNvPr>
              <p:cNvSpPr>
                <a:spLocks noChangeArrowheads="1"/>
              </p:cNvSpPr>
              <p:nvPr/>
            </p:nvSpPr>
            <p:spPr bwMode="auto">
              <a:xfrm>
                <a:off x="3992893"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0" name="Rectangle 41">
                <a:extLst>
                  <a:ext uri="{FF2B5EF4-FFF2-40B4-BE49-F238E27FC236}">
                    <a16:creationId xmlns:a16="http://schemas.microsoft.com/office/drawing/2014/main" id="{AC57F5E1-8997-4B18-B946-EC6DFA386D59}"/>
                  </a:ext>
                </a:extLst>
              </p:cNvPr>
              <p:cNvSpPr>
                <a:spLocks noChangeArrowheads="1"/>
              </p:cNvSpPr>
              <p:nvPr/>
            </p:nvSpPr>
            <p:spPr bwMode="auto">
              <a:xfrm>
                <a:off x="4448326"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1" name="Rectangle 42">
                <a:extLst>
                  <a:ext uri="{FF2B5EF4-FFF2-40B4-BE49-F238E27FC236}">
                    <a16:creationId xmlns:a16="http://schemas.microsoft.com/office/drawing/2014/main" id="{AC1B45CA-8F96-41DA-A93A-FD14080BEB84}"/>
                  </a:ext>
                </a:extLst>
              </p:cNvPr>
              <p:cNvSpPr>
                <a:spLocks noChangeArrowheads="1"/>
              </p:cNvSpPr>
              <p:nvPr/>
            </p:nvSpPr>
            <p:spPr bwMode="auto">
              <a:xfrm>
                <a:off x="4902589"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2" name="Rectangle 43">
                <a:extLst>
                  <a:ext uri="{FF2B5EF4-FFF2-40B4-BE49-F238E27FC236}">
                    <a16:creationId xmlns:a16="http://schemas.microsoft.com/office/drawing/2014/main" id="{703118E8-5E3B-4DFA-9921-369E22CA03E5}"/>
                  </a:ext>
                </a:extLst>
              </p:cNvPr>
              <p:cNvSpPr>
                <a:spLocks noChangeArrowheads="1"/>
              </p:cNvSpPr>
              <p:nvPr/>
            </p:nvSpPr>
            <p:spPr bwMode="auto">
              <a:xfrm>
                <a:off x="535802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3" name="Rectangle 44">
                <a:extLst>
                  <a:ext uri="{FF2B5EF4-FFF2-40B4-BE49-F238E27FC236}">
                    <a16:creationId xmlns:a16="http://schemas.microsoft.com/office/drawing/2014/main" id="{ED301010-E5DC-4676-A476-7C14D84A537E}"/>
                  </a:ext>
                </a:extLst>
              </p:cNvPr>
              <p:cNvSpPr>
                <a:spLocks noChangeArrowheads="1"/>
              </p:cNvSpPr>
              <p:nvPr/>
            </p:nvSpPr>
            <p:spPr bwMode="auto">
              <a:xfrm>
                <a:off x="5812285"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4" name="Rectangle 45">
                <a:extLst>
                  <a:ext uri="{FF2B5EF4-FFF2-40B4-BE49-F238E27FC236}">
                    <a16:creationId xmlns:a16="http://schemas.microsoft.com/office/drawing/2014/main" id="{37F85CBA-9F8F-490A-A6C5-555D548FDAD9}"/>
                  </a:ext>
                </a:extLst>
              </p:cNvPr>
              <p:cNvSpPr>
                <a:spLocks noChangeArrowheads="1"/>
              </p:cNvSpPr>
              <p:nvPr/>
            </p:nvSpPr>
            <p:spPr bwMode="auto">
              <a:xfrm>
                <a:off x="6267717"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5" name="Rectangle 46">
                <a:extLst>
                  <a:ext uri="{FF2B5EF4-FFF2-40B4-BE49-F238E27FC236}">
                    <a16:creationId xmlns:a16="http://schemas.microsoft.com/office/drawing/2014/main" id="{4CDDB648-0406-4415-9B3A-F56F9D7B2EC7}"/>
                  </a:ext>
                </a:extLst>
              </p:cNvPr>
              <p:cNvSpPr>
                <a:spLocks noChangeArrowheads="1"/>
              </p:cNvSpPr>
              <p:nvPr/>
            </p:nvSpPr>
            <p:spPr bwMode="auto">
              <a:xfrm>
                <a:off x="672198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6" name="Rectangle 47">
                <a:extLst>
                  <a:ext uri="{FF2B5EF4-FFF2-40B4-BE49-F238E27FC236}">
                    <a16:creationId xmlns:a16="http://schemas.microsoft.com/office/drawing/2014/main" id="{9656844F-AFE3-4957-A69F-F4A848FEF63A}"/>
                  </a:ext>
                </a:extLst>
              </p:cNvPr>
              <p:cNvSpPr>
                <a:spLocks noChangeArrowheads="1"/>
              </p:cNvSpPr>
              <p:nvPr/>
            </p:nvSpPr>
            <p:spPr bwMode="auto">
              <a:xfrm>
                <a:off x="7177414"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7" name="Rectangle 48">
                <a:extLst>
                  <a:ext uri="{FF2B5EF4-FFF2-40B4-BE49-F238E27FC236}">
                    <a16:creationId xmlns:a16="http://schemas.microsoft.com/office/drawing/2014/main" id="{5A3A99BA-4854-4231-B6BB-888D83A01003}"/>
                  </a:ext>
                </a:extLst>
              </p:cNvPr>
              <p:cNvSpPr>
                <a:spLocks noChangeArrowheads="1"/>
              </p:cNvSpPr>
              <p:nvPr/>
            </p:nvSpPr>
            <p:spPr bwMode="auto">
              <a:xfrm>
                <a:off x="7631676"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8" name="Rectangle 49">
                <a:extLst>
                  <a:ext uri="{FF2B5EF4-FFF2-40B4-BE49-F238E27FC236}">
                    <a16:creationId xmlns:a16="http://schemas.microsoft.com/office/drawing/2014/main" id="{22B51AD2-0C6E-467F-A47F-34DAB5BB7EBC}"/>
                  </a:ext>
                </a:extLst>
              </p:cNvPr>
              <p:cNvSpPr>
                <a:spLocks noChangeArrowheads="1"/>
              </p:cNvSpPr>
              <p:nvPr/>
            </p:nvSpPr>
            <p:spPr bwMode="auto">
              <a:xfrm>
                <a:off x="8087109"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9" name="Rectangle 50">
                <a:extLst>
                  <a:ext uri="{FF2B5EF4-FFF2-40B4-BE49-F238E27FC236}">
                    <a16:creationId xmlns:a16="http://schemas.microsoft.com/office/drawing/2014/main" id="{EDE14BA8-EBD0-4206-8FB2-6B9E4AB28FEF}"/>
                  </a:ext>
                </a:extLst>
              </p:cNvPr>
              <p:cNvSpPr>
                <a:spLocks noChangeArrowheads="1"/>
              </p:cNvSpPr>
              <p:nvPr/>
            </p:nvSpPr>
            <p:spPr bwMode="auto">
              <a:xfrm>
                <a:off x="8541372"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0" name="Rectangle 51">
                <a:extLst>
                  <a:ext uri="{FF2B5EF4-FFF2-40B4-BE49-F238E27FC236}">
                    <a16:creationId xmlns:a16="http://schemas.microsoft.com/office/drawing/2014/main" id="{F2846FEF-2688-4964-A02B-231009108D65}"/>
                  </a:ext>
                </a:extLst>
              </p:cNvPr>
              <p:cNvSpPr>
                <a:spLocks noChangeArrowheads="1"/>
              </p:cNvSpPr>
              <p:nvPr/>
            </p:nvSpPr>
            <p:spPr bwMode="auto">
              <a:xfrm>
                <a:off x="8996805"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1" name="Rectangle 52">
                <a:extLst>
                  <a:ext uri="{FF2B5EF4-FFF2-40B4-BE49-F238E27FC236}">
                    <a16:creationId xmlns:a16="http://schemas.microsoft.com/office/drawing/2014/main" id="{93E03F91-49D8-43EE-B637-0558AECB0EDE}"/>
                  </a:ext>
                </a:extLst>
              </p:cNvPr>
              <p:cNvSpPr>
                <a:spLocks noChangeArrowheads="1"/>
              </p:cNvSpPr>
              <p:nvPr/>
            </p:nvSpPr>
            <p:spPr bwMode="auto">
              <a:xfrm>
                <a:off x="9451068"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2" name="Rectangle 53">
                <a:extLst>
                  <a:ext uri="{FF2B5EF4-FFF2-40B4-BE49-F238E27FC236}">
                    <a16:creationId xmlns:a16="http://schemas.microsoft.com/office/drawing/2014/main" id="{25EB1B6D-371C-4129-8792-C87711A4DC1E}"/>
                  </a:ext>
                </a:extLst>
              </p:cNvPr>
              <p:cNvSpPr>
                <a:spLocks noChangeArrowheads="1"/>
              </p:cNvSpPr>
              <p:nvPr/>
            </p:nvSpPr>
            <p:spPr bwMode="auto">
              <a:xfrm>
                <a:off x="9906501"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3" name="Rectangle 54">
                <a:extLst>
                  <a:ext uri="{FF2B5EF4-FFF2-40B4-BE49-F238E27FC236}">
                    <a16:creationId xmlns:a16="http://schemas.microsoft.com/office/drawing/2014/main" id="{F0762AD7-4B47-41B5-90EC-26D5248FC187}"/>
                  </a:ext>
                </a:extLst>
              </p:cNvPr>
              <p:cNvSpPr>
                <a:spLocks noChangeArrowheads="1"/>
              </p:cNvSpPr>
              <p:nvPr/>
            </p:nvSpPr>
            <p:spPr bwMode="auto">
              <a:xfrm>
                <a:off x="10360763"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4" name="Rectangle 55">
                <a:extLst>
                  <a:ext uri="{FF2B5EF4-FFF2-40B4-BE49-F238E27FC236}">
                    <a16:creationId xmlns:a16="http://schemas.microsoft.com/office/drawing/2014/main" id="{77F5372A-DF0C-4EB4-8383-88ACAFBC34E4}"/>
                  </a:ext>
                </a:extLst>
              </p:cNvPr>
              <p:cNvSpPr>
                <a:spLocks noChangeArrowheads="1"/>
              </p:cNvSpPr>
              <p:nvPr/>
            </p:nvSpPr>
            <p:spPr bwMode="auto">
              <a:xfrm>
                <a:off x="10816197"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5" name="Rectangle 56">
                <a:extLst>
                  <a:ext uri="{FF2B5EF4-FFF2-40B4-BE49-F238E27FC236}">
                    <a16:creationId xmlns:a16="http://schemas.microsoft.com/office/drawing/2014/main" id="{E1647C36-4FD2-4648-B99F-D1A25055E7FA}"/>
                  </a:ext>
                </a:extLst>
              </p:cNvPr>
              <p:cNvSpPr>
                <a:spLocks noChangeArrowheads="1"/>
              </p:cNvSpPr>
              <p:nvPr/>
            </p:nvSpPr>
            <p:spPr bwMode="auto">
              <a:xfrm>
                <a:off x="1127046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6" name="Rectangle 57">
                <a:extLst>
                  <a:ext uri="{FF2B5EF4-FFF2-40B4-BE49-F238E27FC236}">
                    <a16:creationId xmlns:a16="http://schemas.microsoft.com/office/drawing/2014/main" id="{ACEC7B34-ADAF-47D3-BF11-ED91BA7A1A56}"/>
                  </a:ext>
                </a:extLst>
              </p:cNvPr>
              <p:cNvSpPr>
                <a:spLocks noChangeArrowheads="1"/>
              </p:cNvSpPr>
              <p:nvPr/>
            </p:nvSpPr>
            <p:spPr bwMode="auto">
              <a:xfrm>
                <a:off x="1172589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4" name="Group 13">
              <a:extLst>
                <a:ext uri="{FF2B5EF4-FFF2-40B4-BE49-F238E27FC236}">
                  <a16:creationId xmlns:a16="http://schemas.microsoft.com/office/drawing/2014/main" id="{86937529-B296-43D8-A41E-AB8B81312F52}"/>
                </a:ext>
              </a:extLst>
            </p:cNvPr>
            <p:cNvGrpSpPr/>
            <p:nvPr/>
          </p:nvGrpSpPr>
          <p:grpSpPr>
            <a:xfrm>
              <a:off x="354110" y="1338827"/>
              <a:ext cx="11480604" cy="109990"/>
              <a:chOff x="354110" y="1342187"/>
              <a:chExt cx="11480604" cy="109990"/>
            </a:xfrm>
            <a:grpFill/>
          </p:grpSpPr>
          <p:sp>
            <p:nvSpPr>
              <p:cNvPr id="285" name="Rectangle 59">
                <a:extLst>
                  <a:ext uri="{FF2B5EF4-FFF2-40B4-BE49-F238E27FC236}">
                    <a16:creationId xmlns:a16="http://schemas.microsoft.com/office/drawing/2014/main" id="{D5764D4B-1D40-4C27-A916-0AC8D9299408}"/>
                  </a:ext>
                </a:extLst>
              </p:cNvPr>
              <p:cNvSpPr>
                <a:spLocks noChangeArrowheads="1"/>
              </p:cNvSpPr>
              <p:nvPr/>
            </p:nvSpPr>
            <p:spPr bwMode="auto">
              <a:xfrm>
                <a:off x="35411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6" name="Rectangle 60">
                <a:extLst>
                  <a:ext uri="{FF2B5EF4-FFF2-40B4-BE49-F238E27FC236}">
                    <a16:creationId xmlns:a16="http://schemas.microsoft.com/office/drawing/2014/main" id="{8D6FB00B-87D1-4116-9000-867A2BDD9921}"/>
                  </a:ext>
                </a:extLst>
              </p:cNvPr>
              <p:cNvSpPr>
                <a:spLocks noChangeArrowheads="1"/>
              </p:cNvSpPr>
              <p:nvPr/>
            </p:nvSpPr>
            <p:spPr bwMode="auto">
              <a:xfrm>
                <a:off x="80954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7" name="Rectangle 61">
                <a:extLst>
                  <a:ext uri="{FF2B5EF4-FFF2-40B4-BE49-F238E27FC236}">
                    <a16:creationId xmlns:a16="http://schemas.microsoft.com/office/drawing/2014/main" id="{13141309-AB43-4A97-A80F-35655D9BF20E}"/>
                  </a:ext>
                </a:extLst>
              </p:cNvPr>
              <p:cNvSpPr>
                <a:spLocks noChangeArrowheads="1"/>
              </p:cNvSpPr>
              <p:nvPr/>
            </p:nvSpPr>
            <p:spPr bwMode="auto">
              <a:xfrm>
                <a:off x="1263805"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8" name="Rectangle 62">
                <a:extLst>
                  <a:ext uri="{FF2B5EF4-FFF2-40B4-BE49-F238E27FC236}">
                    <a16:creationId xmlns:a16="http://schemas.microsoft.com/office/drawing/2014/main" id="{C9A0F710-6D9F-43AD-AC28-FF4E52165501}"/>
                  </a:ext>
                </a:extLst>
              </p:cNvPr>
              <p:cNvSpPr>
                <a:spLocks noChangeArrowheads="1"/>
              </p:cNvSpPr>
              <p:nvPr/>
            </p:nvSpPr>
            <p:spPr bwMode="auto">
              <a:xfrm>
                <a:off x="1719239"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9" name="Rectangle 63">
                <a:extLst>
                  <a:ext uri="{FF2B5EF4-FFF2-40B4-BE49-F238E27FC236}">
                    <a16:creationId xmlns:a16="http://schemas.microsoft.com/office/drawing/2014/main" id="{22D043F3-2F25-42E6-A0CC-C1417E89D190}"/>
                  </a:ext>
                </a:extLst>
              </p:cNvPr>
              <p:cNvSpPr>
                <a:spLocks noChangeArrowheads="1"/>
              </p:cNvSpPr>
              <p:nvPr/>
            </p:nvSpPr>
            <p:spPr bwMode="auto">
              <a:xfrm>
                <a:off x="2173502"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0" name="Rectangle 64">
                <a:extLst>
                  <a:ext uri="{FF2B5EF4-FFF2-40B4-BE49-F238E27FC236}">
                    <a16:creationId xmlns:a16="http://schemas.microsoft.com/office/drawing/2014/main" id="{128AE702-54D4-4937-85C0-321F9B6D1728}"/>
                  </a:ext>
                </a:extLst>
              </p:cNvPr>
              <p:cNvSpPr>
                <a:spLocks noChangeArrowheads="1"/>
              </p:cNvSpPr>
              <p:nvPr/>
            </p:nvSpPr>
            <p:spPr bwMode="auto">
              <a:xfrm>
                <a:off x="2628934"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1" name="Rectangle 65">
                <a:extLst>
                  <a:ext uri="{FF2B5EF4-FFF2-40B4-BE49-F238E27FC236}">
                    <a16:creationId xmlns:a16="http://schemas.microsoft.com/office/drawing/2014/main" id="{495CD95D-8E09-4DE3-AD35-D07AE4DACF52}"/>
                  </a:ext>
                </a:extLst>
              </p:cNvPr>
              <p:cNvSpPr>
                <a:spLocks noChangeArrowheads="1"/>
              </p:cNvSpPr>
              <p:nvPr/>
            </p:nvSpPr>
            <p:spPr bwMode="auto">
              <a:xfrm>
                <a:off x="3083197"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2" name="Rectangle 66">
                <a:extLst>
                  <a:ext uri="{FF2B5EF4-FFF2-40B4-BE49-F238E27FC236}">
                    <a16:creationId xmlns:a16="http://schemas.microsoft.com/office/drawing/2014/main" id="{F9E349F8-478A-454D-B3EF-507AC5975821}"/>
                  </a:ext>
                </a:extLst>
              </p:cNvPr>
              <p:cNvSpPr>
                <a:spLocks noChangeArrowheads="1"/>
              </p:cNvSpPr>
              <p:nvPr/>
            </p:nvSpPr>
            <p:spPr bwMode="auto">
              <a:xfrm>
                <a:off x="3538630"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3" name="Rectangle 67">
                <a:extLst>
                  <a:ext uri="{FF2B5EF4-FFF2-40B4-BE49-F238E27FC236}">
                    <a16:creationId xmlns:a16="http://schemas.microsoft.com/office/drawing/2014/main" id="{038DA8FC-06DE-457C-A8EE-5A7FEC447F1A}"/>
                  </a:ext>
                </a:extLst>
              </p:cNvPr>
              <p:cNvSpPr>
                <a:spLocks noChangeArrowheads="1"/>
              </p:cNvSpPr>
              <p:nvPr/>
            </p:nvSpPr>
            <p:spPr bwMode="auto">
              <a:xfrm>
                <a:off x="3992893"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4" name="Rectangle 68">
                <a:extLst>
                  <a:ext uri="{FF2B5EF4-FFF2-40B4-BE49-F238E27FC236}">
                    <a16:creationId xmlns:a16="http://schemas.microsoft.com/office/drawing/2014/main" id="{37F3C727-E73B-4515-BA7B-40F081102511}"/>
                  </a:ext>
                </a:extLst>
              </p:cNvPr>
              <p:cNvSpPr>
                <a:spLocks noChangeArrowheads="1"/>
              </p:cNvSpPr>
              <p:nvPr/>
            </p:nvSpPr>
            <p:spPr bwMode="auto">
              <a:xfrm>
                <a:off x="4448326"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5" name="Rectangle 69">
                <a:extLst>
                  <a:ext uri="{FF2B5EF4-FFF2-40B4-BE49-F238E27FC236}">
                    <a16:creationId xmlns:a16="http://schemas.microsoft.com/office/drawing/2014/main" id="{7ACA813C-C067-4264-85A3-D6CC63AFF948}"/>
                  </a:ext>
                </a:extLst>
              </p:cNvPr>
              <p:cNvSpPr>
                <a:spLocks noChangeArrowheads="1"/>
              </p:cNvSpPr>
              <p:nvPr/>
            </p:nvSpPr>
            <p:spPr bwMode="auto">
              <a:xfrm>
                <a:off x="4902589"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6" name="Rectangle 70">
                <a:extLst>
                  <a:ext uri="{FF2B5EF4-FFF2-40B4-BE49-F238E27FC236}">
                    <a16:creationId xmlns:a16="http://schemas.microsoft.com/office/drawing/2014/main" id="{7F1EFEF0-7477-4565-8B37-7950FACA6799}"/>
                  </a:ext>
                </a:extLst>
              </p:cNvPr>
              <p:cNvSpPr>
                <a:spLocks noChangeArrowheads="1"/>
              </p:cNvSpPr>
              <p:nvPr/>
            </p:nvSpPr>
            <p:spPr bwMode="auto">
              <a:xfrm>
                <a:off x="535802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7" name="Rectangle 71">
                <a:extLst>
                  <a:ext uri="{FF2B5EF4-FFF2-40B4-BE49-F238E27FC236}">
                    <a16:creationId xmlns:a16="http://schemas.microsoft.com/office/drawing/2014/main" id="{F425C54F-BDFC-4555-881A-B6F267624F2B}"/>
                  </a:ext>
                </a:extLst>
              </p:cNvPr>
              <p:cNvSpPr>
                <a:spLocks noChangeArrowheads="1"/>
              </p:cNvSpPr>
              <p:nvPr/>
            </p:nvSpPr>
            <p:spPr bwMode="auto">
              <a:xfrm>
                <a:off x="5812285"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8" name="Rectangle 72">
                <a:extLst>
                  <a:ext uri="{FF2B5EF4-FFF2-40B4-BE49-F238E27FC236}">
                    <a16:creationId xmlns:a16="http://schemas.microsoft.com/office/drawing/2014/main" id="{213AFED9-7175-4A0D-92DC-B39BAE0FD3D9}"/>
                  </a:ext>
                </a:extLst>
              </p:cNvPr>
              <p:cNvSpPr>
                <a:spLocks noChangeArrowheads="1"/>
              </p:cNvSpPr>
              <p:nvPr/>
            </p:nvSpPr>
            <p:spPr bwMode="auto">
              <a:xfrm>
                <a:off x="6267717"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9" name="Rectangle 73">
                <a:extLst>
                  <a:ext uri="{FF2B5EF4-FFF2-40B4-BE49-F238E27FC236}">
                    <a16:creationId xmlns:a16="http://schemas.microsoft.com/office/drawing/2014/main" id="{9E4FCFC2-A1ED-453A-B612-E5E0B39C2A9F}"/>
                  </a:ext>
                </a:extLst>
              </p:cNvPr>
              <p:cNvSpPr>
                <a:spLocks noChangeArrowheads="1"/>
              </p:cNvSpPr>
              <p:nvPr/>
            </p:nvSpPr>
            <p:spPr bwMode="auto">
              <a:xfrm>
                <a:off x="672198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0" name="Rectangle 74">
                <a:extLst>
                  <a:ext uri="{FF2B5EF4-FFF2-40B4-BE49-F238E27FC236}">
                    <a16:creationId xmlns:a16="http://schemas.microsoft.com/office/drawing/2014/main" id="{1C9D742B-9152-4EF7-A612-B519BF62C6C9}"/>
                  </a:ext>
                </a:extLst>
              </p:cNvPr>
              <p:cNvSpPr>
                <a:spLocks noChangeArrowheads="1"/>
              </p:cNvSpPr>
              <p:nvPr/>
            </p:nvSpPr>
            <p:spPr bwMode="auto">
              <a:xfrm>
                <a:off x="7177414"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1" name="Rectangle 75">
                <a:extLst>
                  <a:ext uri="{FF2B5EF4-FFF2-40B4-BE49-F238E27FC236}">
                    <a16:creationId xmlns:a16="http://schemas.microsoft.com/office/drawing/2014/main" id="{2149792F-282E-44D6-84AE-7D31FA24B25F}"/>
                  </a:ext>
                </a:extLst>
              </p:cNvPr>
              <p:cNvSpPr>
                <a:spLocks noChangeArrowheads="1"/>
              </p:cNvSpPr>
              <p:nvPr/>
            </p:nvSpPr>
            <p:spPr bwMode="auto">
              <a:xfrm>
                <a:off x="7631676"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2" name="Rectangle 76">
                <a:extLst>
                  <a:ext uri="{FF2B5EF4-FFF2-40B4-BE49-F238E27FC236}">
                    <a16:creationId xmlns:a16="http://schemas.microsoft.com/office/drawing/2014/main" id="{BEAFEECA-B893-49C1-9039-812C4AF541DE}"/>
                  </a:ext>
                </a:extLst>
              </p:cNvPr>
              <p:cNvSpPr>
                <a:spLocks noChangeArrowheads="1"/>
              </p:cNvSpPr>
              <p:nvPr/>
            </p:nvSpPr>
            <p:spPr bwMode="auto">
              <a:xfrm>
                <a:off x="8087109"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3" name="Rectangle 77">
                <a:extLst>
                  <a:ext uri="{FF2B5EF4-FFF2-40B4-BE49-F238E27FC236}">
                    <a16:creationId xmlns:a16="http://schemas.microsoft.com/office/drawing/2014/main" id="{122E4F71-6D60-47F1-8100-1C8190AADAFA}"/>
                  </a:ext>
                </a:extLst>
              </p:cNvPr>
              <p:cNvSpPr>
                <a:spLocks noChangeArrowheads="1"/>
              </p:cNvSpPr>
              <p:nvPr/>
            </p:nvSpPr>
            <p:spPr bwMode="auto">
              <a:xfrm>
                <a:off x="8541372"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4" name="Rectangle 78">
                <a:extLst>
                  <a:ext uri="{FF2B5EF4-FFF2-40B4-BE49-F238E27FC236}">
                    <a16:creationId xmlns:a16="http://schemas.microsoft.com/office/drawing/2014/main" id="{E9A54785-45A1-4BC8-A85E-CA3EB19FF384}"/>
                  </a:ext>
                </a:extLst>
              </p:cNvPr>
              <p:cNvSpPr>
                <a:spLocks noChangeArrowheads="1"/>
              </p:cNvSpPr>
              <p:nvPr/>
            </p:nvSpPr>
            <p:spPr bwMode="auto">
              <a:xfrm>
                <a:off x="8996805"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5" name="Rectangle 79">
                <a:extLst>
                  <a:ext uri="{FF2B5EF4-FFF2-40B4-BE49-F238E27FC236}">
                    <a16:creationId xmlns:a16="http://schemas.microsoft.com/office/drawing/2014/main" id="{D765DC5F-87A3-4E46-88C5-F2101A2941F1}"/>
                  </a:ext>
                </a:extLst>
              </p:cNvPr>
              <p:cNvSpPr>
                <a:spLocks noChangeArrowheads="1"/>
              </p:cNvSpPr>
              <p:nvPr/>
            </p:nvSpPr>
            <p:spPr bwMode="auto">
              <a:xfrm>
                <a:off x="9451068"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6" name="Rectangle 80">
                <a:extLst>
                  <a:ext uri="{FF2B5EF4-FFF2-40B4-BE49-F238E27FC236}">
                    <a16:creationId xmlns:a16="http://schemas.microsoft.com/office/drawing/2014/main" id="{644B6B17-5BBC-4A03-8899-52E7DF7FE658}"/>
                  </a:ext>
                </a:extLst>
              </p:cNvPr>
              <p:cNvSpPr>
                <a:spLocks noChangeArrowheads="1"/>
              </p:cNvSpPr>
              <p:nvPr/>
            </p:nvSpPr>
            <p:spPr bwMode="auto">
              <a:xfrm>
                <a:off x="9906501"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7" name="Rectangle 81">
                <a:extLst>
                  <a:ext uri="{FF2B5EF4-FFF2-40B4-BE49-F238E27FC236}">
                    <a16:creationId xmlns:a16="http://schemas.microsoft.com/office/drawing/2014/main" id="{987BE756-32EA-455B-8130-C8E83B1B3B0D}"/>
                  </a:ext>
                </a:extLst>
              </p:cNvPr>
              <p:cNvSpPr>
                <a:spLocks noChangeArrowheads="1"/>
              </p:cNvSpPr>
              <p:nvPr/>
            </p:nvSpPr>
            <p:spPr bwMode="auto">
              <a:xfrm>
                <a:off x="10360763"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8" name="Rectangle 82">
                <a:extLst>
                  <a:ext uri="{FF2B5EF4-FFF2-40B4-BE49-F238E27FC236}">
                    <a16:creationId xmlns:a16="http://schemas.microsoft.com/office/drawing/2014/main" id="{5C7821F2-B5EF-4833-B9B9-5AE62E01175B}"/>
                  </a:ext>
                </a:extLst>
              </p:cNvPr>
              <p:cNvSpPr>
                <a:spLocks noChangeArrowheads="1"/>
              </p:cNvSpPr>
              <p:nvPr/>
            </p:nvSpPr>
            <p:spPr bwMode="auto">
              <a:xfrm>
                <a:off x="10816197"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9" name="Rectangle 83">
                <a:extLst>
                  <a:ext uri="{FF2B5EF4-FFF2-40B4-BE49-F238E27FC236}">
                    <a16:creationId xmlns:a16="http://schemas.microsoft.com/office/drawing/2014/main" id="{EDF1C499-3F66-4B42-92C0-855DDB14CD0D}"/>
                  </a:ext>
                </a:extLst>
              </p:cNvPr>
              <p:cNvSpPr>
                <a:spLocks noChangeArrowheads="1"/>
              </p:cNvSpPr>
              <p:nvPr/>
            </p:nvSpPr>
            <p:spPr bwMode="auto">
              <a:xfrm>
                <a:off x="1127046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0" name="Rectangle 84">
                <a:extLst>
                  <a:ext uri="{FF2B5EF4-FFF2-40B4-BE49-F238E27FC236}">
                    <a16:creationId xmlns:a16="http://schemas.microsoft.com/office/drawing/2014/main" id="{3A95874A-F523-4169-A3FB-782B25C88E1A}"/>
                  </a:ext>
                </a:extLst>
              </p:cNvPr>
              <p:cNvSpPr>
                <a:spLocks noChangeArrowheads="1"/>
              </p:cNvSpPr>
              <p:nvPr/>
            </p:nvSpPr>
            <p:spPr bwMode="auto">
              <a:xfrm>
                <a:off x="1172589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5" name="Group 14">
              <a:extLst>
                <a:ext uri="{FF2B5EF4-FFF2-40B4-BE49-F238E27FC236}">
                  <a16:creationId xmlns:a16="http://schemas.microsoft.com/office/drawing/2014/main" id="{7F2D639A-C347-4082-9643-F89AF7802C05}"/>
                </a:ext>
              </a:extLst>
            </p:cNvPr>
            <p:cNvGrpSpPr/>
            <p:nvPr/>
          </p:nvGrpSpPr>
          <p:grpSpPr>
            <a:xfrm>
              <a:off x="354110" y="1845539"/>
              <a:ext cx="11480604" cy="109990"/>
              <a:chOff x="354110" y="1850572"/>
              <a:chExt cx="11480604" cy="109990"/>
            </a:xfrm>
            <a:grpFill/>
          </p:grpSpPr>
          <p:sp>
            <p:nvSpPr>
              <p:cNvPr id="259" name="Rectangle 5">
                <a:extLst>
                  <a:ext uri="{FF2B5EF4-FFF2-40B4-BE49-F238E27FC236}">
                    <a16:creationId xmlns:a16="http://schemas.microsoft.com/office/drawing/2014/main" id="{6291B61F-460B-41F6-82CC-088066FD85C2}"/>
                  </a:ext>
                </a:extLst>
              </p:cNvPr>
              <p:cNvSpPr>
                <a:spLocks noChangeArrowheads="1"/>
              </p:cNvSpPr>
              <p:nvPr/>
            </p:nvSpPr>
            <p:spPr bwMode="auto">
              <a:xfrm>
                <a:off x="35411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0" name="Rectangle 6">
                <a:extLst>
                  <a:ext uri="{FF2B5EF4-FFF2-40B4-BE49-F238E27FC236}">
                    <a16:creationId xmlns:a16="http://schemas.microsoft.com/office/drawing/2014/main" id="{C588270F-A3F7-4DD2-8B81-C30BA6412569}"/>
                  </a:ext>
                </a:extLst>
              </p:cNvPr>
              <p:cNvSpPr>
                <a:spLocks noChangeArrowheads="1"/>
              </p:cNvSpPr>
              <p:nvPr/>
            </p:nvSpPr>
            <p:spPr bwMode="auto">
              <a:xfrm>
                <a:off x="80954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1" name="Rectangle 7">
                <a:extLst>
                  <a:ext uri="{FF2B5EF4-FFF2-40B4-BE49-F238E27FC236}">
                    <a16:creationId xmlns:a16="http://schemas.microsoft.com/office/drawing/2014/main" id="{050F8909-1A69-4BF3-BC80-ECD1B486FAE2}"/>
                  </a:ext>
                </a:extLst>
              </p:cNvPr>
              <p:cNvSpPr>
                <a:spLocks noChangeArrowheads="1"/>
              </p:cNvSpPr>
              <p:nvPr/>
            </p:nvSpPr>
            <p:spPr bwMode="auto">
              <a:xfrm>
                <a:off x="1263805"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2" name="Rectangle 8">
                <a:extLst>
                  <a:ext uri="{FF2B5EF4-FFF2-40B4-BE49-F238E27FC236}">
                    <a16:creationId xmlns:a16="http://schemas.microsoft.com/office/drawing/2014/main" id="{995EC835-8CAE-48D8-ADF0-22B6D986B1EF}"/>
                  </a:ext>
                </a:extLst>
              </p:cNvPr>
              <p:cNvSpPr>
                <a:spLocks noChangeArrowheads="1"/>
              </p:cNvSpPr>
              <p:nvPr/>
            </p:nvSpPr>
            <p:spPr bwMode="auto">
              <a:xfrm>
                <a:off x="1719239"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3" name="Rectangle 9">
                <a:extLst>
                  <a:ext uri="{FF2B5EF4-FFF2-40B4-BE49-F238E27FC236}">
                    <a16:creationId xmlns:a16="http://schemas.microsoft.com/office/drawing/2014/main" id="{5076577D-01F8-484C-8AEB-1091039A662E}"/>
                  </a:ext>
                </a:extLst>
              </p:cNvPr>
              <p:cNvSpPr>
                <a:spLocks noChangeArrowheads="1"/>
              </p:cNvSpPr>
              <p:nvPr/>
            </p:nvSpPr>
            <p:spPr bwMode="auto">
              <a:xfrm>
                <a:off x="2173502"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4" name="Rectangle 10">
                <a:extLst>
                  <a:ext uri="{FF2B5EF4-FFF2-40B4-BE49-F238E27FC236}">
                    <a16:creationId xmlns:a16="http://schemas.microsoft.com/office/drawing/2014/main" id="{5FAA1557-63ED-4C2E-89BE-E827B69C47DE}"/>
                  </a:ext>
                </a:extLst>
              </p:cNvPr>
              <p:cNvSpPr>
                <a:spLocks noChangeArrowheads="1"/>
              </p:cNvSpPr>
              <p:nvPr/>
            </p:nvSpPr>
            <p:spPr bwMode="auto">
              <a:xfrm>
                <a:off x="2628934"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5" name="Rectangle 11">
                <a:extLst>
                  <a:ext uri="{FF2B5EF4-FFF2-40B4-BE49-F238E27FC236}">
                    <a16:creationId xmlns:a16="http://schemas.microsoft.com/office/drawing/2014/main" id="{63D8B1EF-AF76-4A72-B4E3-FC4D1B4E7A80}"/>
                  </a:ext>
                </a:extLst>
              </p:cNvPr>
              <p:cNvSpPr>
                <a:spLocks noChangeArrowheads="1"/>
              </p:cNvSpPr>
              <p:nvPr/>
            </p:nvSpPr>
            <p:spPr bwMode="auto">
              <a:xfrm>
                <a:off x="3083197"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6" name="Rectangle 12">
                <a:extLst>
                  <a:ext uri="{FF2B5EF4-FFF2-40B4-BE49-F238E27FC236}">
                    <a16:creationId xmlns:a16="http://schemas.microsoft.com/office/drawing/2014/main" id="{4DF3DA51-2B69-42BD-A6DE-6F85AA116149}"/>
                  </a:ext>
                </a:extLst>
              </p:cNvPr>
              <p:cNvSpPr>
                <a:spLocks noChangeArrowheads="1"/>
              </p:cNvSpPr>
              <p:nvPr/>
            </p:nvSpPr>
            <p:spPr bwMode="auto">
              <a:xfrm>
                <a:off x="3538630"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7" name="Rectangle 13">
                <a:extLst>
                  <a:ext uri="{FF2B5EF4-FFF2-40B4-BE49-F238E27FC236}">
                    <a16:creationId xmlns:a16="http://schemas.microsoft.com/office/drawing/2014/main" id="{464ECA3E-44D7-43DE-A35E-EADB2D8D7243}"/>
                  </a:ext>
                </a:extLst>
              </p:cNvPr>
              <p:cNvSpPr>
                <a:spLocks noChangeArrowheads="1"/>
              </p:cNvSpPr>
              <p:nvPr/>
            </p:nvSpPr>
            <p:spPr bwMode="auto">
              <a:xfrm>
                <a:off x="3992893"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8" name="Rectangle 14">
                <a:extLst>
                  <a:ext uri="{FF2B5EF4-FFF2-40B4-BE49-F238E27FC236}">
                    <a16:creationId xmlns:a16="http://schemas.microsoft.com/office/drawing/2014/main" id="{36E4F914-DFE7-4297-8E42-A27710155F63}"/>
                  </a:ext>
                </a:extLst>
              </p:cNvPr>
              <p:cNvSpPr>
                <a:spLocks noChangeArrowheads="1"/>
              </p:cNvSpPr>
              <p:nvPr/>
            </p:nvSpPr>
            <p:spPr bwMode="auto">
              <a:xfrm>
                <a:off x="4448326"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9" name="Rectangle 15">
                <a:extLst>
                  <a:ext uri="{FF2B5EF4-FFF2-40B4-BE49-F238E27FC236}">
                    <a16:creationId xmlns:a16="http://schemas.microsoft.com/office/drawing/2014/main" id="{164AA26B-0915-4E61-AFF2-BDA8ED551BFE}"/>
                  </a:ext>
                </a:extLst>
              </p:cNvPr>
              <p:cNvSpPr>
                <a:spLocks noChangeArrowheads="1"/>
              </p:cNvSpPr>
              <p:nvPr/>
            </p:nvSpPr>
            <p:spPr bwMode="auto">
              <a:xfrm>
                <a:off x="4902589"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0" name="Rectangle 16">
                <a:extLst>
                  <a:ext uri="{FF2B5EF4-FFF2-40B4-BE49-F238E27FC236}">
                    <a16:creationId xmlns:a16="http://schemas.microsoft.com/office/drawing/2014/main" id="{D5AB2E4B-626F-4072-87E5-595D35EFADAD}"/>
                  </a:ext>
                </a:extLst>
              </p:cNvPr>
              <p:cNvSpPr>
                <a:spLocks noChangeArrowheads="1"/>
              </p:cNvSpPr>
              <p:nvPr/>
            </p:nvSpPr>
            <p:spPr bwMode="auto">
              <a:xfrm>
                <a:off x="535802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1" name="Rectangle 17">
                <a:extLst>
                  <a:ext uri="{FF2B5EF4-FFF2-40B4-BE49-F238E27FC236}">
                    <a16:creationId xmlns:a16="http://schemas.microsoft.com/office/drawing/2014/main" id="{65DAB362-330B-46D1-BCA8-58DF84B02A0B}"/>
                  </a:ext>
                </a:extLst>
              </p:cNvPr>
              <p:cNvSpPr>
                <a:spLocks noChangeArrowheads="1"/>
              </p:cNvSpPr>
              <p:nvPr/>
            </p:nvSpPr>
            <p:spPr bwMode="auto">
              <a:xfrm>
                <a:off x="5812285"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2" name="Rectangle 18">
                <a:extLst>
                  <a:ext uri="{FF2B5EF4-FFF2-40B4-BE49-F238E27FC236}">
                    <a16:creationId xmlns:a16="http://schemas.microsoft.com/office/drawing/2014/main" id="{354D240F-C2AD-45B8-AC36-32AD2EAD65C6}"/>
                  </a:ext>
                </a:extLst>
              </p:cNvPr>
              <p:cNvSpPr>
                <a:spLocks noChangeArrowheads="1"/>
              </p:cNvSpPr>
              <p:nvPr/>
            </p:nvSpPr>
            <p:spPr bwMode="auto">
              <a:xfrm>
                <a:off x="6267717"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3" name="Rectangle 19">
                <a:extLst>
                  <a:ext uri="{FF2B5EF4-FFF2-40B4-BE49-F238E27FC236}">
                    <a16:creationId xmlns:a16="http://schemas.microsoft.com/office/drawing/2014/main" id="{90E2C084-FE42-498D-9DD1-54C9F1833304}"/>
                  </a:ext>
                </a:extLst>
              </p:cNvPr>
              <p:cNvSpPr>
                <a:spLocks noChangeArrowheads="1"/>
              </p:cNvSpPr>
              <p:nvPr/>
            </p:nvSpPr>
            <p:spPr bwMode="auto">
              <a:xfrm>
                <a:off x="672198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4" name="Rectangle 20">
                <a:extLst>
                  <a:ext uri="{FF2B5EF4-FFF2-40B4-BE49-F238E27FC236}">
                    <a16:creationId xmlns:a16="http://schemas.microsoft.com/office/drawing/2014/main" id="{C350DA86-5C2C-4CB7-B1CC-4409FC68993E}"/>
                  </a:ext>
                </a:extLst>
              </p:cNvPr>
              <p:cNvSpPr>
                <a:spLocks noChangeArrowheads="1"/>
              </p:cNvSpPr>
              <p:nvPr/>
            </p:nvSpPr>
            <p:spPr bwMode="auto">
              <a:xfrm>
                <a:off x="7177414"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5" name="Rectangle 21">
                <a:extLst>
                  <a:ext uri="{FF2B5EF4-FFF2-40B4-BE49-F238E27FC236}">
                    <a16:creationId xmlns:a16="http://schemas.microsoft.com/office/drawing/2014/main" id="{3476D016-BE0E-40FB-AE03-36C7206310DC}"/>
                  </a:ext>
                </a:extLst>
              </p:cNvPr>
              <p:cNvSpPr>
                <a:spLocks noChangeArrowheads="1"/>
              </p:cNvSpPr>
              <p:nvPr/>
            </p:nvSpPr>
            <p:spPr bwMode="auto">
              <a:xfrm>
                <a:off x="7631676"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6" name="Rectangle 22">
                <a:extLst>
                  <a:ext uri="{FF2B5EF4-FFF2-40B4-BE49-F238E27FC236}">
                    <a16:creationId xmlns:a16="http://schemas.microsoft.com/office/drawing/2014/main" id="{4207A264-69D9-418A-8329-92D261B9B62C}"/>
                  </a:ext>
                </a:extLst>
              </p:cNvPr>
              <p:cNvSpPr>
                <a:spLocks noChangeArrowheads="1"/>
              </p:cNvSpPr>
              <p:nvPr/>
            </p:nvSpPr>
            <p:spPr bwMode="auto">
              <a:xfrm>
                <a:off x="8087109"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7" name="Rectangle 23">
                <a:extLst>
                  <a:ext uri="{FF2B5EF4-FFF2-40B4-BE49-F238E27FC236}">
                    <a16:creationId xmlns:a16="http://schemas.microsoft.com/office/drawing/2014/main" id="{A6B0A29B-A2CB-436D-9F5A-97AC9E9B35A6}"/>
                  </a:ext>
                </a:extLst>
              </p:cNvPr>
              <p:cNvSpPr>
                <a:spLocks noChangeArrowheads="1"/>
              </p:cNvSpPr>
              <p:nvPr/>
            </p:nvSpPr>
            <p:spPr bwMode="auto">
              <a:xfrm>
                <a:off x="8541372"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8" name="Rectangle 24">
                <a:extLst>
                  <a:ext uri="{FF2B5EF4-FFF2-40B4-BE49-F238E27FC236}">
                    <a16:creationId xmlns:a16="http://schemas.microsoft.com/office/drawing/2014/main" id="{E9855E46-BFAF-42D9-AC3D-C449C9315DD0}"/>
                  </a:ext>
                </a:extLst>
              </p:cNvPr>
              <p:cNvSpPr>
                <a:spLocks noChangeArrowheads="1"/>
              </p:cNvSpPr>
              <p:nvPr/>
            </p:nvSpPr>
            <p:spPr bwMode="auto">
              <a:xfrm>
                <a:off x="8996805"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9" name="Rectangle 25">
                <a:extLst>
                  <a:ext uri="{FF2B5EF4-FFF2-40B4-BE49-F238E27FC236}">
                    <a16:creationId xmlns:a16="http://schemas.microsoft.com/office/drawing/2014/main" id="{8A0832E2-B419-44F2-AA90-20EF152828FB}"/>
                  </a:ext>
                </a:extLst>
              </p:cNvPr>
              <p:cNvSpPr>
                <a:spLocks noChangeArrowheads="1"/>
              </p:cNvSpPr>
              <p:nvPr/>
            </p:nvSpPr>
            <p:spPr bwMode="auto">
              <a:xfrm>
                <a:off x="9451068"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0" name="Rectangle 26">
                <a:extLst>
                  <a:ext uri="{FF2B5EF4-FFF2-40B4-BE49-F238E27FC236}">
                    <a16:creationId xmlns:a16="http://schemas.microsoft.com/office/drawing/2014/main" id="{19E36BF2-3D4E-4C2B-8D4A-DCF9E92FAEDD}"/>
                  </a:ext>
                </a:extLst>
              </p:cNvPr>
              <p:cNvSpPr>
                <a:spLocks noChangeArrowheads="1"/>
              </p:cNvSpPr>
              <p:nvPr/>
            </p:nvSpPr>
            <p:spPr bwMode="auto">
              <a:xfrm>
                <a:off x="9906501"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1" name="Rectangle 27">
                <a:extLst>
                  <a:ext uri="{FF2B5EF4-FFF2-40B4-BE49-F238E27FC236}">
                    <a16:creationId xmlns:a16="http://schemas.microsoft.com/office/drawing/2014/main" id="{038C7A5F-FE20-45D2-9A21-6F27B6DEE723}"/>
                  </a:ext>
                </a:extLst>
              </p:cNvPr>
              <p:cNvSpPr>
                <a:spLocks noChangeArrowheads="1"/>
              </p:cNvSpPr>
              <p:nvPr/>
            </p:nvSpPr>
            <p:spPr bwMode="auto">
              <a:xfrm>
                <a:off x="10360763"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2" name="Rectangle 28">
                <a:extLst>
                  <a:ext uri="{FF2B5EF4-FFF2-40B4-BE49-F238E27FC236}">
                    <a16:creationId xmlns:a16="http://schemas.microsoft.com/office/drawing/2014/main" id="{E6296672-5055-43EF-8C50-F99741CCADCF}"/>
                  </a:ext>
                </a:extLst>
              </p:cNvPr>
              <p:cNvSpPr>
                <a:spLocks noChangeArrowheads="1"/>
              </p:cNvSpPr>
              <p:nvPr/>
            </p:nvSpPr>
            <p:spPr bwMode="auto">
              <a:xfrm>
                <a:off x="10816197"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3" name="Rectangle 29">
                <a:extLst>
                  <a:ext uri="{FF2B5EF4-FFF2-40B4-BE49-F238E27FC236}">
                    <a16:creationId xmlns:a16="http://schemas.microsoft.com/office/drawing/2014/main" id="{9F789C90-FBCD-48B5-800E-4829555286BD}"/>
                  </a:ext>
                </a:extLst>
              </p:cNvPr>
              <p:cNvSpPr>
                <a:spLocks noChangeArrowheads="1"/>
              </p:cNvSpPr>
              <p:nvPr/>
            </p:nvSpPr>
            <p:spPr bwMode="auto">
              <a:xfrm>
                <a:off x="1127046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4" name="Rectangle 30">
                <a:extLst>
                  <a:ext uri="{FF2B5EF4-FFF2-40B4-BE49-F238E27FC236}">
                    <a16:creationId xmlns:a16="http://schemas.microsoft.com/office/drawing/2014/main" id="{DDF49BA7-3A02-4020-A1E4-11270C686243}"/>
                  </a:ext>
                </a:extLst>
              </p:cNvPr>
              <p:cNvSpPr>
                <a:spLocks noChangeArrowheads="1"/>
              </p:cNvSpPr>
              <p:nvPr/>
            </p:nvSpPr>
            <p:spPr bwMode="auto">
              <a:xfrm>
                <a:off x="1172589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6" name="Group 15">
              <a:extLst>
                <a:ext uri="{FF2B5EF4-FFF2-40B4-BE49-F238E27FC236}">
                  <a16:creationId xmlns:a16="http://schemas.microsoft.com/office/drawing/2014/main" id="{66A8B488-F73F-46BA-AAC6-FAAE1D26CA95}"/>
                </a:ext>
              </a:extLst>
            </p:cNvPr>
            <p:cNvGrpSpPr/>
            <p:nvPr/>
          </p:nvGrpSpPr>
          <p:grpSpPr>
            <a:xfrm>
              <a:off x="354110" y="2352251"/>
              <a:ext cx="11480604" cy="108822"/>
              <a:chOff x="354110" y="2358964"/>
              <a:chExt cx="11480604" cy="108822"/>
            </a:xfrm>
            <a:grpFill/>
          </p:grpSpPr>
          <p:sp>
            <p:nvSpPr>
              <p:cNvPr id="233" name="Rectangle 32">
                <a:extLst>
                  <a:ext uri="{FF2B5EF4-FFF2-40B4-BE49-F238E27FC236}">
                    <a16:creationId xmlns:a16="http://schemas.microsoft.com/office/drawing/2014/main" id="{B4B13D94-DCE1-468B-AF50-848FB46E4948}"/>
                  </a:ext>
                </a:extLst>
              </p:cNvPr>
              <p:cNvSpPr>
                <a:spLocks noChangeArrowheads="1"/>
              </p:cNvSpPr>
              <p:nvPr/>
            </p:nvSpPr>
            <p:spPr bwMode="auto">
              <a:xfrm>
                <a:off x="35411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4" name="Rectangle 33">
                <a:extLst>
                  <a:ext uri="{FF2B5EF4-FFF2-40B4-BE49-F238E27FC236}">
                    <a16:creationId xmlns:a16="http://schemas.microsoft.com/office/drawing/2014/main" id="{D42897BB-EFBB-4C3E-B7D8-39558C9973F8}"/>
                  </a:ext>
                </a:extLst>
              </p:cNvPr>
              <p:cNvSpPr>
                <a:spLocks noChangeArrowheads="1"/>
              </p:cNvSpPr>
              <p:nvPr/>
            </p:nvSpPr>
            <p:spPr bwMode="auto">
              <a:xfrm>
                <a:off x="80954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5" name="Rectangle 34">
                <a:extLst>
                  <a:ext uri="{FF2B5EF4-FFF2-40B4-BE49-F238E27FC236}">
                    <a16:creationId xmlns:a16="http://schemas.microsoft.com/office/drawing/2014/main" id="{4FAE9ED1-B75E-4074-8A29-538EBAC75111}"/>
                  </a:ext>
                </a:extLst>
              </p:cNvPr>
              <p:cNvSpPr>
                <a:spLocks noChangeArrowheads="1"/>
              </p:cNvSpPr>
              <p:nvPr/>
            </p:nvSpPr>
            <p:spPr bwMode="auto">
              <a:xfrm>
                <a:off x="1263805"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6" name="Rectangle 35">
                <a:extLst>
                  <a:ext uri="{FF2B5EF4-FFF2-40B4-BE49-F238E27FC236}">
                    <a16:creationId xmlns:a16="http://schemas.microsoft.com/office/drawing/2014/main" id="{04AF33C2-82DD-4449-B5ED-C6E11A9176B9}"/>
                  </a:ext>
                </a:extLst>
              </p:cNvPr>
              <p:cNvSpPr>
                <a:spLocks noChangeArrowheads="1"/>
              </p:cNvSpPr>
              <p:nvPr/>
            </p:nvSpPr>
            <p:spPr bwMode="auto">
              <a:xfrm>
                <a:off x="1719239"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7" name="Rectangle 36">
                <a:extLst>
                  <a:ext uri="{FF2B5EF4-FFF2-40B4-BE49-F238E27FC236}">
                    <a16:creationId xmlns:a16="http://schemas.microsoft.com/office/drawing/2014/main" id="{A402AA2F-3566-4F90-A3D7-2F6ACC0596DC}"/>
                  </a:ext>
                </a:extLst>
              </p:cNvPr>
              <p:cNvSpPr>
                <a:spLocks noChangeArrowheads="1"/>
              </p:cNvSpPr>
              <p:nvPr/>
            </p:nvSpPr>
            <p:spPr bwMode="auto">
              <a:xfrm>
                <a:off x="2173502"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8" name="Rectangle 37">
                <a:extLst>
                  <a:ext uri="{FF2B5EF4-FFF2-40B4-BE49-F238E27FC236}">
                    <a16:creationId xmlns:a16="http://schemas.microsoft.com/office/drawing/2014/main" id="{12257C74-8FE2-4A5A-AE7D-4253FD48B2A6}"/>
                  </a:ext>
                </a:extLst>
              </p:cNvPr>
              <p:cNvSpPr>
                <a:spLocks noChangeArrowheads="1"/>
              </p:cNvSpPr>
              <p:nvPr/>
            </p:nvSpPr>
            <p:spPr bwMode="auto">
              <a:xfrm>
                <a:off x="2628934"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9" name="Rectangle 38">
                <a:extLst>
                  <a:ext uri="{FF2B5EF4-FFF2-40B4-BE49-F238E27FC236}">
                    <a16:creationId xmlns:a16="http://schemas.microsoft.com/office/drawing/2014/main" id="{EDCCE78B-73E1-4347-A0AB-893F31DE0D72}"/>
                  </a:ext>
                </a:extLst>
              </p:cNvPr>
              <p:cNvSpPr>
                <a:spLocks noChangeArrowheads="1"/>
              </p:cNvSpPr>
              <p:nvPr/>
            </p:nvSpPr>
            <p:spPr bwMode="auto">
              <a:xfrm>
                <a:off x="3083197"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0" name="Rectangle 39">
                <a:extLst>
                  <a:ext uri="{FF2B5EF4-FFF2-40B4-BE49-F238E27FC236}">
                    <a16:creationId xmlns:a16="http://schemas.microsoft.com/office/drawing/2014/main" id="{71A20C81-1914-4715-86F6-FC2A3887F217}"/>
                  </a:ext>
                </a:extLst>
              </p:cNvPr>
              <p:cNvSpPr>
                <a:spLocks noChangeArrowheads="1"/>
              </p:cNvSpPr>
              <p:nvPr/>
            </p:nvSpPr>
            <p:spPr bwMode="auto">
              <a:xfrm>
                <a:off x="3538630"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1" name="Rectangle 40">
                <a:extLst>
                  <a:ext uri="{FF2B5EF4-FFF2-40B4-BE49-F238E27FC236}">
                    <a16:creationId xmlns:a16="http://schemas.microsoft.com/office/drawing/2014/main" id="{30EB0F8B-2241-4BB6-B10C-10150726F1C8}"/>
                  </a:ext>
                </a:extLst>
              </p:cNvPr>
              <p:cNvSpPr>
                <a:spLocks noChangeArrowheads="1"/>
              </p:cNvSpPr>
              <p:nvPr/>
            </p:nvSpPr>
            <p:spPr bwMode="auto">
              <a:xfrm>
                <a:off x="3992893"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2" name="Rectangle 41">
                <a:extLst>
                  <a:ext uri="{FF2B5EF4-FFF2-40B4-BE49-F238E27FC236}">
                    <a16:creationId xmlns:a16="http://schemas.microsoft.com/office/drawing/2014/main" id="{93DC7C70-8C17-43A4-9F9B-0C24A1A8816F}"/>
                  </a:ext>
                </a:extLst>
              </p:cNvPr>
              <p:cNvSpPr>
                <a:spLocks noChangeArrowheads="1"/>
              </p:cNvSpPr>
              <p:nvPr/>
            </p:nvSpPr>
            <p:spPr bwMode="auto">
              <a:xfrm>
                <a:off x="4448326"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3" name="Rectangle 42">
                <a:extLst>
                  <a:ext uri="{FF2B5EF4-FFF2-40B4-BE49-F238E27FC236}">
                    <a16:creationId xmlns:a16="http://schemas.microsoft.com/office/drawing/2014/main" id="{700DA9A2-C7ED-46FB-B7ED-912E60E91053}"/>
                  </a:ext>
                </a:extLst>
              </p:cNvPr>
              <p:cNvSpPr>
                <a:spLocks noChangeArrowheads="1"/>
              </p:cNvSpPr>
              <p:nvPr/>
            </p:nvSpPr>
            <p:spPr bwMode="auto">
              <a:xfrm>
                <a:off x="4902589"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4" name="Rectangle 43">
                <a:extLst>
                  <a:ext uri="{FF2B5EF4-FFF2-40B4-BE49-F238E27FC236}">
                    <a16:creationId xmlns:a16="http://schemas.microsoft.com/office/drawing/2014/main" id="{23993B3F-B1E2-4626-915E-30EA0C27114C}"/>
                  </a:ext>
                </a:extLst>
              </p:cNvPr>
              <p:cNvSpPr>
                <a:spLocks noChangeArrowheads="1"/>
              </p:cNvSpPr>
              <p:nvPr/>
            </p:nvSpPr>
            <p:spPr bwMode="auto">
              <a:xfrm>
                <a:off x="535802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5" name="Rectangle 44">
                <a:extLst>
                  <a:ext uri="{FF2B5EF4-FFF2-40B4-BE49-F238E27FC236}">
                    <a16:creationId xmlns:a16="http://schemas.microsoft.com/office/drawing/2014/main" id="{70A847F2-326C-4A11-90C5-5A5E3BC0062F}"/>
                  </a:ext>
                </a:extLst>
              </p:cNvPr>
              <p:cNvSpPr>
                <a:spLocks noChangeArrowheads="1"/>
              </p:cNvSpPr>
              <p:nvPr/>
            </p:nvSpPr>
            <p:spPr bwMode="auto">
              <a:xfrm>
                <a:off x="5812285"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6" name="Rectangle 45">
                <a:extLst>
                  <a:ext uri="{FF2B5EF4-FFF2-40B4-BE49-F238E27FC236}">
                    <a16:creationId xmlns:a16="http://schemas.microsoft.com/office/drawing/2014/main" id="{D050CF34-CB80-475B-86F9-30114A7E6141}"/>
                  </a:ext>
                </a:extLst>
              </p:cNvPr>
              <p:cNvSpPr>
                <a:spLocks noChangeArrowheads="1"/>
              </p:cNvSpPr>
              <p:nvPr/>
            </p:nvSpPr>
            <p:spPr bwMode="auto">
              <a:xfrm>
                <a:off x="6267717"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7" name="Rectangle 46">
                <a:extLst>
                  <a:ext uri="{FF2B5EF4-FFF2-40B4-BE49-F238E27FC236}">
                    <a16:creationId xmlns:a16="http://schemas.microsoft.com/office/drawing/2014/main" id="{72F7682D-8B8B-4827-9F84-5A883F25751E}"/>
                  </a:ext>
                </a:extLst>
              </p:cNvPr>
              <p:cNvSpPr>
                <a:spLocks noChangeArrowheads="1"/>
              </p:cNvSpPr>
              <p:nvPr/>
            </p:nvSpPr>
            <p:spPr bwMode="auto">
              <a:xfrm>
                <a:off x="672198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8" name="Rectangle 47">
                <a:extLst>
                  <a:ext uri="{FF2B5EF4-FFF2-40B4-BE49-F238E27FC236}">
                    <a16:creationId xmlns:a16="http://schemas.microsoft.com/office/drawing/2014/main" id="{096B96DB-AD07-4F59-8D81-878896D609D6}"/>
                  </a:ext>
                </a:extLst>
              </p:cNvPr>
              <p:cNvSpPr>
                <a:spLocks noChangeArrowheads="1"/>
              </p:cNvSpPr>
              <p:nvPr/>
            </p:nvSpPr>
            <p:spPr bwMode="auto">
              <a:xfrm>
                <a:off x="7177414"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9" name="Rectangle 48">
                <a:extLst>
                  <a:ext uri="{FF2B5EF4-FFF2-40B4-BE49-F238E27FC236}">
                    <a16:creationId xmlns:a16="http://schemas.microsoft.com/office/drawing/2014/main" id="{8B2388B0-7437-4F3C-B5AF-A99838656D00}"/>
                  </a:ext>
                </a:extLst>
              </p:cNvPr>
              <p:cNvSpPr>
                <a:spLocks noChangeArrowheads="1"/>
              </p:cNvSpPr>
              <p:nvPr/>
            </p:nvSpPr>
            <p:spPr bwMode="auto">
              <a:xfrm>
                <a:off x="7631676"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0" name="Rectangle 49">
                <a:extLst>
                  <a:ext uri="{FF2B5EF4-FFF2-40B4-BE49-F238E27FC236}">
                    <a16:creationId xmlns:a16="http://schemas.microsoft.com/office/drawing/2014/main" id="{FBE62A09-5F6A-4BC0-9413-4B7222385A07}"/>
                  </a:ext>
                </a:extLst>
              </p:cNvPr>
              <p:cNvSpPr>
                <a:spLocks noChangeArrowheads="1"/>
              </p:cNvSpPr>
              <p:nvPr/>
            </p:nvSpPr>
            <p:spPr bwMode="auto">
              <a:xfrm>
                <a:off x="8087109"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1" name="Rectangle 50">
                <a:extLst>
                  <a:ext uri="{FF2B5EF4-FFF2-40B4-BE49-F238E27FC236}">
                    <a16:creationId xmlns:a16="http://schemas.microsoft.com/office/drawing/2014/main" id="{FD4120A0-F176-4CF5-BD30-0A467CCD63B4}"/>
                  </a:ext>
                </a:extLst>
              </p:cNvPr>
              <p:cNvSpPr>
                <a:spLocks noChangeArrowheads="1"/>
              </p:cNvSpPr>
              <p:nvPr/>
            </p:nvSpPr>
            <p:spPr bwMode="auto">
              <a:xfrm>
                <a:off x="8541372"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2" name="Rectangle 51">
                <a:extLst>
                  <a:ext uri="{FF2B5EF4-FFF2-40B4-BE49-F238E27FC236}">
                    <a16:creationId xmlns:a16="http://schemas.microsoft.com/office/drawing/2014/main" id="{8075DBF6-9812-49E0-8973-F29DF4621992}"/>
                  </a:ext>
                </a:extLst>
              </p:cNvPr>
              <p:cNvSpPr>
                <a:spLocks noChangeArrowheads="1"/>
              </p:cNvSpPr>
              <p:nvPr/>
            </p:nvSpPr>
            <p:spPr bwMode="auto">
              <a:xfrm>
                <a:off x="8996805"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3" name="Rectangle 52">
                <a:extLst>
                  <a:ext uri="{FF2B5EF4-FFF2-40B4-BE49-F238E27FC236}">
                    <a16:creationId xmlns:a16="http://schemas.microsoft.com/office/drawing/2014/main" id="{55CA37AD-A3E1-4489-9138-C3852B352A18}"/>
                  </a:ext>
                </a:extLst>
              </p:cNvPr>
              <p:cNvSpPr>
                <a:spLocks noChangeArrowheads="1"/>
              </p:cNvSpPr>
              <p:nvPr/>
            </p:nvSpPr>
            <p:spPr bwMode="auto">
              <a:xfrm>
                <a:off x="9451068"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4" name="Rectangle 53">
                <a:extLst>
                  <a:ext uri="{FF2B5EF4-FFF2-40B4-BE49-F238E27FC236}">
                    <a16:creationId xmlns:a16="http://schemas.microsoft.com/office/drawing/2014/main" id="{C88268CA-A454-432A-BBC6-F3C2F2736E0C}"/>
                  </a:ext>
                </a:extLst>
              </p:cNvPr>
              <p:cNvSpPr>
                <a:spLocks noChangeArrowheads="1"/>
              </p:cNvSpPr>
              <p:nvPr/>
            </p:nvSpPr>
            <p:spPr bwMode="auto">
              <a:xfrm>
                <a:off x="9906501"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5" name="Rectangle 54">
                <a:extLst>
                  <a:ext uri="{FF2B5EF4-FFF2-40B4-BE49-F238E27FC236}">
                    <a16:creationId xmlns:a16="http://schemas.microsoft.com/office/drawing/2014/main" id="{3EA71045-4C26-49CD-944A-9D37A7B68674}"/>
                  </a:ext>
                </a:extLst>
              </p:cNvPr>
              <p:cNvSpPr>
                <a:spLocks noChangeArrowheads="1"/>
              </p:cNvSpPr>
              <p:nvPr/>
            </p:nvSpPr>
            <p:spPr bwMode="auto">
              <a:xfrm>
                <a:off x="10360763"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6" name="Rectangle 55">
                <a:extLst>
                  <a:ext uri="{FF2B5EF4-FFF2-40B4-BE49-F238E27FC236}">
                    <a16:creationId xmlns:a16="http://schemas.microsoft.com/office/drawing/2014/main" id="{4CA66C44-3E69-4CC0-BE3E-5099678F39E7}"/>
                  </a:ext>
                </a:extLst>
              </p:cNvPr>
              <p:cNvSpPr>
                <a:spLocks noChangeArrowheads="1"/>
              </p:cNvSpPr>
              <p:nvPr/>
            </p:nvSpPr>
            <p:spPr bwMode="auto">
              <a:xfrm>
                <a:off x="10816197"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7" name="Rectangle 56">
                <a:extLst>
                  <a:ext uri="{FF2B5EF4-FFF2-40B4-BE49-F238E27FC236}">
                    <a16:creationId xmlns:a16="http://schemas.microsoft.com/office/drawing/2014/main" id="{DBCD939E-7346-4FE8-9A9E-3196A1634058}"/>
                  </a:ext>
                </a:extLst>
              </p:cNvPr>
              <p:cNvSpPr>
                <a:spLocks noChangeArrowheads="1"/>
              </p:cNvSpPr>
              <p:nvPr/>
            </p:nvSpPr>
            <p:spPr bwMode="auto">
              <a:xfrm>
                <a:off x="1127046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8" name="Rectangle 57">
                <a:extLst>
                  <a:ext uri="{FF2B5EF4-FFF2-40B4-BE49-F238E27FC236}">
                    <a16:creationId xmlns:a16="http://schemas.microsoft.com/office/drawing/2014/main" id="{2048A8D9-1609-4979-9E04-CE3C74005214}"/>
                  </a:ext>
                </a:extLst>
              </p:cNvPr>
              <p:cNvSpPr>
                <a:spLocks noChangeArrowheads="1"/>
              </p:cNvSpPr>
              <p:nvPr/>
            </p:nvSpPr>
            <p:spPr bwMode="auto">
              <a:xfrm>
                <a:off x="1172589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7" name="Group 16">
              <a:extLst>
                <a:ext uri="{FF2B5EF4-FFF2-40B4-BE49-F238E27FC236}">
                  <a16:creationId xmlns:a16="http://schemas.microsoft.com/office/drawing/2014/main" id="{518EF978-EC3B-4512-9384-D9CDBEA6D3B0}"/>
                </a:ext>
              </a:extLst>
            </p:cNvPr>
            <p:cNvGrpSpPr/>
            <p:nvPr/>
          </p:nvGrpSpPr>
          <p:grpSpPr>
            <a:xfrm>
              <a:off x="354110" y="2857795"/>
              <a:ext cx="11480604" cy="109990"/>
              <a:chOff x="354110" y="2866188"/>
              <a:chExt cx="11480604" cy="109990"/>
            </a:xfrm>
            <a:grpFill/>
          </p:grpSpPr>
          <p:sp>
            <p:nvSpPr>
              <p:cNvPr id="207" name="Rectangle 59">
                <a:extLst>
                  <a:ext uri="{FF2B5EF4-FFF2-40B4-BE49-F238E27FC236}">
                    <a16:creationId xmlns:a16="http://schemas.microsoft.com/office/drawing/2014/main" id="{1CDD4CCD-B616-436B-A3FD-F9E6416D6160}"/>
                  </a:ext>
                </a:extLst>
              </p:cNvPr>
              <p:cNvSpPr>
                <a:spLocks noChangeArrowheads="1"/>
              </p:cNvSpPr>
              <p:nvPr/>
            </p:nvSpPr>
            <p:spPr bwMode="auto">
              <a:xfrm>
                <a:off x="35411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8" name="Rectangle 60">
                <a:extLst>
                  <a:ext uri="{FF2B5EF4-FFF2-40B4-BE49-F238E27FC236}">
                    <a16:creationId xmlns:a16="http://schemas.microsoft.com/office/drawing/2014/main" id="{C714A79D-593F-4D51-9527-0F7D44670155}"/>
                  </a:ext>
                </a:extLst>
              </p:cNvPr>
              <p:cNvSpPr>
                <a:spLocks noChangeArrowheads="1"/>
              </p:cNvSpPr>
              <p:nvPr/>
            </p:nvSpPr>
            <p:spPr bwMode="auto">
              <a:xfrm>
                <a:off x="80954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9" name="Rectangle 61">
                <a:extLst>
                  <a:ext uri="{FF2B5EF4-FFF2-40B4-BE49-F238E27FC236}">
                    <a16:creationId xmlns:a16="http://schemas.microsoft.com/office/drawing/2014/main" id="{E7C7988F-856E-46FD-8950-CCDDDA38CF67}"/>
                  </a:ext>
                </a:extLst>
              </p:cNvPr>
              <p:cNvSpPr>
                <a:spLocks noChangeArrowheads="1"/>
              </p:cNvSpPr>
              <p:nvPr/>
            </p:nvSpPr>
            <p:spPr bwMode="auto">
              <a:xfrm>
                <a:off x="1263805"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0" name="Rectangle 62">
                <a:extLst>
                  <a:ext uri="{FF2B5EF4-FFF2-40B4-BE49-F238E27FC236}">
                    <a16:creationId xmlns:a16="http://schemas.microsoft.com/office/drawing/2014/main" id="{6A604DC1-6DD7-4A5F-939D-B7E3D6B44599}"/>
                  </a:ext>
                </a:extLst>
              </p:cNvPr>
              <p:cNvSpPr>
                <a:spLocks noChangeArrowheads="1"/>
              </p:cNvSpPr>
              <p:nvPr/>
            </p:nvSpPr>
            <p:spPr bwMode="auto">
              <a:xfrm>
                <a:off x="1719239"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1" name="Rectangle 63">
                <a:extLst>
                  <a:ext uri="{FF2B5EF4-FFF2-40B4-BE49-F238E27FC236}">
                    <a16:creationId xmlns:a16="http://schemas.microsoft.com/office/drawing/2014/main" id="{5E841B6F-400E-43A2-BA9E-713E1210E2FC}"/>
                  </a:ext>
                </a:extLst>
              </p:cNvPr>
              <p:cNvSpPr>
                <a:spLocks noChangeArrowheads="1"/>
              </p:cNvSpPr>
              <p:nvPr/>
            </p:nvSpPr>
            <p:spPr bwMode="auto">
              <a:xfrm>
                <a:off x="2173502"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2" name="Rectangle 64">
                <a:extLst>
                  <a:ext uri="{FF2B5EF4-FFF2-40B4-BE49-F238E27FC236}">
                    <a16:creationId xmlns:a16="http://schemas.microsoft.com/office/drawing/2014/main" id="{EB3556E4-BBFF-4497-86CB-E08210DD43A4}"/>
                  </a:ext>
                </a:extLst>
              </p:cNvPr>
              <p:cNvSpPr>
                <a:spLocks noChangeArrowheads="1"/>
              </p:cNvSpPr>
              <p:nvPr/>
            </p:nvSpPr>
            <p:spPr bwMode="auto">
              <a:xfrm>
                <a:off x="2628934"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3" name="Rectangle 65">
                <a:extLst>
                  <a:ext uri="{FF2B5EF4-FFF2-40B4-BE49-F238E27FC236}">
                    <a16:creationId xmlns:a16="http://schemas.microsoft.com/office/drawing/2014/main" id="{4ED49176-4A95-47F2-9609-F517D91CE550}"/>
                  </a:ext>
                </a:extLst>
              </p:cNvPr>
              <p:cNvSpPr>
                <a:spLocks noChangeArrowheads="1"/>
              </p:cNvSpPr>
              <p:nvPr/>
            </p:nvSpPr>
            <p:spPr bwMode="auto">
              <a:xfrm>
                <a:off x="3083197"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4" name="Rectangle 66">
                <a:extLst>
                  <a:ext uri="{FF2B5EF4-FFF2-40B4-BE49-F238E27FC236}">
                    <a16:creationId xmlns:a16="http://schemas.microsoft.com/office/drawing/2014/main" id="{C285A21A-D02C-4E2C-9129-0E4FD1439834}"/>
                  </a:ext>
                </a:extLst>
              </p:cNvPr>
              <p:cNvSpPr>
                <a:spLocks noChangeArrowheads="1"/>
              </p:cNvSpPr>
              <p:nvPr/>
            </p:nvSpPr>
            <p:spPr bwMode="auto">
              <a:xfrm>
                <a:off x="3538630"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5" name="Rectangle 67">
                <a:extLst>
                  <a:ext uri="{FF2B5EF4-FFF2-40B4-BE49-F238E27FC236}">
                    <a16:creationId xmlns:a16="http://schemas.microsoft.com/office/drawing/2014/main" id="{0FAC70C0-5E77-440D-AA2C-C5F3A3CEC69B}"/>
                  </a:ext>
                </a:extLst>
              </p:cNvPr>
              <p:cNvSpPr>
                <a:spLocks noChangeArrowheads="1"/>
              </p:cNvSpPr>
              <p:nvPr/>
            </p:nvSpPr>
            <p:spPr bwMode="auto">
              <a:xfrm>
                <a:off x="3992893"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6" name="Rectangle 68">
                <a:extLst>
                  <a:ext uri="{FF2B5EF4-FFF2-40B4-BE49-F238E27FC236}">
                    <a16:creationId xmlns:a16="http://schemas.microsoft.com/office/drawing/2014/main" id="{5463B017-838F-413D-8764-821503622A96}"/>
                  </a:ext>
                </a:extLst>
              </p:cNvPr>
              <p:cNvSpPr>
                <a:spLocks noChangeArrowheads="1"/>
              </p:cNvSpPr>
              <p:nvPr/>
            </p:nvSpPr>
            <p:spPr bwMode="auto">
              <a:xfrm>
                <a:off x="4448326"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7" name="Rectangle 69">
                <a:extLst>
                  <a:ext uri="{FF2B5EF4-FFF2-40B4-BE49-F238E27FC236}">
                    <a16:creationId xmlns:a16="http://schemas.microsoft.com/office/drawing/2014/main" id="{D1A17899-795E-470F-B52B-0EE1A5143D8A}"/>
                  </a:ext>
                </a:extLst>
              </p:cNvPr>
              <p:cNvSpPr>
                <a:spLocks noChangeArrowheads="1"/>
              </p:cNvSpPr>
              <p:nvPr/>
            </p:nvSpPr>
            <p:spPr bwMode="auto">
              <a:xfrm>
                <a:off x="4902589"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8" name="Rectangle 70">
                <a:extLst>
                  <a:ext uri="{FF2B5EF4-FFF2-40B4-BE49-F238E27FC236}">
                    <a16:creationId xmlns:a16="http://schemas.microsoft.com/office/drawing/2014/main" id="{BFA98CD7-C296-4FF8-AEA4-137B730DF3A7}"/>
                  </a:ext>
                </a:extLst>
              </p:cNvPr>
              <p:cNvSpPr>
                <a:spLocks noChangeArrowheads="1"/>
              </p:cNvSpPr>
              <p:nvPr/>
            </p:nvSpPr>
            <p:spPr bwMode="auto">
              <a:xfrm>
                <a:off x="535802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9" name="Rectangle 71">
                <a:extLst>
                  <a:ext uri="{FF2B5EF4-FFF2-40B4-BE49-F238E27FC236}">
                    <a16:creationId xmlns:a16="http://schemas.microsoft.com/office/drawing/2014/main" id="{9F11BA7F-A440-4A5A-9145-C2CBF5DAF0D4}"/>
                  </a:ext>
                </a:extLst>
              </p:cNvPr>
              <p:cNvSpPr>
                <a:spLocks noChangeArrowheads="1"/>
              </p:cNvSpPr>
              <p:nvPr/>
            </p:nvSpPr>
            <p:spPr bwMode="auto">
              <a:xfrm>
                <a:off x="5812285"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0" name="Rectangle 72">
                <a:extLst>
                  <a:ext uri="{FF2B5EF4-FFF2-40B4-BE49-F238E27FC236}">
                    <a16:creationId xmlns:a16="http://schemas.microsoft.com/office/drawing/2014/main" id="{D21FFF55-7EAD-40FA-9864-F5B8971D1414}"/>
                  </a:ext>
                </a:extLst>
              </p:cNvPr>
              <p:cNvSpPr>
                <a:spLocks noChangeArrowheads="1"/>
              </p:cNvSpPr>
              <p:nvPr/>
            </p:nvSpPr>
            <p:spPr bwMode="auto">
              <a:xfrm>
                <a:off x="6267717"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1" name="Rectangle 73">
                <a:extLst>
                  <a:ext uri="{FF2B5EF4-FFF2-40B4-BE49-F238E27FC236}">
                    <a16:creationId xmlns:a16="http://schemas.microsoft.com/office/drawing/2014/main" id="{30F55C85-4BDF-4A1A-A90A-C676A9117308}"/>
                  </a:ext>
                </a:extLst>
              </p:cNvPr>
              <p:cNvSpPr>
                <a:spLocks noChangeArrowheads="1"/>
              </p:cNvSpPr>
              <p:nvPr/>
            </p:nvSpPr>
            <p:spPr bwMode="auto">
              <a:xfrm>
                <a:off x="672198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2" name="Rectangle 74">
                <a:extLst>
                  <a:ext uri="{FF2B5EF4-FFF2-40B4-BE49-F238E27FC236}">
                    <a16:creationId xmlns:a16="http://schemas.microsoft.com/office/drawing/2014/main" id="{CD376222-CE2E-460E-A86D-CEEFFC77F8CE}"/>
                  </a:ext>
                </a:extLst>
              </p:cNvPr>
              <p:cNvSpPr>
                <a:spLocks noChangeArrowheads="1"/>
              </p:cNvSpPr>
              <p:nvPr/>
            </p:nvSpPr>
            <p:spPr bwMode="auto">
              <a:xfrm>
                <a:off x="7177414"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3" name="Rectangle 75">
                <a:extLst>
                  <a:ext uri="{FF2B5EF4-FFF2-40B4-BE49-F238E27FC236}">
                    <a16:creationId xmlns:a16="http://schemas.microsoft.com/office/drawing/2014/main" id="{D9F6E244-E70D-4E98-BE65-616D29AD4DB0}"/>
                  </a:ext>
                </a:extLst>
              </p:cNvPr>
              <p:cNvSpPr>
                <a:spLocks noChangeArrowheads="1"/>
              </p:cNvSpPr>
              <p:nvPr/>
            </p:nvSpPr>
            <p:spPr bwMode="auto">
              <a:xfrm>
                <a:off x="7631676"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4" name="Rectangle 76">
                <a:extLst>
                  <a:ext uri="{FF2B5EF4-FFF2-40B4-BE49-F238E27FC236}">
                    <a16:creationId xmlns:a16="http://schemas.microsoft.com/office/drawing/2014/main" id="{E3B75F8F-57C0-4AD6-92A4-826B4281F4A1}"/>
                  </a:ext>
                </a:extLst>
              </p:cNvPr>
              <p:cNvSpPr>
                <a:spLocks noChangeArrowheads="1"/>
              </p:cNvSpPr>
              <p:nvPr/>
            </p:nvSpPr>
            <p:spPr bwMode="auto">
              <a:xfrm>
                <a:off x="8087109"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5" name="Rectangle 77">
                <a:extLst>
                  <a:ext uri="{FF2B5EF4-FFF2-40B4-BE49-F238E27FC236}">
                    <a16:creationId xmlns:a16="http://schemas.microsoft.com/office/drawing/2014/main" id="{A535E84C-3ECC-4B95-9FA9-A4AD23F2F270}"/>
                  </a:ext>
                </a:extLst>
              </p:cNvPr>
              <p:cNvSpPr>
                <a:spLocks noChangeArrowheads="1"/>
              </p:cNvSpPr>
              <p:nvPr/>
            </p:nvSpPr>
            <p:spPr bwMode="auto">
              <a:xfrm>
                <a:off x="8541372"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6" name="Rectangle 78">
                <a:extLst>
                  <a:ext uri="{FF2B5EF4-FFF2-40B4-BE49-F238E27FC236}">
                    <a16:creationId xmlns:a16="http://schemas.microsoft.com/office/drawing/2014/main" id="{B36D8AB3-727A-44D7-B945-11021E7E565E}"/>
                  </a:ext>
                </a:extLst>
              </p:cNvPr>
              <p:cNvSpPr>
                <a:spLocks noChangeArrowheads="1"/>
              </p:cNvSpPr>
              <p:nvPr/>
            </p:nvSpPr>
            <p:spPr bwMode="auto">
              <a:xfrm>
                <a:off x="8996805"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7" name="Rectangle 79">
                <a:extLst>
                  <a:ext uri="{FF2B5EF4-FFF2-40B4-BE49-F238E27FC236}">
                    <a16:creationId xmlns:a16="http://schemas.microsoft.com/office/drawing/2014/main" id="{D97F58A0-5D6C-414B-81E1-932E36D87F81}"/>
                  </a:ext>
                </a:extLst>
              </p:cNvPr>
              <p:cNvSpPr>
                <a:spLocks noChangeArrowheads="1"/>
              </p:cNvSpPr>
              <p:nvPr/>
            </p:nvSpPr>
            <p:spPr bwMode="auto">
              <a:xfrm>
                <a:off x="9451068"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8" name="Rectangle 80">
                <a:extLst>
                  <a:ext uri="{FF2B5EF4-FFF2-40B4-BE49-F238E27FC236}">
                    <a16:creationId xmlns:a16="http://schemas.microsoft.com/office/drawing/2014/main" id="{34645A3A-2DF2-467B-ADEC-66C2680074AA}"/>
                  </a:ext>
                </a:extLst>
              </p:cNvPr>
              <p:cNvSpPr>
                <a:spLocks noChangeArrowheads="1"/>
              </p:cNvSpPr>
              <p:nvPr/>
            </p:nvSpPr>
            <p:spPr bwMode="auto">
              <a:xfrm>
                <a:off x="9906501"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9" name="Rectangle 81">
                <a:extLst>
                  <a:ext uri="{FF2B5EF4-FFF2-40B4-BE49-F238E27FC236}">
                    <a16:creationId xmlns:a16="http://schemas.microsoft.com/office/drawing/2014/main" id="{2991A0D8-2D5D-4B08-9704-9BFB93B162FC}"/>
                  </a:ext>
                </a:extLst>
              </p:cNvPr>
              <p:cNvSpPr>
                <a:spLocks noChangeArrowheads="1"/>
              </p:cNvSpPr>
              <p:nvPr/>
            </p:nvSpPr>
            <p:spPr bwMode="auto">
              <a:xfrm>
                <a:off x="10360763"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0" name="Rectangle 82">
                <a:extLst>
                  <a:ext uri="{FF2B5EF4-FFF2-40B4-BE49-F238E27FC236}">
                    <a16:creationId xmlns:a16="http://schemas.microsoft.com/office/drawing/2014/main" id="{7128A5D3-8A8E-4A5B-ACA1-5A01DEAE2F4F}"/>
                  </a:ext>
                </a:extLst>
              </p:cNvPr>
              <p:cNvSpPr>
                <a:spLocks noChangeArrowheads="1"/>
              </p:cNvSpPr>
              <p:nvPr/>
            </p:nvSpPr>
            <p:spPr bwMode="auto">
              <a:xfrm>
                <a:off x="10816197"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1" name="Rectangle 83">
                <a:extLst>
                  <a:ext uri="{FF2B5EF4-FFF2-40B4-BE49-F238E27FC236}">
                    <a16:creationId xmlns:a16="http://schemas.microsoft.com/office/drawing/2014/main" id="{D017036E-3A97-4D6A-AA9F-AA9B8E3E0E34}"/>
                  </a:ext>
                </a:extLst>
              </p:cNvPr>
              <p:cNvSpPr>
                <a:spLocks noChangeArrowheads="1"/>
              </p:cNvSpPr>
              <p:nvPr/>
            </p:nvSpPr>
            <p:spPr bwMode="auto">
              <a:xfrm>
                <a:off x="1127046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2" name="Rectangle 84">
                <a:extLst>
                  <a:ext uri="{FF2B5EF4-FFF2-40B4-BE49-F238E27FC236}">
                    <a16:creationId xmlns:a16="http://schemas.microsoft.com/office/drawing/2014/main" id="{5BCCE486-20E6-47E4-96AF-5AFB021736FA}"/>
                  </a:ext>
                </a:extLst>
              </p:cNvPr>
              <p:cNvSpPr>
                <a:spLocks noChangeArrowheads="1"/>
              </p:cNvSpPr>
              <p:nvPr/>
            </p:nvSpPr>
            <p:spPr bwMode="auto">
              <a:xfrm>
                <a:off x="1172589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8" name="Group 17">
              <a:extLst>
                <a:ext uri="{FF2B5EF4-FFF2-40B4-BE49-F238E27FC236}">
                  <a16:creationId xmlns:a16="http://schemas.microsoft.com/office/drawing/2014/main" id="{906BB728-4849-4082-9FF0-0EA3AABEBCF4}"/>
                </a:ext>
              </a:extLst>
            </p:cNvPr>
            <p:cNvGrpSpPr/>
            <p:nvPr/>
          </p:nvGrpSpPr>
          <p:grpSpPr>
            <a:xfrm>
              <a:off x="354110" y="3364507"/>
              <a:ext cx="11480604" cy="109990"/>
              <a:chOff x="354110" y="3364062"/>
              <a:chExt cx="11480604" cy="109990"/>
            </a:xfrm>
            <a:grpFill/>
          </p:grpSpPr>
          <p:sp>
            <p:nvSpPr>
              <p:cNvPr id="181" name="Rectangle 5">
                <a:extLst>
                  <a:ext uri="{FF2B5EF4-FFF2-40B4-BE49-F238E27FC236}">
                    <a16:creationId xmlns:a16="http://schemas.microsoft.com/office/drawing/2014/main" id="{AC28E286-CB3B-41B8-9829-2A09FD0F1C45}"/>
                  </a:ext>
                </a:extLst>
              </p:cNvPr>
              <p:cNvSpPr>
                <a:spLocks noChangeArrowheads="1"/>
              </p:cNvSpPr>
              <p:nvPr/>
            </p:nvSpPr>
            <p:spPr bwMode="auto">
              <a:xfrm>
                <a:off x="35411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2" name="Rectangle 6">
                <a:extLst>
                  <a:ext uri="{FF2B5EF4-FFF2-40B4-BE49-F238E27FC236}">
                    <a16:creationId xmlns:a16="http://schemas.microsoft.com/office/drawing/2014/main" id="{A6CBC9BD-AE25-437A-9246-679B5C4DB89C}"/>
                  </a:ext>
                </a:extLst>
              </p:cNvPr>
              <p:cNvSpPr>
                <a:spLocks noChangeArrowheads="1"/>
              </p:cNvSpPr>
              <p:nvPr/>
            </p:nvSpPr>
            <p:spPr bwMode="auto">
              <a:xfrm>
                <a:off x="80954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3" name="Rectangle 7">
                <a:extLst>
                  <a:ext uri="{FF2B5EF4-FFF2-40B4-BE49-F238E27FC236}">
                    <a16:creationId xmlns:a16="http://schemas.microsoft.com/office/drawing/2014/main" id="{BDB3BE91-D24B-44FB-A0BE-35ABBB231390}"/>
                  </a:ext>
                </a:extLst>
              </p:cNvPr>
              <p:cNvSpPr>
                <a:spLocks noChangeArrowheads="1"/>
              </p:cNvSpPr>
              <p:nvPr/>
            </p:nvSpPr>
            <p:spPr bwMode="auto">
              <a:xfrm>
                <a:off x="1263805"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4" name="Rectangle 8">
                <a:extLst>
                  <a:ext uri="{FF2B5EF4-FFF2-40B4-BE49-F238E27FC236}">
                    <a16:creationId xmlns:a16="http://schemas.microsoft.com/office/drawing/2014/main" id="{02BF76EB-C07C-40D8-ABF9-14A0E81337BD}"/>
                  </a:ext>
                </a:extLst>
              </p:cNvPr>
              <p:cNvSpPr>
                <a:spLocks noChangeArrowheads="1"/>
              </p:cNvSpPr>
              <p:nvPr/>
            </p:nvSpPr>
            <p:spPr bwMode="auto">
              <a:xfrm>
                <a:off x="1719239"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5" name="Rectangle 9">
                <a:extLst>
                  <a:ext uri="{FF2B5EF4-FFF2-40B4-BE49-F238E27FC236}">
                    <a16:creationId xmlns:a16="http://schemas.microsoft.com/office/drawing/2014/main" id="{FC0AC496-1F3F-4359-904E-5527E0BAD729}"/>
                  </a:ext>
                </a:extLst>
              </p:cNvPr>
              <p:cNvSpPr>
                <a:spLocks noChangeArrowheads="1"/>
              </p:cNvSpPr>
              <p:nvPr/>
            </p:nvSpPr>
            <p:spPr bwMode="auto">
              <a:xfrm>
                <a:off x="2173502"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6" name="Rectangle 10">
                <a:extLst>
                  <a:ext uri="{FF2B5EF4-FFF2-40B4-BE49-F238E27FC236}">
                    <a16:creationId xmlns:a16="http://schemas.microsoft.com/office/drawing/2014/main" id="{67A5809D-4B79-4E2A-8B9D-C29BBE187DEB}"/>
                  </a:ext>
                </a:extLst>
              </p:cNvPr>
              <p:cNvSpPr>
                <a:spLocks noChangeArrowheads="1"/>
              </p:cNvSpPr>
              <p:nvPr/>
            </p:nvSpPr>
            <p:spPr bwMode="auto">
              <a:xfrm>
                <a:off x="2628934"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7" name="Rectangle 11">
                <a:extLst>
                  <a:ext uri="{FF2B5EF4-FFF2-40B4-BE49-F238E27FC236}">
                    <a16:creationId xmlns:a16="http://schemas.microsoft.com/office/drawing/2014/main" id="{5FA8A205-5CFE-4939-86AC-E0D585AB2216}"/>
                  </a:ext>
                </a:extLst>
              </p:cNvPr>
              <p:cNvSpPr>
                <a:spLocks noChangeArrowheads="1"/>
              </p:cNvSpPr>
              <p:nvPr/>
            </p:nvSpPr>
            <p:spPr bwMode="auto">
              <a:xfrm>
                <a:off x="3083197"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8" name="Rectangle 12">
                <a:extLst>
                  <a:ext uri="{FF2B5EF4-FFF2-40B4-BE49-F238E27FC236}">
                    <a16:creationId xmlns:a16="http://schemas.microsoft.com/office/drawing/2014/main" id="{553F272B-5533-4FB6-A9F0-875A21EC046E}"/>
                  </a:ext>
                </a:extLst>
              </p:cNvPr>
              <p:cNvSpPr>
                <a:spLocks noChangeArrowheads="1"/>
              </p:cNvSpPr>
              <p:nvPr/>
            </p:nvSpPr>
            <p:spPr bwMode="auto">
              <a:xfrm>
                <a:off x="3538630"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9" name="Rectangle 13">
                <a:extLst>
                  <a:ext uri="{FF2B5EF4-FFF2-40B4-BE49-F238E27FC236}">
                    <a16:creationId xmlns:a16="http://schemas.microsoft.com/office/drawing/2014/main" id="{187F64CB-DEFF-42C8-A80D-BF5D20C7E7BB}"/>
                  </a:ext>
                </a:extLst>
              </p:cNvPr>
              <p:cNvSpPr>
                <a:spLocks noChangeArrowheads="1"/>
              </p:cNvSpPr>
              <p:nvPr/>
            </p:nvSpPr>
            <p:spPr bwMode="auto">
              <a:xfrm>
                <a:off x="3992893"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0" name="Rectangle 14">
                <a:extLst>
                  <a:ext uri="{FF2B5EF4-FFF2-40B4-BE49-F238E27FC236}">
                    <a16:creationId xmlns:a16="http://schemas.microsoft.com/office/drawing/2014/main" id="{D8A81EE6-EC79-451C-8888-B85838267DFF}"/>
                  </a:ext>
                </a:extLst>
              </p:cNvPr>
              <p:cNvSpPr>
                <a:spLocks noChangeArrowheads="1"/>
              </p:cNvSpPr>
              <p:nvPr/>
            </p:nvSpPr>
            <p:spPr bwMode="auto">
              <a:xfrm>
                <a:off x="4448326"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1" name="Rectangle 15">
                <a:extLst>
                  <a:ext uri="{FF2B5EF4-FFF2-40B4-BE49-F238E27FC236}">
                    <a16:creationId xmlns:a16="http://schemas.microsoft.com/office/drawing/2014/main" id="{2F75E8FE-AE95-4C7F-8BE5-50A035B1B1A2}"/>
                  </a:ext>
                </a:extLst>
              </p:cNvPr>
              <p:cNvSpPr>
                <a:spLocks noChangeArrowheads="1"/>
              </p:cNvSpPr>
              <p:nvPr/>
            </p:nvSpPr>
            <p:spPr bwMode="auto">
              <a:xfrm>
                <a:off x="4902589"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2" name="Rectangle 16">
                <a:extLst>
                  <a:ext uri="{FF2B5EF4-FFF2-40B4-BE49-F238E27FC236}">
                    <a16:creationId xmlns:a16="http://schemas.microsoft.com/office/drawing/2014/main" id="{521C11C5-735B-4510-A6D4-19E284955808}"/>
                  </a:ext>
                </a:extLst>
              </p:cNvPr>
              <p:cNvSpPr>
                <a:spLocks noChangeArrowheads="1"/>
              </p:cNvSpPr>
              <p:nvPr/>
            </p:nvSpPr>
            <p:spPr bwMode="auto">
              <a:xfrm>
                <a:off x="535802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3" name="Rectangle 17">
                <a:extLst>
                  <a:ext uri="{FF2B5EF4-FFF2-40B4-BE49-F238E27FC236}">
                    <a16:creationId xmlns:a16="http://schemas.microsoft.com/office/drawing/2014/main" id="{DE053974-1CFB-4C67-9102-E4BA82742CCB}"/>
                  </a:ext>
                </a:extLst>
              </p:cNvPr>
              <p:cNvSpPr>
                <a:spLocks noChangeArrowheads="1"/>
              </p:cNvSpPr>
              <p:nvPr/>
            </p:nvSpPr>
            <p:spPr bwMode="auto">
              <a:xfrm>
                <a:off x="5812285"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4" name="Rectangle 18">
                <a:extLst>
                  <a:ext uri="{FF2B5EF4-FFF2-40B4-BE49-F238E27FC236}">
                    <a16:creationId xmlns:a16="http://schemas.microsoft.com/office/drawing/2014/main" id="{00A33D5E-F49C-4A86-B377-B3598B7EF79A}"/>
                  </a:ext>
                </a:extLst>
              </p:cNvPr>
              <p:cNvSpPr>
                <a:spLocks noChangeArrowheads="1"/>
              </p:cNvSpPr>
              <p:nvPr/>
            </p:nvSpPr>
            <p:spPr bwMode="auto">
              <a:xfrm>
                <a:off x="6267717"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5" name="Rectangle 19">
                <a:extLst>
                  <a:ext uri="{FF2B5EF4-FFF2-40B4-BE49-F238E27FC236}">
                    <a16:creationId xmlns:a16="http://schemas.microsoft.com/office/drawing/2014/main" id="{7B19912A-F019-49AD-A23F-B9B6F8E59878}"/>
                  </a:ext>
                </a:extLst>
              </p:cNvPr>
              <p:cNvSpPr>
                <a:spLocks noChangeArrowheads="1"/>
              </p:cNvSpPr>
              <p:nvPr/>
            </p:nvSpPr>
            <p:spPr bwMode="auto">
              <a:xfrm>
                <a:off x="672198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6" name="Rectangle 20">
                <a:extLst>
                  <a:ext uri="{FF2B5EF4-FFF2-40B4-BE49-F238E27FC236}">
                    <a16:creationId xmlns:a16="http://schemas.microsoft.com/office/drawing/2014/main" id="{0EDE0526-CBA2-4A01-9D59-24F0B138B629}"/>
                  </a:ext>
                </a:extLst>
              </p:cNvPr>
              <p:cNvSpPr>
                <a:spLocks noChangeArrowheads="1"/>
              </p:cNvSpPr>
              <p:nvPr/>
            </p:nvSpPr>
            <p:spPr bwMode="auto">
              <a:xfrm>
                <a:off x="7177414"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7" name="Rectangle 21">
                <a:extLst>
                  <a:ext uri="{FF2B5EF4-FFF2-40B4-BE49-F238E27FC236}">
                    <a16:creationId xmlns:a16="http://schemas.microsoft.com/office/drawing/2014/main" id="{5E66E413-A492-40ED-BCC5-F23480C017DC}"/>
                  </a:ext>
                </a:extLst>
              </p:cNvPr>
              <p:cNvSpPr>
                <a:spLocks noChangeArrowheads="1"/>
              </p:cNvSpPr>
              <p:nvPr/>
            </p:nvSpPr>
            <p:spPr bwMode="auto">
              <a:xfrm>
                <a:off x="7631676"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8" name="Rectangle 22">
                <a:extLst>
                  <a:ext uri="{FF2B5EF4-FFF2-40B4-BE49-F238E27FC236}">
                    <a16:creationId xmlns:a16="http://schemas.microsoft.com/office/drawing/2014/main" id="{6FCFA5F2-AFE6-49D8-BE15-40E90D43FF67}"/>
                  </a:ext>
                </a:extLst>
              </p:cNvPr>
              <p:cNvSpPr>
                <a:spLocks noChangeArrowheads="1"/>
              </p:cNvSpPr>
              <p:nvPr/>
            </p:nvSpPr>
            <p:spPr bwMode="auto">
              <a:xfrm>
                <a:off x="8087109"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9" name="Rectangle 23">
                <a:extLst>
                  <a:ext uri="{FF2B5EF4-FFF2-40B4-BE49-F238E27FC236}">
                    <a16:creationId xmlns:a16="http://schemas.microsoft.com/office/drawing/2014/main" id="{AD7A4E43-F44A-43CF-A9D7-BA4D8B2B2F47}"/>
                  </a:ext>
                </a:extLst>
              </p:cNvPr>
              <p:cNvSpPr>
                <a:spLocks noChangeArrowheads="1"/>
              </p:cNvSpPr>
              <p:nvPr/>
            </p:nvSpPr>
            <p:spPr bwMode="auto">
              <a:xfrm>
                <a:off x="8541372"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0" name="Rectangle 24">
                <a:extLst>
                  <a:ext uri="{FF2B5EF4-FFF2-40B4-BE49-F238E27FC236}">
                    <a16:creationId xmlns:a16="http://schemas.microsoft.com/office/drawing/2014/main" id="{FC2E67AB-58DA-4BCF-81D2-0040BBD96216}"/>
                  </a:ext>
                </a:extLst>
              </p:cNvPr>
              <p:cNvSpPr>
                <a:spLocks noChangeArrowheads="1"/>
              </p:cNvSpPr>
              <p:nvPr/>
            </p:nvSpPr>
            <p:spPr bwMode="auto">
              <a:xfrm>
                <a:off x="8996805"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1" name="Rectangle 25">
                <a:extLst>
                  <a:ext uri="{FF2B5EF4-FFF2-40B4-BE49-F238E27FC236}">
                    <a16:creationId xmlns:a16="http://schemas.microsoft.com/office/drawing/2014/main" id="{C99A6A98-815A-4877-8FE9-06C0CB7E1453}"/>
                  </a:ext>
                </a:extLst>
              </p:cNvPr>
              <p:cNvSpPr>
                <a:spLocks noChangeArrowheads="1"/>
              </p:cNvSpPr>
              <p:nvPr/>
            </p:nvSpPr>
            <p:spPr bwMode="auto">
              <a:xfrm>
                <a:off x="9451068"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2" name="Rectangle 26">
                <a:extLst>
                  <a:ext uri="{FF2B5EF4-FFF2-40B4-BE49-F238E27FC236}">
                    <a16:creationId xmlns:a16="http://schemas.microsoft.com/office/drawing/2014/main" id="{C64F5A0E-D9C8-4999-8349-EA4D5F6ACFA4}"/>
                  </a:ext>
                </a:extLst>
              </p:cNvPr>
              <p:cNvSpPr>
                <a:spLocks noChangeArrowheads="1"/>
              </p:cNvSpPr>
              <p:nvPr/>
            </p:nvSpPr>
            <p:spPr bwMode="auto">
              <a:xfrm>
                <a:off x="9906501"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3" name="Rectangle 27">
                <a:extLst>
                  <a:ext uri="{FF2B5EF4-FFF2-40B4-BE49-F238E27FC236}">
                    <a16:creationId xmlns:a16="http://schemas.microsoft.com/office/drawing/2014/main" id="{6935F975-0CC7-414B-9F9C-44875EF3FCA2}"/>
                  </a:ext>
                </a:extLst>
              </p:cNvPr>
              <p:cNvSpPr>
                <a:spLocks noChangeArrowheads="1"/>
              </p:cNvSpPr>
              <p:nvPr/>
            </p:nvSpPr>
            <p:spPr bwMode="auto">
              <a:xfrm>
                <a:off x="10360763"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4" name="Rectangle 28">
                <a:extLst>
                  <a:ext uri="{FF2B5EF4-FFF2-40B4-BE49-F238E27FC236}">
                    <a16:creationId xmlns:a16="http://schemas.microsoft.com/office/drawing/2014/main" id="{21DEE8DA-7AB4-4341-BEF7-E8343A7BDFC6}"/>
                  </a:ext>
                </a:extLst>
              </p:cNvPr>
              <p:cNvSpPr>
                <a:spLocks noChangeArrowheads="1"/>
              </p:cNvSpPr>
              <p:nvPr/>
            </p:nvSpPr>
            <p:spPr bwMode="auto">
              <a:xfrm>
                <a:off x="10816197"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5" name="Rectangle 29">
                <a:extLst>
                  <a:ext uri="{FF2B5EF4-FFF2-40B4-BE49-F238E27FC236}">
                    <a16:creationId xmlns:a16="http://schemas.microsoft.com/office/drawing/2014/main" id="{AF4FCF43-3009-4229-89F8-D62F91C9267A}"/>
                  </a:ext>
                </a:extLst>
              </p:cNvPr>
              <p:cNvSpPr>
                <a:spLocks noChangeArrowheads="1"/>
              </p:cNvSpPr>
              <p:nvPr/>
            </p:nvSpPr>
            <p:spPr bwMode="auto">
              <a:xfrm>
                <a:off x="1127046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6" name="Rectangle 30">
                <a:extLst>
                  <a:ext uri="{FF2B5EF4-FFF2-40B4-BE49-F238E27FC236}">
                    <a16:creationId xmlns:a16="http://schemas.microsoft.com/office/drawing/2014/main" id="{21EAAE8A-F99B-4A0B-8E7D-566273D5E904}"/>
                  </a:ext>
                </a:extLst>
              </p:cNvPr>
              <p:cNvSpPr>
                <a:spLocks noChangeArrowheads="1"/>
              </p:cNvSpPr>
              <p:nvPr/>
            </p:nvSpPr>
            <p:spPr bwMode="auto">
              <a:xfrm>
                <a:off x="1172589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9" name="Group 18">
              <a:extLst>
                <a:ext uri="{FF2B5EF4-FFF2-40B4-BE49-F238E27FC236}">
                  <a16:creationId xmlns:a16="http://schemas.microsoft.com/office/drawing/2014/main" id="{9899924C-8D1C-46B4-9F38-88AD7EA3A211}"/>
                </a:ext>
              </a:extLst>
            </p:cNvPr>
            <p:cNvGrpSpPr/>
            <p:nvPr/>
          </p:nvGrpSpPr>
          <p:grpSpPr>
            <a:xfrm>
              <a:off x="354110" y="3871219"/>
              <a:ext cx="11480604" cy="108822"/>
              <a:chOff x="354110" y="3872454"/>
              <a:chExt cx="11480604" cy="108822"/>
            </a:xfrm>
            <a:grpFill/>
          </p:grpSpPr>
          <p:sp>
            <p:nvSpPr>
              <p:cNvPr id="155" name="Rectangle 32">
                <a:extLst>
                  <a:ext uri="{FF2B5EF4-FFF2-40B4-BE49-F238E27FC236}">
                    <a16:creationId xmlns:a16="http://schemas.microsoft.com/office/drawing/2014/main" id="{FD0840A3-FF5F-4E9F-AAB6-948A5E4EC0B0}"/>
                  </a:ext>
                </a:extLst>
              </p:cNvPr>
              <p:cNvSpPr>
                <a:spLocks noChangeArrowheads="1"/>
              </p:cNvSpPr>
              <p:nvPr/>
            </p:nvSpPr>
            <p:spPr bwMode="auto">
              <a:xfrm>
                <a:off x="35411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6" name="Rectangle 33">
                <a:extLst>
                  <a:ext uri="{FF2B5EF4-FFF2-40B4-BE49-F238E27FC236}">
                    <a16:creationId xmlns:a16="http://schemas.microsoft.com/office/drawing/2014/main" id="{F50A1B14-0F67-4FC2-88F7-3BE9E0EB2DEB}"/>
                  </a:ext>
                </a:extLst>
              </p:cNvPr>
              <p:cNvSpPr>
                <a:spLocks noChangeArrowheads="1"/>
              </p:cNvSpPr>
              <p:nvPr/>
            </p:nvSpPr>
            <p:spPr bwMode="auto">
              <a:xfrm>
                <a:off x="80954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7" name="Rectangle 34">
                <a:extLst>
                  <a:ext uri="{FF2B5EF4-FFF2-40B4-BE49-F238E27FC236}">
                    <a16:creationId xmlns:a16="http://schemas.microsoft.com/office/drawing/2014/main" id="{0081421C-B014-4BA9-9B01-C495814F1439}"/>
                  </a:ext>
                </a:extLst>
              </p:cNvPr>
              <p:cNvSpPr>
                <a:spLocks noChangeArrowheads="1"/>
              </p:cNvSpPr>
              <p:nvPr/>
            </p:nvSpPr>
            <p:spPr bwMode="auto">
              <a:xfrm>
                <a:off x="1263805"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8" name="Rectangle 35">
                <a:extLst>
                  <a:ext uri="{FF2B5EF4-FFF2-40B4-BE49-F238E27FC236}">
                    <a16:creationId xmlns:a16="http://schemas.microsoft.com/office/drawing/2014/main" id="{F2F01CCA-56ED-486D-8B82-39DC92A848EA}"/>
                  </a:ext>
                </a:extLst>
              </p:cNvPr>
              <p:cNvSpPr>
                <a:spLocks noChangeArrowheads="1"/>
              </p:cNvSpPr>
              <p:nvPr/>
            </p:nvSpPr>
            <p:spPr bwMode="auto">
              <a:xfrm>
                <a:off x="1719239"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9" name="Rectangle 36">
                <a:extLst>
                  <a:ext uri="{FF2B5EF4-FFF2-40B4-BE49-F238E27FC236}">
                    <a16:creationId xmlns:a16="http://schemas.microsoft.com/office/drawing/2014/main" id="{D80D4491-E5C9-4C50-81FD-6FC11F948875}"/>
                  </a:ext>
                </a:extLst>
              </p:cNvPr>
              <p:cNvSpPr>
                <a:spLocks noChangeArrowheads="1"/>
              </p:cNvSpPr>
              <p:nvPr/>
            </p:nvSpPr>
            <p:spPr bwMode="auto">
              <a:xfrm>
                <a:off x="2173502"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0" name="Rectangle 37">
                <a:extLst>
                  <a:ext uri="{FF2B5EF4-FFF2-40B4-BE49-F238E27FC236}">
                    <a16:creationId xmlns:a16="http://schemas.microsoft.com/office/drawing/2014/main" id="{FEC9B9BF-B893-41BF-B931-31F1750D8996}"/>
                  </a:ext>
                </a:extLst>
              </p:cNvPr>
              <p:cNvSpPr>
                <a:spLocks noChangeArrowheads="1"/>
              </p:cNvSpPr>
              <p:nvPr/>
            </p:nvSpPr>
            <p:spPr bwMode="auto">
              <a:xfrm>
                <a:off x="2628934"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1" name="Rectangle 38">
                <a:extLst>
                  <a:ext uri="{FF2B5EF4-FFF2-40B4-BE49-F238E27FC236}">
                    <a16:creationId xmlns:a16="http://schemas.microsoft.com/office/drawing/2014/main" id="{3CAD1EA0-31D2-4388-AC66-BE422B61421C}"/>
                  </a:ext>
                </a:extLst>
              </p:cNvPr>
              <p:cNvSpPr>
                <a:spLocks noChangeArrowheads="1"/>
              </p:cNvSpPr>
              <p:nvPr/>
            </p:nvSpPr>
            <p:spPr bwMode="auto">
              <a:xfrm>
                <a:off x="3083197"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2" name="Rectangle 39">
                <a:extLst>
                  <a:ext uri="{FF2B5EF4-FFF2-40B4-BE49-F238E27FC236}">
                    <a16:creationId xmlns:a16="http://schemas.microsoft.com/office/drawing/2014/main" id="{992B7398-2CE5-4B74-B42B-0E4E9FA210C1}"/>
                  </a:ext>
                </a:extLst>
              </p:cNvPr>
              <p:cNvSpPr>
                <a:spLocks noChangeArrowheads="1"/>
              </p:cNvSpPr>
              <p:nvPr/>
            </p:nvSpPr>
            <p:spPr bwMode="auto">
              <a:xfrm>
                <a:off x="3538630"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3" name="Rectangle 40">
                <a:extLst>
                  <a:ext uri="{FF2B5EF4-FFF2-40B4-BE49-F238E27FC236}">
                    <a16:creationId xmlns:a16="http://schemas.microsoft.com/office/drawing/2014/main" id="{2AC042C8-974E-43A8-B1AB-D62435FE96D7}"/>
                  </a:ext>
                </a:extLst>
              </p:cNvPr>
              <p:cNvSpPr>
                <a:spLocks noChangeArrowheads="1"/>
              </p:cNvSpPr>
              <p:nvPr/>
            </p:nvSpPr>
            <p:spPr bwMode="auto">
              <a:xfrm>
                <a:off x="3992893"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4" name="Rectangle 41">
                <a:extLst>
                  <a:ext uri="{FF2B5EF4-FFF2-40B4-BE49-F238E27FC236}">
                    <a16:creationId xmlns:a16="http://schemas.microsoft.com/office/drawing/2014/main" id="{2D6F1AB9-6712-4B85-8932-7F5F1BCFDA32}"/>
                  </a:ext>
                </a:extLst>
              </p:cNvPr>
              <p:cNvSpPr>
                <a:spLocks noChangeArrowheads="1"/>
              </p:cNvSpPr>
              <p:nvPr/>
            </p:nvSpPr>
            <p:spPr bwMode="auto">
              <a:xfrm>
                <a:off x="4448326"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5" name="Rectangle 42">
                <a:extLst>
                  <a:ext uri="{FF2B5EF4-FFF2-40B4-BE49-F238E27FC236}">
                    <a16:creationId xmlns:a16="http://schemas.microsoft.com/office/drawing/2014/main" id="{80DC2507-35DC-491B-8CB6-90312B184EDE}"/>
                  </a:ext>
                </a:extLst>
              </p:cNvPr>
              <p:cNvSpPr>
                <a:spLocks noChangeArrowheads="1"/>
              </p:cNvSpPr>
              <p:nvPr/>
            </p:nvSpPr>
            <p:spPr bwMode="auto">
              <a:xfrm>
                <a:off x="4902589"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6" name="Rectangle 43">
                <a:extLst>
                  <a:ext uri="{FF2B5EF4-FFF2-40B4-BE49-F238E27FC236}">
                    <a16:creationId xmlns:a16="http://schemas.microsoft.com/office/drawing/2014/main" id="{778102A0-D658-43A1-846D-9B9E4B9AE14F}"/>
                  </a:ext>
                </a:extLst>
              </p:cNvPr>
              <p:cNvSpPr>
                <a:spLocks noChangeArrowheads="1"/>
              </p:cNvSpPr>
              <p:nvPr/>
            </p:nvSpPr>
            <p:spPr bwMode="auto">
              <a:xfrm>
                <a:off x="535802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7" name="Rectangle 44">
                <a:extLst>
                  <a:ext uri="{FF2B5EF4-FFF2-40B4-BE49-F238E27FC236}">
                    <a16:creationId xmlns:a16="http://schemas.microsoft.com/office/drawing/2014/main" id="{0532E36E-F8F7-4121-80C1-216501C391E8}"/>
                  </a:ext>
                </a:extLst>
              </p:cNvPr>
              <p:cNvSpPr>
                <a:spLocks noChangeArrowheads="1"/>
              </p:cNvSpPr>
              <p:nvPr/>
            </p:nvSpPr>
            <p:spPr bwMode="auto">
              <a:xfrm>
                <a:off x="5812285"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8" name="Rectangle 45">
                <a:extLst>
                  <a:ext uri="{FF2B5EF4-FFF2-40B4-BE49-F238E27FC236}">
                    <a16:creationId xmlns:a16="http://schemas.microsoft.com/office/drawing/2014/main" id="{EBD0C1A7-E07E-492D-A5B7-899D81C35912}"/>
                  </a:ext>
                </a:extLst>
              </p:cNvPr>
              <p:cNvSpPr>
                <a:spLocks noChangeArrowheads="1"/>
              </p:cNvSpPr>
              <p:nvPr/>
            </p:nvSpPr>
            <p:spPr bwMode="auto">
              <a:xfrm>
                <a:off x="6267717"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9" name="Rectangle 46">
                <a:extLst>
                  <a:ext uri="{FF2B5EF4-FFF2-40B4-BE49-F238E27FC236}">
                    <a16:creationId xmlns:a16="http://schemas.microsoft.com/office/drawing/2014/main" id="{FF89631E-3434-468A-BE5A-16772FE2F3D2}"/>
                  </a:ext>
                </a:extLst>
              </p:cNvPr>
              <p:cNvSpPr>
                <a:spLocks noChangeArrowheads="1"/>
              </p:cNvSpPr>
              <p:nvPr/>
            </p:nvSpPr>
            <p:spPr bwMode="auto">
              <a:xfrm>
                <a:off x="672198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0" name="Rectangle 47">
                <a:extLst>
                  <a:ext uri="{FF2B5EF4-FFF2-40B4-BE49-F238E27FC236}">
                    <a16:creationId xmlns:a16="http://schemas.microsoft.com/office/drawing/2014/main" id="{C379EE06-9745-42DA-BBC1-A082CA50FB21}"/>
                  </a:ext>
                </a:extLst>
              </p:cNvPr>
              <p:cNvSpPr>
                <a:spLocks noChangeArrowheads="1"/>
              </p:cNvSpPr>
              <p:nvPr/>
            </p:nvSpPr>
            <p:spPr bwMode="auto">
              <a:xfrm>
                <a:off x="7177414"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1" name="Rectangle 48">
                <a:extLst>
                  <a:ext uri="{FF2B5EF4-FFF2-40B4-BE49-F238E27FC236}">
                    <a16:creationId xmlns:a16="http://schemas.microsoft.com/office/drawing/2014/main" id="{06184212-6301-4320-A25C-8350DB2579F9}"/>
                  </a:ext>
                </a:extLst>
              </p:cNvPr>
              <p:cNvSpPr>
                <a:spLocks noChangeArrowheads="1"/>
              </p:cNvSpPr>
              <p:nvPr/>
            </p:nvSpPr>
            <p:spPr bwMode="auto">
              <a:xfrm>
                <a:off x="7631676"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2" name="Rectangle 49">
                <a:extLst>
                  <a:ext uri="{FF2B5EF4-FFF2-40B4-BE49-F238E27FC236}">
                    <a16:creationId xmlns:a16="http://schemas.microsoft.com/office/drawing/2014/main" id="{D81215A9-8DA9-436E-BFD3-672FD476BE6C}"/>
                  </a:ext>
                </a:extLst>
              </p:cNvPr>
              <p:cNvSpPr>
                <a:spLocks noChangeArrowheads="1"/>
              </p:cNvSpPr>
              <p:nvPr/>
            </p:nvSpPr>
            <p:spPr bwMode="auto">
              <a:xfrm>
                <a:off x="8087109"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3" name="Rectangle 50">
                <a:extLst>
                  <a:ext uri="{FF2B5EF4-FFF2-40B4-BE49-F238E27FC236}">
                    <a16:creationId xmlns:a16="http://schemas.microsoft.com/office/drawing/2014/main" id="{7F4705F9-3317-4397-B01E-644775B19C65}"/>
                  </a:ext>
                </a:extLst>
              </p:cNvPr>
              <p:cNvSpPr>
                <a:spLocks noChangeArrowheads="1"/>
              </p:cNvSpPr>
              <p:nvPr/>
            </p:nvSpPr>
            <p:spPr bwMode="auto">
              <a:xfrm>
                <a:off x="8541372"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4" name="Rectangle 51">
                <a:extLst>
                  <a:ext uri="{FF2B5EF4-FFF2-40B4-BE49-F238E27FC236}">
                    <a16:creationId xmlns:a16="http://schemas.microsoft.com/office/drawing/2014/main" id="{2857C00E-FADC-42AA-AA16-38A83D5AF738}"/>
                  </a:ext>
                </a:extLst>
              </p:cNvPr>
              <p:cNvSpPr>
                <a:spLocks noChangeArrowheads="1"/>
              </p:cNvSpPr>
              <p:nvPr/>
            </p:nvSpPr>
            <p:spPr bwMode="auto">
              <a:xfrm>
                <a:off x="8996805"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5" name="Rectangle 52">
                <a:extLst>
                  <a:ext uri="{FF2B5EF4-FFF2-40B4-BE49-F238E27FC236}">
                    <a16:creationId xmlns:a16="http://schemas.microsoft.com/office/drawing/2014/main" id="{74EAC93D-EF3C-4092-B15E-15494A23FEB0}"/>
                  </a:ext>
                </a:extLst>
              </p:cNvPr>
              <p:cNvSpPr>
                <a:spLocks noChangeArrowheads="1"/>
              </p:cNvSpPr>
              <p:nvPr/>
            </p:nvSpPr>
            <p:spPr bwMode="auto">
              <a:xfrm>
                <a:off x="9451068"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6" name="Rectangle 53">
                <a:extLst>
                  <a:ext uri="{FF2B5EF4-FFF2-40B4-BE49-F238E27FC236}">
                    <a16:creationId xmlns:a16="http://schemas.microsoft.com/office/drawing/2014/main" id="{5D3EEE91-37CE-4F2F-905E-D7AFCC6E4567}"/>
                  </a:ext>
                </a:extLst>
              </p:cNvPr>
              <p:cNvSpPr>
                <a:spLocks noChangeArrowheads="1"/>
              </p:cNvSpPr>
              <p:nvPr/>
            </p:nvSpPr>
            <p:spPr bwMode="auto">
              <a:xfrm>
                <a:off x="9906501"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7" name="Rectangle 54">
                <a:extLst>
                  <a:ext uri="{FF2B5EF4-FFF2-40B4-BE49-F238E27FC236}">
                    <a16:creationId xmlns:a16="http://schemas.microsoft.com/office/drawing/2014/main" id="{368F77C6-C453-499B-8B47-39BE1A310EAA}"/>
                  </a:ext>
                </a:extLst>
              </p:cNvPr>
              <p:cNvSpPr>
                <a:spLocks noChangeArrowheads="1"/>
              </p:cNvSpPr>
              <p:nvPr/>
            </p:nvSpPr>
            <p:spPr bwMode="auto">
              <a:xfrm>
                <a:off x="10360763"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8" name="Rectangle 55">
                <a:extLst>
                  <a:ext uri="{FF2B5EF4-FFF2-40B4-BE49-F238E27FC236}">
                    <a16:creationId xmlns:a16="http://schemas.microsoft.com/office/drawing/2014/main" id="{4EB7C421-E508-4232-A011-40643DB79DC5}"/>
                  </a:ext>
                </a:extLst>
              </p:cNvPr>
              <p:cNvSpPr>
                <a:spLocks noChangeArrowheads="1"/>
              </p:cNvSpPr>
              <p:nvPr/>
            </p:nvSpPr>
            <p:spPr bwMode="auto">
              <a:xfrm>
                <a:off x="10816197"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9" name="Rectangle 56">
                <a:extLst>
                  <a:ext uri="{FF2B5EF4-FFF2-40B4-BE49-F238E27FC236}">
                    <a16:creationId xmlns:a16="http://schemas.microsoft.com/office/drawing/2014/main" id="{B7A7C2F9-930E-4B50-9AA3-47FE15F43A0D}"/>
                  </a:ext>
                </a:extLst>
              </p:cNvPr>
              <p:cNvSpPr>
                <a:spLocks noChangeArrowheads="1"/>
              </p:cNvSpPr>
              <p:nvPr/>
            </p:nvSpPr>
            <p:spPr bwMode="auto">
              <a:xfrm>
                <a:off x="1127046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0" name="Rectangle 57">
                <a:extLst>
                  <a:ext uri="{FF2B5EF4-FFF2-40B4-BE49-F238E27FC236}">
                    <a16:creationId xmlns:a16="http://schemas.microsoft.com/office/drawing/2014/main" id="{4ADCC0C0-6310-4ED1-A69B-CF3133EB5565}"/>
                  </a:ext>
                </a:extLst>
              </p:cNvPr>
              <p:cNvSpPr>
                <a:spLocks noChangeArrowheads="1"/>
              </p:cNvSpPr>
              <p:nvPr/>
            </p:nvSpPr>
            <p:spPr bwMode="auto">
              <a:xfrm>
                <a:off x="1172589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0" name="Group 19">
              <a:extLst>
                <a:ext uri="{FF2B5EF4-FFF2-40B4-BE49-F238E27FC236}">
                  <a16:creationId xmlns:a16="http://schemas.microsoft.com/office/drawing/2014/main" id="{8F8A1E95-3088-4CA0-BA17-9F2DBDABF9DB}"/>
                </a:ext>
              </a:extLst>
            </p:cNvPr>
            <p:cNvGrpSpPr/>
            <p:nvPr/>
          </p:nvGrpSpPr>
          <p:grpSpPr>
            <a:xfrm>
              <a:off x="354110" y="4376763"/>
              <a:ext cx="11480604" cy="109990"/>
              <a:chOff x="354110" y="4379678"/>
              <a:chExt cx="11480604" cy="109990"/>
            </a:xfrm>
            <a:grpFill/>
          </p:grpSpPr>
          <p:sp>
            <p:nvSpPr>
              <p:cNvPr id="129" name="Rectangle 59">
                <a:extLst>
                  <a:ext uri="{FF2B5EF4-FFF2-40B4-BE49-F238E27FC236}">
                    <a16:creationId xmlns:a16="http://schemas.microsoft.com/office/drawing/2014/main" id="{EFCB7559-FD17-472B-B7A1-3FFC63C8BCC3}"/>
                  </a:ext>
                </a:extLst>
              </p:cNvPr>
              <p:cNvSpPr>
                <a:spLocks noChangeArrowheads="1"/>
              </p:cNvSpPr>
              <p:nvPr/>
            </p:nvSpPr>
            <p:spPr bwMode="auto">
              <a:xfrm>
                <a:off x="35411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0" name="Rectangle 60">
                <a:extLst>
                  <a:ext uri="{FF2B5EF4-FFF2-40B4-BE49-F238E27FC236}">
                    <a16:creationId xmlns:a16="http://schemas.microsoft.com/office/drawing/2014/main" id="{2DA5B014-05A6-4DC4-A1AF-6B4B382336CC}"/>
                  </a:ext>
                </a:extLst>
              </p:cNvPr>
              <p:cNvSpPr>
                <a:spLocks noChangeArrowheads="1"/>
              </p:cNvSpPr>
              <p:nvPr/>
            </p:nvSpPr>
            <p:spPr bwMode="auto">
              <a:xfrm>
                <a:off x="80954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1" name="Rectangle 61">
                <a:extLst>
                  <a:ext uri="{FF2B5EF4-FFF2-40B4-BE49-F238E27FC236}">
                    <a16:creationId xmlns:a16="http://schemas.microsoft.com/office/drawing/2014/main" id="{FEA4E4F7-8218-4E7C-9E87-224A643273FF}"/>
                  </a:ext>
                </a:extLst>
              </p:cNvPr>
              <p:cNvSpPr>
                <a:spLocks noChangeArrowheads="1"/>
              </p:cNvSpPr>
              <p:nvPr/>
            </p:nvSpPr>
            <p:spPr bwMode="auto">
              <a:xfrm>
                <a:off x="1263805"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2" name="Rectangle 62">
                <a:extLst>
                  <a:ext uri="{FF2B5EF4-FFF2-40B4-BE49-F238E27FC236}">
                    <a16:creationId xmlns:a16="http://schemas.microsoft.com/office/drawing/2014/main" id="{A94D8FC5-1EBD-4EE3-98BE-790ADC20DBFF}"/>
                  </a:ext>
                </a:extLst>
              </p:cNvPr>
              <p:cNvSpPr>
                <a:spLocks noChangeArrowheads="1"/>
              </p:cNvSpPr>
              <p:nvPr/>
            </p:nvSpPr>
            <p:spPr bwMode="auto">
              <a:xfrm>
                <a:off x="1719239"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3" name="Rectangle 63">
                <a:extLst>
                  <a:ext uri="{FF2B5EF4-FFF2-40B4-BE49-F238E27FC236}">
                    <a16:creationId xmlns:a16="http://schemas.microsoft.com/office/drawing/2014/main" id="{30D19DB9-4852-4829-8388-B6807A0BF6DF}"/>
                  </a:ext>
                </a:extLst>
              </p:cNvPr>
              <p:cNvSpPr>
                <a:spLocks noChangeArrowheads="1"/>
              </p:cNvSpPr>
              <p:nvPr/>
            </p:nvSpPr>
            <p:spPr bwMode="auto">
              <a:xfrm>
                <a:off x="2173502"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4" name="Rectangle 64">
                <a:extLst>
                  <a:ext uri="{FF2B5EF4-FFF2-40B4-BE49-F238E27FC236}">
                    <a16:creationId xmlns:a16="http://schemas.microsoft.com/office/drawing/2014/main" id="{084DC439-7F3A-4989-96B7-B29D496E655F}"/>
                  </a:ext>
                </a:extLst>
              </p:cNvPr>
              <p:cNvSpPr>
                <a:spLocks noChangeArrowheads="1"/>
              </p:cNvSpPr>
              <p:nvPr/>
            </p:nvSpPr>
            <p:spPr bwMode="auto">
              <a:xfrm>
                <a:off x="2628934"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5" name="Rectangle 65">
                <a:extLst>
                  <a:ext uri="{FF2B5EF4-FFF2-40B4-BE49-F238E27FC236}">
                    <a16:creationId xmlns:a16="http://schemas.microsoft.com/office/drawing/2014/main" id="{35EB4226-F03D-4819-A4CC-D42233D58851}"/>
                  </a:ext>
                </a:extLst>
              </p:cNvPr>
              <p:cNvSpPr>
                <a:spLocks noChangeArrowheads="1"/>
              </p:cNvSpPr>
              <p:nvPr/>
            </p:nvSpPr>
            <p:spPr bwMode="auto">
              <a:xfrm>
                <a:off x="3083197"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6" name="Rectangle 66">
                <a:extLst>
                  <a:ext uri="{FF2B5EF4-FFF2-40B4-BE49-F238E27FC236}">
                    <a16:creationId xmlns:a16="http://schemas.microsoft.com/office/drawing/2014/main" id="{E00FCAAA-AC7E-4B03-AD5E-74ABD976422E}"/>
                  </a:ext>
                </a:extLst>
              </p:cNvPr>
              <p:cNvSpPr>
                <a:spLocks noChangeArrowheads="1"/>
              </p:cNvSpPr>
              <p:nvPr/>
            </p:nvSpPr>
            <p:spPr bwMode="auto">
              <a:xfrm>
                <a:off x="3538630"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7" name="Rectangle 67">
                <a:extLst>
                  <a:ext uri="{FF2B5EF4-FFF2-40B4-BE49-F238E27FC236}">
                    <a16:creationId xmlns:a16="http://schemas.microsoft.com/office/drawing/2014/main" id="{7D3AA8CA-C2E8-4862-8F87-EFAEFBCFF0CD}"/>
                  </a:ext>
                </a:extLst>
              </p:cNvPr>
              <p:cNvSpPr>
                <a:spLocks noChangeArrowheads="1"/>
              </p:cNvSpPr>
              <p:nvPr/>
            </p:nvSpPr>
            <p:spPr bwMode="auto">
              <a:xfrm>
                <a:off x="3992893"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8" name="Rectangle 68">
                <a:extLst>
                  <a:ext uri="{FF2B5EF4-FFF2-40B4-BE49-F238E27FC236}">
                    <a16:creationId xmlns:a16="http://schemas.microsoft.com/office/drawing/2014/main" id="{217BE0BD-ECA6-4A6D-9864-90AF19AF3022}"/>
                  </a:ext>
                </a:extLst>
              </p:cNvPr>
              <p:cNvSpPr>
                <a:spLocks noChangeArrowheads="1"/>
              </p:cNvSpPr>
              <p:nvPr/>
            </p:nvSpPr>
            <p:spPr bwMode="auto">
              <a:xfrm>
                <a:off x="4448326"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9" name="Rectangle 69">
                <a:extLst>
                  <a:ext uri="{FF2B5EF4-FFF2-40B4-BE49-F238E27FC236}">
                    <a16:creationId xmlns:a16="http://schemas.microsoft.com/office/drawing/2014/main" id="{4367775C-E241-437A-90EC-7A4D13D422E0}"/>
                  </a:ext>
                </a:extLst>
              </p:cNvPr>
              <p:cNvSpPr>
                <a:spLocks noChangeArrowheads="1"/>
              </p:cNvSpPr>
              <p:nvPr/>
            </p:nvSpPr>
            <p:spPr bwMode="auto">
              <a:xfrm>
                <a:off x="4902589"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0" name="Rectangle 70">
                <a:extLst>
                  <a:ext uri="{FF2B5EF4-FFF2-40B4-BE49-F238E27FC236}">
                    <a16:creationId xmlns:a16="http://schemas.microsoft.com/office/drawing/2014/main" id="{45804E6D-FE13-4F7A-A02C-81ED1ACEAFA0}"/>
                  </a:ext>
                </a:extLst>
              </p:cNvPr>
              <p:cNvSpPr>
                <a:spLocks noChangeArrowheads="1"/>
              </p:cNvSpPr>
              <p:nvPr/>
            </p:nvSpPr>
            <p:spPr bwMode="auto">
              <a:xfrm>
                <a:off x="535802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1" name="Rectangle 71">
                <a:extLst>
                  <a:ext uri="{FF2B5EF4-FFF2-40B4-BE49-F238E27FC236}">
                    <a16:creationId xmlns:a16="http://schemas.microsoft.com/office/drawing/2014/main" id="{A09F54AC-51E7-45A0-B639-BFEC5FE67CC8}"/>
                  </a:ext>
                </a:extLst>
              </p:cNvPr>
              <p:cNvSpPr>
                <a:spLocks noChangeArrowheads="1"/>
              </p:cNvSpPr>
              <p:nvPr/>
            </p:nvSpPr>
            <p:spPr bwMode="auto">
              <a:xfrm>
                <a:off x="5812285"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2" name="Rectangle 72">
                <a:extLst>
                  <a:ext uri="{FF2B5EF4-FFF2-40B4-BE49-F238E27FC236}">
                    <a16:creationId xmlns:a16="http://schemas.microsoft.com/office/drawing/2014/main" id="{CA60C1A9-4AD0-4191-96A2-CC1DD32F6F92}"/>
                  </a:ext>
                </a:extLst>
              </p:cNvPr>
              <p:cNvSpPr>
                <a:spLocks noChangeArrowheads="1"/>
              </p:cNvSpPr>
              <p:nvPr/>
            </p:nvSpPr>
            <p:spPr bwMode="auto">
              <a:xfrm>
                <a:off x="6267717"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3" name="Rectangle 73">
                <a:extLst>
                  <a:ext uri="{FF2B5EF4-FFF2-40B4-BE49-F238E27FC236}">
                    <a16:creationId xmlns:a16="http://schemas.microsoft.com/office/drawing/2014/main" id="{9A28ED63-9408-4F16-A85E-E76BA9F9AD02}"/>
                  </a:ext>
                </a:extLst>
              </p:cNvPr>
              <p:cNvSpPr>
                <a:spLocks noChangeArrowheads="1"/>
              </p:cNvSpPr>
              <p:nvPr/>
            </p:nvSpPr>
            <p:spPr bwMode="auto">
              <a:xfrm>
                <a:off x="672198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4" name="Rectangle 74">
                <a:extLst>
                  <a:ext uri="{FF2B5EF4-FFF2-40B4-BE49-F238E27FC236}">
                    <a16:creationId xmlns:a16="http://schemas.microsoft.com/office/drawing/2014/main" id="{8E63D1D1-CF92-468A-B012-24216CA08E04}"/>
                  </a:ext>
                </a:extLst>
              </p:cNvPr>
              <p:cNvSpPr>
                <a:spLocks noChangeArrowheads="1"/>
              </p:cNvSpPr>
              <p:nvPr/>
            </p:nvSpPr>
            <p:spPr bwMode="auto">
              <a:xfrm>
                <a:off x="7177414"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5" name="Rectangle 75">
                <a:extLst>
                  <a:ext uri="{FF2B5EF4-FFF2-40B4-BE49-F238E27FC236}">
                    <a16:creationId xmlns:a16="http://schemas.microsoft.com/office/drawing/2014/main" id="{8FC2CD59-128D-4D06-937E-4505D57D1983}"/>
                  </a:ext>
                </a:extLst>
              </p:cNvPr>
              <p:cNvSpPr>
                <a:spLocks noChangeArrowheads="1"/>
              </p:cNvSpPr>
              <p:nvPr/>
            </p:nvSpPr>
            <p:spPr bwMode="auto">
              <a:xfrm>
                <a:off x="7631676"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6" name="Rectangle 76">
                <a:extLst>
                  <a:ext uri="{FF2B5EF4-FFF2-40B4-BE49-F238E27FC236}">
                    <a16:creationId xmlns:a16="http://schemas.microsoft.com/office/drawing/2014/main" id="{B9A7B9E1-4CEE-41C8-A799-EE4B9AFCD04E}"/>
                  </a:ext>
                </a:extLst>
              </p:cNvPr>
              <p:cNvSpPr>
                <a:spLocks noChangeArrowheads="1"/>
              </p:cNvSpPr>
              <p:nvPr/>
            </p:nvSpPr>
            <p:spPr bwMode="auto">
              <a:xfrm>
                <a:off x="8087109"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7" name="Rectangle 77">
                <a:extLst>
                  <a:ext uri="{FF2B5EF4-FFF2-40B4-BE49-F238E27FC236}">
                    <a16:creationId xmlns:a16="http://schemas.microsoft.com/office/drawing/2014/main" id="{3C824F84-B682-4EA2-AFC1-D56DF71A0CD9}"/>
                  </a:ext>
                </a:extLst>
              </p:cNvPr>
              <p:cNvSpPr>
                <a:spLocks noChangeArrowheads="1"/>
              </p:cNvSpPr>
              <p:nvPr/>
            </p:nvSpPr>
            <p:spPr bwMode="auto">
              <a:xfrm>
                <a:off x="8541372"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8" name="Rectangle 78">
                <a:extLst>
                  <a:ext uri="{FF2B5EF4-FFF2-40B4-BE49-F238E27FC236}">
                    <a16:creationId xmlns:a16="http://schemas.microsoft.com/office/drawing/2014/main" id="{154DDE76-05F9-405C-86DB-477B87DBB847}"/>
                  </a:ext>
                </a:extLst>
              </p:cNvPr>
              <p:cNvSpPr>
                <a:spLocks noChangeArrowheads="1"/>
              </p:cNvSpPr>
              <p:nvPr/>
            </p:nvSpPr>
            <p:spPr bwMode="auto">
              <a:xfrm>
                <a:off x="8996805"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9" name="Rectangle 79">
                <a:extLst>
                  <a:ext uri="{FF2B5EF4-FFF2-40B4-BE49-F238E27FC236}">
                    <a16:creationId xmlns:a16="http://schemas.microsoft.com/office/drawing/2014/main" id="{28217A81-8951-475F-9F90-88B99F13D6E5}"/>
                  </a:ext>
                </a:extLst>
              </p:cNvPr>
              <p:cNvSpPr>
                <a:spLocks noChangeArrowheads="1"/>
              </p:cNvSpPr>
              <p:nvPr/>
            </p:nvSpPr>
            <p:spPr bwMode="auto">
              <a:xfrm>
                <a:off x="9451068"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0" name="Rectangle 80">
                <a:extLst>
                  <a:ext uri="{FF2B5EF4-FFF2-40B4-BE49-F238E27FC236}">
                    <a16:creationId xmlns:a16="http://schemas.microsoft.com/office/drawing/2014/main" id="{DD226742-8914-401E-8D78-93F56B2E4813}"/>
                  </a:ext>
                </a:extLst>
              </p:cNvPr>
              <p:cNvSpPr>
                <a:spLocks noChangeArrowheads="1"/>
              </p:cNvSpPr>
              <p:nvPr/>
            </p:nvSpPr>
            <p:spPr bwMode="auto">
              <a:xfrm>
                <a:off x="9906501"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1" name="Rectangle 81">
                <a:extLst>
                  <a:ext uri="{FF2B5EF4-FFF2-40B4-BE49-F238E27FC236}">
                    <a16:creationId xmlns:a16="http://schemas.microsoft.com/office/drawing/2014/main" id="{B0E1AE86-33D6-4D1D-BC23-EA8A4AF1CFD2}"/>
                  </a:ext>
                </a:extLst>
              </p:cNvPr>
              <p:cNvSpPr>
                <a:spLocks noChangeArrowheads="1"/>
              </p:cNvSpPr>
              <p:nvPr/>
            </p:nvSpPr>
            <p:spPr bwMode="auto">
              <a:xfrm>
                <a:off x="10360763"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2" name="Rectangle 82">
                <a:extLst>
                  <a:ext uri="{FF2B5EF4-FFF2-40B4-BE49-F238E27FC236}">
                    <a16:creationId xmlns:a16="http://schemas.microsoft.com/office/drawing/2014/main" id="{CCA69695-3790-4A9F-9CC1-5EBCB1C96DF5}"/>
                  </a:ext>
                </a:extLst>
              </p:cNvPr>
              <p:cNvSpPr>
                <a:spLocks noChangeArrowheads="1"/>
              </p:cNvSpPr>
              <p:nvPr/>
            </p:nvSpPr>
            <p:spPr bwMode="auto">
              <a:xfrm>
                <a:off x="10816197"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3" name="Rectangle 83">
                <a:extLst>
                  <a:ext uri="{FF2B5EF4-FFF2-40B4-BE49-F238E27FC236}">
                    <a16:creationId xmlns:a16="http://schemas.microsoft.com/office/drawing/2014/main" id="{E75DD56F-C446-4037-8A60-A6C1A44E8CF2}"/>
                  </a:ext>
                </a:extLst>
              </p:cNvPr>
              <p:cNvSpPr>
                <a:spLocks noChangeArrowheads="1"/>
              </p:cNvSpPr>
              <p:nvPr/>
            </p:nvSpPr>
            <p:spPr bwMode="auto">
              <a:xfrm>
                <a:off x="1127046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4" name="Rectangle 84">
                <a:extLst>
                  <a:ext uri="{FF2B5EF4-FFF2-40B4-BE49-F238E27FC236}">
                    <a16:creationId xmlns:a16="http://schemas.microsoft.com/office/drawing/2014/main" id="{3658AAE9-4C55-47F2-9C83-497627EC28DA}"/>
                  </a:ext>
                </a:extLst>
              </p:cNvPr>
              <p:cNvSpPr>
                <a:spLocks noChangeArrowheads="1"/>
              </p:cNvSpPr>
              <p:nvPr/>
            </p:nvSpPr>
            <p:spPr bwMode="auto">
              <a:xfrm>
                <a:off x="1172589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1" name="Group 20">
              <a:extLst>
                <a:ext uri="{FF2B5EF4-FFF2-40B4-BE49-F238E27FC236}">
                  <a16:creationId xmlns:a16="http://schemas.microsoft.com/office/drawing/2014/main" id="{909F6D0B-FF49-4CC2-90DB-BE84FEA93E9F}"/>
                </a:ext>
              </a:extLst>
            </p:cNvPr>
            <p:cNvGrpSpPr/>
            <p:nvPr/>
          </p:nvGrpSpPr>
          <p:grpSpPr>
            <a:xfrm>
              <a:off x="354110" y="4883475"/>
              <a:ext cx="11480604" cy="109990"/>
              <a:chOff x="354110" y="4888062"/>
              <a:chExt cx="11480604" cy="109990"/>
            </a:xfrm>
            <a:grpFill/>
          </p:grpSpPr>
          <p:sp>
            <p:nvSpPr>
              <p:cNvPr id="103" name="Rectangle 5">
                <a:extLst>
                  <a:ext uri="{FF2B5EF4-FFF2-40B4-BE49-F238E27FC236}">
                    <a16:creationId xmlns:a16="http://schemas.microsoft.com/office/drawing/2014/main" id="{5B16BA60-1923-4CB8-AC58-3FA97E97824E}"/>
                  </a:ext>
                </a:extLst>
              </p:cNvPr>
              <p:cNvSpPr>
                <a:spLocks noChangeArrowheads="1"/>
              </p:cNvSpPr>
              <p:nvPr/>
            </p:nvSpPr>
            <p:spPr bwMode="auto">
              <a:xfrm>
                <a:off x="35411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4" name="Rectangle 6">
                <a:extLst>
                  <a:ext uri="{FF2B5EF4-FFF2-40B4-BE49-F238E27FC236}">
                    <a16:creationId xmlns:a16="http://schemas.microsoft.com/office/drawing/2014/main" id="{5472B612-6D9A-49B7-A1A5-EF7EBDCE08E2}"/>
                  </a:ext>
                </a:extLst>
              </p:cNvPr>
              <p:cNvSpPr>
                <a:spLocks noChangeArrowheads="1"/>
              </p:cNvSpPr>
              <p:nvPr/>
            </p:nvSpPr>
            <p:spPr bwMode="auto">
              <a:xfrm>
                <a:off x="80954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5" name="Rectangle 7">
                <a:extLst>
                  <a:ext uri="{FF2B5EF4-FFF2-40B4-BE49-F238E27FC236}">
                    <a16:creationId xmlns:a16="http://schemas.microsoft.com/office/drawing/2014/main" id="{19A7F840-07E0-4852-B348-40D8EB614858}"/>
                  </a:ext>
                </a:extLst>
              </p:cNvPr>
              <p:cNvSpPr>
                <a:spLocks noChangeArrowheads="1"/>
              </p:cNvSpPr>
              <p:nvPr/>
            </p:nvSpPr>
            <p:spPr bwMode="auto">
              <a:xfrm>
                <a:off x="1263805"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6" name="Rectangle 8">
                <a:extLst>
                  <a:ext uri="{FF2B5EF4-FFF2-40B4-BE49-F238E27FC236}">
                    <a16:creationId xmlns:a16="http://schemas.microsoft.com/office/drawing/2014/main" id="{F501C6E7-9683-4F5F-ADB4-D120A8CE23AC}"/>
                  </a:ext>
                </a:extLst>
              </p:cNvPr>
              <p:cNvSpPr>
                <a:spLocks noChangeArrowheads="1"/>
              </p:cNvSpPr>
              <p:nvPr/>
            </p:nvSpPr>
            <p:spPr bwMode="auto">
              <a:xfrm>
                <a:off x="1719239"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7" name="Rectangle 9">
                <a:extLst>
                  <a:ext uri="{FF2B5EF4-FFF2-40B4-BE49-F238E27FC236}">
                    <a16:creationId xmlns:a16="http://schemas.microsoft.com/office/drawing/2014/main" id="{6B0B292A-E263-45E9-8363-AB5BA07DC7ED}"/>
                  </a:ext>
                </a:extLst>
              </p:cNvPr>
              <p:cNvSpPr>
                <a:spLocks noChangeArrowheads="1"/>
              </p:cNvSpPr>
              <p:nvPr/>
            </p:nvSpPr>
            <p:spPr bwMode="auto">
              <a:xfrm>
                <a:off x="2173502"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8" name="Rectangle 10">
                <a:extLst>
                  <a:ext uri="{FF2B5EF4-FFF2-40B4-BE49-F238E27FC236}">
                    <a16:creationId xmlns:a16="http://schemas.microsoft.com/office/drawing/2014/main" id="{F6D80E9D-A930-4211-B815-FA67CF10A554}"/>
                  </a:ext>
                </a:extLst>
              </p:cNvPr>
              <p:cNvSpPr>
                <a:spLocks noChangeArrowheads="1"/>
              </p:cNvSpPr>
              <p:nvPr/>
            </p:nvSpPr>
            <p:spPr bwMode="auto">
              <a:xfrm>
                <a:off x="2628934"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9" name="Rectangle 11">
                <a:extLst>
                  <a:ext uri="{FF2B5EF4-FFF2-40B4-BE49-F238E27FC236}">
                    <a16:creationId xmlns:a16="http://schemas.microsoft.com/office/drawing/2014/main" id="{75CB23DF-89C3-4513-88A0-E31FACFB7D19}"/>
                  </a:ext>
                </a:extLst>
              </p:cNvPr>
              <p:cNvSpPr>
                <a:spLocks noChangeArrowheads="1"/>
              </p:cNvSpPr>
              <p:nvPr/>
            </p:nvSpPr>
            <p:spPr bwMode="auto">
              <a:xfrm>
                <a:off x="3083197"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0" name="Rectangle 12">
                <a:extLst>
                  <a:ext uri="{FF2B5EF4-FFF2-40B4-BE49-F238E27FC236}">
                    <a16:creationId xmlns:a16="http://schemas.microsoft.com/office/drawing/2014/main" id="{792B94F3-12D9-42E8-91C9-DE5D158733B4}"/>
                  </a:ext>
                </a:extLst>
              </p:cNvPr>
              <p:cNvSpPr>
                <a:spLocks noChangeArrowheads="1"/>
              </p:cNvSpPr>
              <p:nvPr/>
            </p:nvSpPr>
            <p:spPr bwMode="auto">
              <a:xfrm>
                <a:off x="3538630"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1" name="Rectangle 13">
                <a:extLst>
                  <a:ext uri="{FF2B5EF4-FFF2-40B4-BE49-F238E27FC236}">
                    <a16:creationId xmlns:a16="http://schemas.microsoft.com/office/drawing/2014/main" id="{F5C29CE0-8ED9-4F8F-B865-6A66D95AA6F5}"/>
                  </a:ext>
                </a:extLst>
              </p:cNvPr>
              <p:cNvSpPr>
                <a:spLocks noChangeArrowheads="1"/>
              </p:cNvSpPr>
              <p:nvPr/>
            </p:nvSpPr>
            <p:spPr bwMode="auto">
              <a:xfrm>
                <a:off x="3992893"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2" name="Rectangle 14">
                <a:extLst>
                  <a:ext uri="{FF2B5EF4-FFF2-40B4-BE49-F238E27FC236}">
                    <a16:creationId xmlns:a16="http://schemas.microsoft.com/office/drawing/2014/main" id="{E1288316-CFF0-4D0C-A6EA-50B406EBF659}"/>
                  </a:ext>
                </a:extLst>
              </p:cNvPr>
              <p:cNvSpPr>
                <a:spLocks noChangeArrowheads="1"/>
              </p:cNvSpPr>
              <p:nvPr/>
            </p:nvSpPr>
            <p:spPr bwMode="auto">
              <a:xfrm>
                <a:off x="4448326"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3" name="Rectangle 15">
                <a:extLst>
                  <a:ext uri="{FF2B5EF4-FFF2-40B4-BE49-F238E27FC236}">
                    <a16:creationId xmlns:a16="http://schemas.microsoft.com/office/drawing/2014/main" id="{4BF70EA3-0A87-40BD-94BF-76AAEC816C87}"/>
                  </a:ext>
                </a:extLst>
              </p:cNvPr>
              <p:cNvSpPr>
                <a:spLocks noChangeArrowheads="1"/>
              </p:cNvSpPr>
              <p:nvPr/>
            </p:nvSpPr>
            <p:spPr bwMode="auto">
              <a:xfrm>
                <a:off x="4902589"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4" name="Rectangle 16">
                <a:extLst>
                  <a:ext uri="{FF2B5EF4-FFF2-40B4-BE49-F238E27FC236}">
                    <a16:creationId xmlns:a16="http://schemas.microsoft.com/office/drawing/2014/main" id="{8AC49DAE-1800-40B4-908D-DACDDBFF2135}"/>
                  </a:ext>
                </a:extLst>
              </p:cNvPr>
              <p:cNvSpPr>
                <a:spLocks noChangeArrowheads="1"/>
              </p:cNvSpPr>
              <p:nvPr/>
            </p:nvSpPr>
            <p:spPr bwMode="auto">
              <a:xfrm>
                <a:off x="535802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5" name="Rectangle 17">
                <a:extLst>
                  <a:ext uri="{FF2B5EF4-FFF2-40B4-BE49-F238E27FC236}">
                    <a16:creationId xmlns:a16="http://schemas.microsoft.com/office/drawing/2014/main" id="{236BF9F5-A935-4DA3-A4A9-52DD30165B37}"/>
                  </a:ext>
                </a:extLst>
              </p:cNvPr>
              <p:cNvSpPr>
                <a:spLocks noChangeArrowheads="1"/>
              </p:cNvSpPr>
              <p:nvPr/>
            </p:nvSpPr>
            <p:spPr bwMode="auto">
              <a:xfrm>
                <a:off x="5812285"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6" name="Rectangle 18">
                <a:extLst>
                  <a:ext uri="{FF2B5EF4-FFF2-40B4-BE49-F238E27FC236}">
                    <a16:creationId xmlns:a16="http://schemas.microsoft.com/office/drawing/2014/main" id="{97FE846A-6C60-49BD-8759-77095BC24777}"/>
                  </a:ext>
                </a:extLst>
              </p:cNvPr>
              <p:cNvSpPr>
                <a:spLocks noChangeArrowheads="1"/>
              </p:cNvSpPr>
              <p:nvPr/>
            </p:nvSpPr>
            <p:spPr bwMode="auto">
              <a:xfrm>
                <a:off x="6267717"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7" name="Rectangle 19">
                <a:extLst>
                  <a:ext uri="{FF2B5EF4-FFF2-40B4-BE49-F238E27FC236}">
                    <a16:creationId xmlns:a16="http://schemas.microsoft.com/office/drawing/2014/main" id="{FA924FA8-FE97-40A1-852B-77A498A7C449}"/>
                  </a:ext>
                </a:extLst>
              </p:cNvPr>
              <p:cNvSpPr>
                <a:spLocks noChangeArrowheads="1"/>
              </p:cNvSpPr>
              <p:nvPr/>
            </p:nvSpPr>
            <p:spPr bwMode="auto">
              <a:xfrm>
                <a:off x="672198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8" name="Rectangle 20">
                <a:extLst>
                  <a:ext uri="{FF2B5EF4-FFF2-40B4-BE49-F238E27FC236}">
                    <a16:creationId xmlns:a16="http://schemas.microsoft.com/office/drawing/2014/main" id="{3C593FAE-CE47-48A5-AC85-6174EAC0A21E}"/>
                  </a:ext>
                </a:extLst>
              </p:cNvPr>
              <p:cNvSpPr>
                <a:spLocks noChangeArrowheads="1"/>
              </p:cNvSpPr>
              <p:nvPr/>
            </p:nvSpPr>
            <p:spPr bwMode="auto">
              <a:xfrm>
                <a:off x="7177414"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9" name="Rectangle 21">
                <a:extLst>
                  <a:ext uri="{FF2B5EF4-FFF2-40B4-BE49-F238E27FC236}">
                    <a16:creationId xmlns:a16="http://schemas.microsoft.com/office/drawing/2014/main" id="{E2228A57-948E-4482-9E06-D9E725176DF9}"/>
                  </a:ext>
                </a:extLst>
              </p:cNvPr>
              <p:cNvSpPr>
                <a:spLocks noChangeArrowheads="1"/>
              </p:cNvSpPr>
              <p:nvPr/>
            </p:nvSpPr>
            <p:spPr bwMode="auto">
              <a:xfrm>
                <a:off x="7631676"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0" name="Rectangle 22">
                <a:extLst>
                  <a:ext uri="{FF2B5EF4-FFF2-40B4-BE49-F238E27FC236}">
                    <a16:creationId xmlns:a16="http://schemas.microsoft.com/office/drawing/2014/main" id="{1EF13CFA-22CA-4C10-BE90-D5CC115A891A}"/>
                  </a:ext>
                </a:extLst>
              </p:cNvPr>
              <p:cNvSpPr>
                <a:spLocks noChangeArrowheads="1"/>
              </p:cNvSpPr>
              <p:nvPr/>
            </p:nvSpPr>
            <p:spPr bwMode="auto">
              <a:xfrm>
                <a:off x="8087109"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1" name="Rectangle 23">
                <a:extLst>
                  <a:ext uri="{FF2B5EF4-FFF2-40B4-BE49-F238E27FC236}">
                    <a16:creationId xmlns:a16="http://schemas.microsoft.com/office/drawing/2014/main" id="{0E8E90A3-1641-4E9B-A194-D5F117F9AEF4}"/>
                  </a:ext>
                </a:extLst>
              </p:cNvPr>
              <p:cNvSpPr>
                <a:spLocks noChangeArrowheads="1"/>
              </p:cNvSpPr>
              <p:nvPr/>
            </p:nvSpPr>
            <p:spPr bwMode="auto">
              <a:xfrm>
                <a:off x="8541372"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2" name="Rectangle 24">
                <a:extLst>
                  <a:ext uri="{FF2B5EF4-FFF2-40B4-BE49-F238E27FC236}">
                    <a16:creationId xmlns:a16="http://schemas.microsoft.com/office/drawing/2014/main" id="{A68EDFEF-E0D3-402A-9521-3DF38E4B8F5F}"/>
                  </a:ext>
                </a:extLst>
              </p:cNvPr>
              <p:cNvSpPr>
                <a:spLocks noChangeArrowheads="1"/>
              </p:cNvSpPr>
              <p:nvPr/>
            </p:nvSpPr>
            <p:spPr bwMode="auto">
              <a:xfrm>
                <a:off x="8996805"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3" name="Rectangle 25">
                <a:extLst>
                  <a:ext uri="{FF2B5EF4-FFF2-40B4-BE49-F238E27FC236}">
                    <a16:creationId xmlns:a16="http://schemas.microsoft.com/office/drawing/2014/main" id="{CCF9D944-04E9-47A8-9177-AFC8A6780FC7}"/>
                  </a:ext>
                </a:extLst>
              </p:cNvPr>
              <p:cNvSpPr>
                <a:spLocks noChangeArrowheads="1"/>
              </p:cNvSpPr>
              <p:nvPr/>
            </p:nvSpPr>
            <p:spPr bwMode="auto">
              <a:xfrm>
                <a:off x="9451068"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4" name="Rectangle 26">
                <a:extLst>
                  <a:ext uri="{FF2B5EF4-FFF2-40B4-BE49-F238E27FC236}">
                    <a16:creationId xmlns:a16="http://schemas.microsoft.com/office/drawing/2014/main" id="{ABDECE26-FC06-416E-A783-A77B3FFA3AF7}"/>
                  </a:ext>
                </a:extLst>
              </p:cNvPr>
              <p:cNvSpPr>
                <a:spLocks noChangeArrowheads="1"/>
              </p:cNvSpPr>
              <p:nvPr/>
            </p:nvSpPr>
            <p:spPr bwMode="auto">
              <a:xfrm>
                <a:off x="9906501"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5" name="Rectangle 27">
                <a:extLst>
                  <a:ext uri="{FF2B5EF4-FFF2-40B4-BE49-F238E27FC236}">
                    <a16:creationId xmlns:a16="http://schemas.microsoft.com/office/drawing/2014/main" id="{1F81018F-D062-471E-8E4D-BF55555F50D6}"/>
                  </a:ext>
                </a:extLst>
              </p:cNvPr>
              <p:cNvSpPr>
                <a:spLocks noChangeArrowheads="1"/>
              </p:cNvSpPr>
              <p:nvPr/>
            </p:nvSpPr>
            <p:spPr bwMode="auto">
              <a:xfrm>
                <a:off x="10360763"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6" name="Rectangle 28">
                <a:extLst>
                  <a:ext uri="{FF2B5EF4-FFF2-40B4-BE49-F238E27FC236}">
                    <a16:creationId xmlns:a16="http://schemas.microsoft.com/office/drawing/2014/main" id="{75BC1DFB-E2E0-44A2-8449-1511B5F4C286}"/>
                  </a:ext>
                </a:extLst>
              </p:cNvPr>
              <p:cNvSpPr>
                <a:spLocks noChangeArrowheads="1"/>
              </p:cNvSpPr>
              <p:nvPr/>
            </p:nvSpPr>
            <p:spPr bwMode="auto">
              <a:xfrm>
                <a:off x="10816197"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7" name="Rectangle 29">
                <a:extLst>
                  <a:ext uri="{FF2B5EF4-FFF2-40B4-BE49-F238E27FC236}">
                    <a16:creationId xmlns:a16="http://schemas.microsoft.com/office/drawing/2014/main" id="{FE671700-5C5E-4E82-8FDC-49E44FF73998}"/>
                  </a:ext>
                </a:extLst>
              </p:cNvPr>
              <p:cNvSpPr>
                <a:spLocks noChangeArrowheads="1"/>
              </p:cNvSpPr>
              <p:nvPr/>
            </p:nvSpPr>
            <p:spPr bwMode="auto">
              <a:xfrm>
                <a:off x="1127046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8" name="Rectangle 30">
                <a:extLst>
                  <a:ext uri="{FF2B5EF4-FFF2-40B4-BE49-F238E27FC236}">
                    <a16:creationId xmlns:a16="http://schemas.microsoft.com/office/drawing/2014/main" id="{367003AF-BC87-4F81-81EB-3D09A24C9934}"/>
                  </a:ext>
                </a:extLst>
              </p:cNvPr>
              <p:cNvSpPr>
                <a:spLocks noChangeArrowheads="1"/>
              </p:cNvSpPr>
              <p:nvPr/>
            </p:nvSpPr>
            <p:spPr bwMode="auto">
              <a:xfrm>
                <a:off x="1172589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2" name="Group 21">
              <a:extLst>
                <a:ext uri="{FF2B5EF4-FFF2-40B4-BE49-F238E27FC236}">
                  <a16:creationId xmlns:a16="http://schemas.microsoft.com/office/drawing/2014/main" id="{5E7D7A4E-C314-4987-9657-060E28CAA6A0}"/>
                </a:ext>
              </a:extLst>
            </p:cNvPr>
            <p:cNvGrpSpPr/>
            <p:nvPr/>
          </p:nvGrpSpPr>
          <p:grpSpPr>
            <a:xfrm>
              <a:off x="354110" y="5390187"/>
              <a:ext cx="11480604" cy="108822"/>
              <a:chOff x="354110" y="5396454"/>
              <a:chExt cx="11480604" cy="108822"/>
            </a:xfrm>
            <a:grpFill/>
          </p:grpSpPr>
          <p:sp>
            <p:nvSpPr>
              <p:cNvPr id="77" name="Rectangle 32">
                <a:extLst>
                  <a:ext uri="{FF2B5EF4-FFF2-40B4-BE49-F238E27FC236}">
                    <a16:creationId xmlns:a16="http://schemas.microsoft.com/office/drawing/2014/main" id="{8E8A1AC8-CA63-4F37-A8CF-FF832D8BE474}"/>
                  </a:ext>
                </a:extLst>
              </p:cNvPr>
              <p:cNvSpPr>
                <a:spLocks noChangeArrowheads="1"/>
              </p:cNvSpPr>
              <p:nvPr/>
            </p:nvSpPr>
            <p:spPr bwMode="auto">
              <a:xfrm>
                <a:off x="35411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8" name="Rectangle 33">
                <a:extLst>
                  <a:ext uri="{FF2B5EF4-FFF2-40B4-BE49-F238E27FC236}">
                    <a16:creationId xmlns:a16="http://schemas.microsoft.com/office/drawing/2014/main" id="{628E2734-FDDB-44A3-9AF2-03978429626B}"/>
                  </a:ext>
                </a:extLst>
              </p:cNvPr>
              <p:cNvSpPr>
                <a:spLocks noChangeArrowheads="1"/>
              </p:cNvSpPr>
              <p:nvPr/>
            </p:nvSpPr>
            <p:spPr bwMode="auto">
              <a:xfrm>
                <a:off x="80954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9" name="Rectangle 34">
                <a:extLst>
                  <a:ext uri="{FF2B5EF4-FFF2-40B4-BE49-F238E27FC236}">
                    <a16:creationId xmlns:a16="http://schemas.microsoft.com/office/drawing/2014/main" id="{088CF2A2-82EB-4956-973F-6A38CD7EA059}"/>
                  </a:ext>
                </a:extLst>
              </p:cNvPr>
              <p:cNvSpPr>
                <a:spLocks noChangeArrowheads="1"/>
              </p:cNvSpPr>
              <p:nvPr/>
            </p:nvSpPr>
            <p:spPr bwMode="auto">
              <a:xfrm>
                <a:off x="1263805"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0" name="Rectangle 35">
                <a:extLst>
                  <a:ext uri="{FF2B5EF4-FFF2-40B4-BE49-F238E27FC236}">
                    <a16:creationId xmlns:a16="http://schemas.microsoft.com/office/drawing/2014/main" id="{C040EEA9-3095-4F30-8483-23F37448C258}"/>
                  </a:ext>
                </a:extLst>
              </p:cNvPr>
              <p:cNvSpPr>
                <a:spLocks noChangeArrowheads="1"/>
              </p:cNvSpPr>
              <p:nvPr/>
            </p:nvSpPr>
            <p:spPr bwMode="auto">
              <a:xfrm>
                <a:off x="1719239"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1" name="Rectangle 36">
                <a:extLst>
                  <a:ext uri="{FF2B5EF4-FFF2-40B4-BE49-F238E27FC236}">
                    <a16:creationId xmlns:a16="http://schemas.microsoft.com/office/drawing/2014/main" id="{749693CE-451B-4AFB-88A8-C12ED178EA24}"/>
                  </a:ext>
                </a:extLst>
              </p:cNvPr>
              <p:cNvSpPr>
                <a:spLocks noChangeArrowheads="1"/>
              </p:cNvSpPr>
              <p:nvPr/>
            </p:nvSpPr>
            <p:spPr bwMode="auto">
              <a:xfrm>
                <a:off x="2173502"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2" name="Rectangle 37">
                <a:extLst>
                  <a:ext uri="{FF2B5EF4-FFF2-40B4-BE49-F238E27FC236}">
                    <a16:creationId xmlns:a16="http://schemas.microsoft.com/office/drawing/2014/main" id="{30280489-C791-44E8-963D-1255607CDB5F}"/>
                  </a:ext>
                </a:extLst>
              </p:cNvPr>
              <p:cNvSpPr>
                <a:spLocks noChangeArrowheads="1"/>
              </p:cNvSpPr>
              <p:nvPr/>
            </p:nvSpPr>
            <p:spPr bwMode="auto">
              <a:xfrm>
                <a:off x="2628934"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3" name="Rectangle 38">
                <a:extLst>
                  <a:ext uri="{FF2B5EF4-FFF2-40B4-BE49-F238E27FC236}">
                    <a16:creationId xmlns:a16="http://schemas.microsoft.com/office/drawing/2014/main" id="{8CC74FC2-413D-4801-AE6D-107C3B112929}"/>
                  </a:ext>
                </a:extLst>
              </p:cNvPr>
              <p:cNvSpPr>
                <a:spLocks noChangeArrowheads="1"/>
              </p:cNvSpPr>
              <p:nvPr/>
            </p:nvSpPr>
            <p:spPr bwMode="auto">
              <a:xfrm>
                <a:off x="3083197"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4" name="Rectangle 39">
                <a:extLst>
                  <a:ext uri="{FF2B5EF4-FFF2-40B4-BE49-F238E27FC236}">
                    <a16:creationId xmlns:a16="http://schemas.microsoft.com/office/drawing/2014/main" id="{B285A8B1-8801-46CD-91B8-97CE12F31990}"/>
                  </a:ext>
                </a:extLst>
              </p:cNvPr>
              <p:cNvSpPr>
                <a:spLocks noChangeArrowheads="1"/>
              </p:cNvSpPr>
              <p:nvPr/>
            </p:nvSpPr>
            <p:spPr bwMode="auto">
              <a:xfrm>
                <a:off x="3538630"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5" name="Rectangle 40">
                <a:extLst>
                  <a:ext uri="{FF2B5EF4-FFF2-40B4-BE49-F238E27FC236}">
                    <a16:creationId xmlns:a16="http://schemas.microsoft.com/office/drawing/2014/main" id="{2DCB03A8-663D-4DCB-A3A5-59C55ED30496}"/>
                  </a:ext>
                </a:extLst>
              </p:cNvPr>
              <p:cNvSpPr>
                <a:spLocks noChangeArrowheads="1"/>
              </p:cNvSpPr>
              <p:nvPr/>
            </p:nvSpPr>
            <p:spPr bwMode="auto">
              <a:xfrm>
                <a:off x="3992893"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6" name="Rectangle 41">
                <a:extLst>
                  <a:ext uri="{FF2B5EF4-FFF2-40B4-BE49-F238E27FC236}">
                    <a16:creationId xmlns:a16="http://schemas.microsoft.com/office/drawing/2014/main" id="{5407D7A5-9403-4899-B30F-57F9270DFA23}"/>
                  </a:ext>
                </a:extLst>
              </p:cNvPr>
              <p:cNvSpPr>
                <a:spLocks noChangeArrowheads="1"/>
              </p:cNvSpPr>
              <p:nvPr/>
            </p:nvSpPr>
            <p:spPr bwMode="auto">
              <a:xfrm>
                <a:off x="4448326"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7" name="Rectangle 42">
                <a:extLst>
                  <a:ext uri="{FF2B5EF4-FFF2-40B4-BE49-F238E27FC236}">
                    <a16:creationId xmlns:a16="http://schemas.microsoft.com/office/drawing/2014/main" id="{A5A712A8-2D9C-4566-93D7-A554219464B6}"/>
                  </a:ext>
                </a:extLst>
              </p:cNvPr>
              <p:cNvSpPr>
                <a:spLocks noChangeArrowheads="1"/>
              </p:cNvSpPr>
              <p:nvPr/>
            </p:nvSpPr>
            <p:spPr bwMode="auto">
              <a:xfrm>
                <a:off x="4902589"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8" name="Rectangle 43">
                <a:extLst>
                  <a:ext uri="{FF2B5EF4-FFF2-40B4-BE49-F238E27FC236}">
                    <a16:creationId xmlns:a16="http://schemas.microsoft.com/office/drawing/2014/main" id="{4B61ED17-0B4A-42B3-B859-84E6FBD9F9B9}"/>
                  </a:ext>
                </a:extLst>
              </p:cNvPr>
              <p:cNvSpPr>
                <a:spLocks noChangeArrowheads="1"/>
              </p:cNvSpPr>
              <p:nvPr/>
            </p:nvSpPr>
            <p:spPr bwMode="auto">
              <a:xfrm>
                <a:off x="535802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9" name="Rectangle 44">
                <a:extLst>
                  <a:ext uri="{FF2B5EF4-FFF2-40B4-BE49-F238E27FC236}">
                    <a16:creationId xmlns:a16="http://schemas.microsoft.com/office/drawing/2014/main" id="{7FF71609-E043-4DD4-BBED-210943BF31DB}"/>
                  </a:ext>
                </a:extLst>
              </p:cNvPr>
              <p:cNvSpPr>
                <a:spLocks noChangeArrowheads="1"/>
              </p:cNvSpPr>
              <p:nvPr/>
            </p:nvSpPr>
            <p:spPr bwMode="auto">
              <a:xfrm>
                <a:off x="5812285"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0" name="Rectangle 45">
                <a:extLst>
                  <a:ext uri="{FF2B5EF4-FFF2-40B4-BE49-F238E27FC236}">
                    <a16:creationId xmlns:a16="http://schemas.microsoft.com/office/drawing/2014/main" id="{9107E37E-3623-4410-8CEA-DA33995A6AC6}"/>
                  </a:ext>
                </a:extLst>
              </p:cNvPr>
              <p:cNvSpPr>
                <a:spLocks noChangeArrowheads="1"/>
              </p:cNvSpPr>
              <p:nvPr/>
            </p:nvSpPr>
            <p:spPr bwMode="auto">
              <a:xfrm>
                <a:off x="6267717"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1" name="Rectangle 46">
                <a:extLst>
                  <a:ext uri="{FF2B5EF4-FFF2-40B4-BE49-F238E27FC236}">
                    <a16:creationId xmlns:a16="http://schemas.microsoft.com/office/drawing/2014/main" id="{B83800E2-BDEE-48AC-9D9F-0B03C123FB62}"/>
                  </a:ext>
                </a:extLst>
              </p:cNvPr>
              <p:cNvSpPr>
                <a:spLocks noChangeArrowheads="1"/>
              </p:cNvSpPr>
              <p:nvPr/>
            </p:nvSpPr>
            <p:spPr bwMode="auto">
              <a:xfrm>
                <a:off x="672198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2" name="Rectangle 47">
                <a:extLst>
                  <a:ext uri="{FF2B5EF4-FFF2-40B4-BE49-F238E27FC236}">
                    <a16:creationId xmlns:a16="http://schemas.microsoft.com/office/drawing/2014/main" id="{924E8ED7-0B54-488C-86FD-838BEC6C72BA}"/>
                  </a:ext>
                </a:extLst>
              </p:cNvPr>
              <p:cNvSpPr>
                <a:spLocks noChangeArrowheads="1"/>
              </p:cNvSpPr>
              <p:nvPr/>
            </p:nvSpPr>
            <p:spPr bwMode="auto">
              <a:xfrm>
                <a:off x="7177414"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3" name="Rectangle 48">
                <a:extLst>
                  <a:ext uri="{FF2B5EF4-FFF2-40B4-BE49-F238E27FC236}">
                    <a16:creationId xmlns:a16="http://schemas.microsoft.com/office/drawing/2014/main" id="{5E731C89-5DF4-4419-9A67-52BAEC37335F}"/>
                  </a:ext>
                </a:extLst>
              </p:cNvPr>
              <p:cNvSpPr>
                <a:spLocks noChangeArrowheads="1"/>
              </p:cNvSpPr>
              <p:nvPr/>
            </p:nvSpPr>
            <p:spPr bwMode="auto">
              <a:xfrm>
                <a:off x="7631676"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4" name="Rectangle 49">
                <a:extLst>
                  <a:ext uri="{FF2B5EF4-FFF2-40B4-BE49-F238E27FC236}">
                    <a16:creationId xmlns:a16="http://schemas.microsoft.com/office/drawing/2014/main" id="{D7B0E779-6D3D-4414-91BB-C1BBE6380DF5}"/>
                  </a:ext>
                </a:extLst>
              </p:cNvPr>
              <p:cNvSpPr>
                <a:spLocks noChangeArrowheads="1"/>
              </p:cNvSpPr>
              <p:nvPr/>
            </p:nvSpPr>
            <p:spPr bwMode="auto">
              <a:xfrm>
                <a:off x="8087109"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5" name="Rectangle 50">
                <a:extLst>
                  <a:ext uri="{FF2B5EF4-FFF2-40B4-BE49-F238E27FC236}">
                    <a16:creationId xmlns:a16="http://schemas.microsoft.com/office/drawing/2014/main" id="{E846AB63-6AAB-4E86-B4BA-7853BD602178}"/>
                  </a:ext>
                </a:extLst>
              </p:cNvPr>
              <p:cNvSpPr>
                <a:spLocks noChangeArrowheads="1"/>
              </p:cNvSpPr>
              <p:nvPr/>
            </p:nvSpPr>
            <p:spPr bwMode="auto">
              <a:xfrm>
                <a:off x="8541372"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6" name="Rectangle 51">
                <a:extLst>
                  <a:ext uri="{FF2B5EF4-FFF2-40B4-BE49-F238E27FC236}">
                    <a16:creationId xmlns:a16="http://schemas.microsoft.com/office/drawing/2014/main" id="{D05AC798-949B-4443-ADBB-917EF526FE1B}"/>
                  </a:ext>
                </a:extLst>
              </p:cNvPr>
              <p:cNvSpPr>
                <a:spLocks noChangeArrowheads="1"/>
              </p:cNvSpPr>
              <p:nvPr/>
            </p:nvSpPr>
            <p:spPr bwMode="auto">
              <a:xfrm>
                <a:off x="8996805"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7" name="Rectangle 52">
                <a:extLst>
                  <a:ext uri="{FF2B5EF4-FFF2-40B4-BE49-F238E27FC236}">
                    <a16:creationId xmlns:a16="http://schemas.microsoft.com/office/drawing/2014/main" id="{8B3E2107-60AF-4064-A551-A333E6249CE7}"/>
                  </a:ext>
                </a:extLst>
              </p:cNvPr>
              <p:cNvSpPr>
                <a:spLocks noChangeArrowheads="1"/>
              </p:cNvSpPr>
              <p:nvPr/>
            </p:nvSpPr>
            <p:spPr bwMode="auto">
              <a:xfrm>
                <a:off x="9451068"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8" name="Rectangle 53">
                <a:extLst>
                  <a:ext uri="{FF2B5EF4-FFF2-40B4-BE49-F238E27FC236}">
                    <a16:creationId xmlns:a16="http://schemas.microsoft.com/office/drawing/2014/main" id="{055FD3E8-A340-4393-92E1-4FD68288FDBC}"/>
                  </a:ext>
                </a:extLst>
              </p:cNvPr>
              <p:cNvSpPr>
                <a:spLocks noChangeArrowheads="1"/>
              </p:cNvSpPr>
              <p:nvPr/>
            </p:nvSpPr>
            <p:spPr bwMode="auto">
              <a:xfrm>
                <a:off x="9906501"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9" name="Rectangle 54">
                <a:extLst>
                  <a:ext uri="{FF2B5EF4-FFF2-40B4-BE49-F238E27FC236}">
                    <a16:creationId xmlns:a16="http://schemas.microsoft.com/office/drawing/2014/main" id="{C18C5E0E-D82C-4F82-A0E3-6BE9AAF75E27}"/>
                  </a:ext>
                </a:extLst>
              </p:cNvPr>
              <p:cNvSpPr>
                <a:spLocks noChangeArrowheads="1"/>
              </p:cNvSpPr>
              <p:nvPr/>
            </p:nvSpPr>
            <p:spPr bwMode="auto">
              <a:xfrm>
                <a:off x="10360763"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0" name="Rectangle 55">
                <a:extLst>
                  <a:ext uri="{FF2B5EF4-FFF2-40B4-BE49-F238E27FC236}">
                    <a16:creationId xmlns:a16="http://schemas.microsoft.com/office/drawing/2014/main" id="{677F5FC4-34F3-400A-9970-A7EA63DB4B53}"/>
                  </a:ext>
                </a:extLst>
              </p:cNvPr>
              <p:cNvSpPr>
                <a:spLocks noChangeArrowheads="1"/>
              </p:cNvSpPr>
              <p:nvPr/>
            </p:nvSpPr>
            <p:spPr bwMode="auto">
              <a:xfrm>
                <a:off x="10816197"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1" name="Rectangle 56">
                <a:extLst>
                  <a:ext uri="{FF2B5EF4-FFF2-40B4-BE49-F238E27FC236}">
                    <a16:creationId xmlns:a16="http://schemas.microsoft.com/office/drawing/2014/main" id="{2A4794CF-928E-4F8E-A532-7800E5996BB3}"/>
                  </a:ext>
                </a:extLst>
              </p:cNvPr>
              <p:cNvSpPr>
                <a:spLocks noChangeArrowheads="1"/>
              </p:cNvSpPr>
              <p:nvPr/>
            </p:nvSpPr>
            <p:spPr bwMode="auto">
              <a:xfrm>
                <a:off x="1127046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2" name="Rectangle 57">
                <a:extLst>
                  <a:ext uri="{FF2B5EF4-FFF2-40B4-BE49-F238E27FC236}">
                    <a16:creationId xmlns:a16="http://schemas.microsoft.com/office/drawing/2014/main" id="{E4F63079-D99A-4ECA-AE8B-8E93D4295604}"/>
                  </a:ext>
                </a:extLst>
              </p:cNvPr>
              <p:cNvSpPr>
                <a:spLocks noChangeArrowheads="1"/>
              </p:cNvSpPr>
              <p:nvPr/>
            </p:nvSpPr>
            <p:spPr bwMode="auto">
              <a:xfrm>
                <a:off x="1172589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3" name="Group 22">
              <a:extLst>
                <a:ext uri="{FF2B5EF4-FFF2-40B4-BE49-F238E27FC236}">
                  <a16:creationId xmlns:a16="http://schemas.microsoft.com/office/drawing/2014/main" id="{8F81BE07-E676-45EB-9AFA-7BF1FBB657A2}"/>
                </a:ext>
              </a:extLst>
            </p:cNvPr>
            <p:cNvGrpSpPr/>
            <p:nvPr/>
          </p:nvGrpSpPr>
          <p:grpSpPr>
            <a:xfrm>
              <a:off x="354110" y="5895731"/>
              <a:ext cx="11480604" cy="109990"/>
              <a:chOff x="354110" y="5903678"/>
              <a:chExt cx="11480604" cy="109990"/>
            </a:xfrm>
            <a:grpFill/>
          </p:grpSpPr>
          <p:sp>
            <p:nvSpPr>
              <p:cNvPr id="51" name="Rectangle 59">
                <a:extLst>
                  <a:ext uri="{FF2B5EF4-FFF2-40B4-BE49-F238E27FC236}">
                    <a16:creationId xmlns:a16="http://schemas.microsoft.com/office/drawing/2014/main" id="{90F41A19-F592-419E-BB70-0A26A5A2C993}"/>
                  </a:ext>
                </a:extLst>
              </p:cNvPr>
              <p:cNvSpPr>
                <a:spLocks noChangeArrowheads="1"/>
              </p:cNvSpPr>
              <p:nvPr/>
            </p:nvSpPr>
            <p:spPr bwMode="auto">
              <a:xfrm>
                <a:off x="35411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 name="Rectangle 60">
                <a:extLst>
                  <a:ext uri="{FF2B5EF4-FFF2-40B4-BE49-F238E27FC236}">
                    <a16:creationId xmlns:a16="http://schemas.microsoft.com/office/drawing/2014/main" id="{1469FDD4-E3FD-413E-AE75-22EE1F631B63}"/>
                  </a:ext>
                </a:extLst>
              </p:cNvPr>
              <p:cNvSpPr>
                <a:spLocks noChangeArrowheads="1"/>
              </p:cNvSpPr>
              <p:nvPr/>
            </p:nvSpPr>
            <p:spPr bwMode="auto">
              <a:xfrm>
                <a:off x="80954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 name="Rectangle 61">
                <a:extLst>
                  <a:ext uri="{FF2B5EF4-FFF2-40B4-BE49-F238E27FC236}">
                    <a16:creationId xmlns:a16="http://schemas.microsoft.com/office/drawing/2014/main" id="{FE475E5D-8646-4FC9-BFFB-619E2D0E25ED}"/>
                  </a:ext>
                </a:extLst>
              </p:cNvPr>
              <p:cNvSpPr>
                <a:spLocks noChangeArrowheads="1"/>
              </p:cNvSpPr>
              <p:nvPr/>
            </p:nvSpPr>
            <p:spPr bwMode="auto">
              <a:xfrm>
                <a:off x="126380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 name="Rectangle 62">
                <a:extLst>
                  <a:ext uri="{FF2B5EF4-FFF2-40B4-BE49-F238E27FC236}">
                    <a16:creationId xmlns:a16="http://schemas.microsoft.com/office/drawing/2014/main" id="{3D36A72E-C554-4C3C-9B1B-6CB10E5F62BE}"/>
                  </a:ext>
                </a:extLst>
              </p:cNvPr>
              <p:cNvSpPr>
                <a:spLocks noChangeArrowheads="1"/>
              </p:cNvSpPr>
              <p:nvPr/>
            </p:nvSpPr>
            <p:spPr bwMode="auto">
              <a:xfrm>
                <a:off x="171923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 name="Rectangle 63">
                <a:extLst>
                  <a:ext uri="{FF2B5EF4-FFF2-40B4-BE49-F238E27FC236}">
                    <a16:creationId xmlns:a16="http://schemas.microsoft.com/office/drawing/2014/main" id="{7A4E6F93-4FD1-43BD-92BD-564F60D0B6DD}"/>
                  </a:ext>
                </a:extLst>
              </p:cNvPr>
              <p:cNvSpPr>
                <a:spLocks noChangeArrowheads="1"/>
              </p:cNvSpPr>
              <p:nvPr/>
            </p:nvSpPr>
            <p:spPr bwMode="auto">
              <a:xfrm>
                <a:off x="217350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 name="Rectangle 64">
                <a:extLst>
                  <a:ext uri="{FF2B5EF4-FFF2-40B4-BE49-F238E27FC236}">
                    <a16:creationId xmlns:a16="http://schemas.microsoft.com/office/drawing/2014/main" id="{91390BA3-956A-4FEA-961B-6154DE6FB764}"/>
                  </a:ext>
                </a:extLst>
              </p:cNvPr>
              <p:cNvSpPr>
                <a:spLocks noChangeArrowheads="1"/>
              </p:cNvSpPr>
              <p:nvPr/>
            </p:nvSpPr>
            <p:spPr bwMode="auto">
              <a:xfrm>
                <a:off x="262893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 name="Rectangle 65">
                <a:extLst>
                  <a:ext uri="{FF2B5EF4-FFF2-40B4-BE49-F238E27FC236}">
                    <a16:creationId xmlns:a16="http://schemas.microsoft.com/office/drawing/2014/main" id="{3BDA4482-76BD-4B95-9A99-C9D97E68F675}"/>
                  </a:ext>
                </a:extLst>
              </p:cNvPr>
              <p:cNvSpPr>
                <a:spLocks noChangeArrowheads="1"/>
              </p:cNvSpPr>
              <p:nvPr/>
            </p:nvSpPr>
            <p:spPr bwMode="auto">
              <a:xfrm>
                <a:off x="3083197"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 name="Rectangle 66">
                <a:extLst>
                  <a:ext uri="{FF2B5EF4-FFF2-40B4-BE49-F238E27FC236}">
                    <a16:creationId xmlns:a16="http://schemas.microsoft.com/office/drawing/2014/main" id="{7C89DCF1-7783-4715-A5F6-F69C325A84FE}"/>
                  </a:ext>
                </a:extLst>
              </p:cNvPr>
              <p:cNvSpPr>
                <a:spLocks noChangeArrowheads="1"/>
              </p:cNvSpPr>
              <p:nvPr/>
            </p:nvSpPr>
            <p:spPr bwMode="auto">
              <a:xfrm>
                <a:off x="3538630"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 name="Rectangle 67">
                <a:extLst>
                  <a:ext uri="{FF2B5EF4-FFF2-40B4-BE49-F238E27FC236}">
                    <a16:creationId xmlns:a16="http://schemas.microsoft.com/office/drawing/2014/main" id="{C358A697-8E33-4B4A-8E88-7C19923AD434}"/>
                  </a:ext>
                </a:extLst>
              </p:cNvPr>
              <p:cNvSpPr>
                <a:spLocks noChangeArrowheads="1"/>
              </p:cNvSpPr>
              <p:nvPr/>
            </p:nvSpPr>
            <p:spPr bwMode="auto">
              <a:xfrm>
                <a:off x="399289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 name="Rectangle 68">
                <a:extLst>
                  <a:ext uri="{FF2B5EF4-FFF2-40B4-BE49-F238E27FC236}">
                    <a16:creationId xmlns:a16="http://schemas.microsoft.com/office/drawing/2014/main" id="{8716A687-A14A-4B91-AB47-EC1722AF30AA}"/>
                  </a:ext>
                </a:extLst>
              </p:cNvPr>
              <p:cNvSpPr>
                <a:spLocks noChangeArrowheads="1"/>
              </p:cNvSpPr>
              <p:nvPr/>
            </p:nvSpPr>
            <p:spPr bwMode="auto">
              <a:xfrm>
                <a:off x="4448326"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 name="Rectangle 69">
                <a:extLst>
                  <a:ext uri="{FF2B5EF4-FFF2-40B4-BE49-F238E27FC236}">
                    <a16:creationId xmlns:a16="http://schemas.microsoft.com/office/drawing/2014/main" id="{3597BC4D-A8AB-476D-A463-DDA92D6194C6}"/>
                  </a:ext>
                </a:extLst>
              </p:cNvPr>
              <p:cNvSpPr>
                <a:spLocks noChangeArrowheads="1"/>
              </p:cNvSpPr>
              <p:nvPr/>
            </p:nvSpPr>
            <p:spPr bwMode="auto">
              <a:xfrm>
                <a:off x="4902589"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 name="Rectangle 70">
                <a:extLst>
                  <a:ext uri="{FF2B5EF4-FFF2-40B4-BE49-F238E27FC236}">
                    <a16:creationId xmlns:a16="http://schemas.microsoft.com/office/drawing/2014/main" id="{3D5FE933-374E-4D22-95B5-F8B154CFC294}"/>
                  </a:ext>
                </a:extLst>
              </p:cNvPr>
              <p:cNvSpPr>
                <a:spLocks noChangeArrowheads="1"/>
              </p:cNvSpPr>
              <p:nvPr/>
            </p:nvSpPr>
            <p:spPr bwMode="auto">
              <a:xfrm>
                <a:off x="535802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 name="Rectangle 71">
                <a:extLst>
                  <a:ext uri="{FF2B5EF4-FFF2-40B4-BE49-F238E27FC236}">
                    <a16:creationId xmlns:a16="http://schemas.microsoft.com/office/drawing/2014/main" id="{4DA4C424-BC57-46B1-8A19-98F4A1F4BC56}"/>
                  </a:ext>
                </a:extLst>
              </p:cNvPr>
              <p:cNvSpPr>
                <a:spLocks noChangeArrowheads="1"/>
              </p:cNvSpPr>
              <p:nvPr/>
            </p:nvSpPr>
            <p:spPr bwMode="auto">
              <a:xfrm>
                <a:off x="581228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 name="Rectangle 72">
                <a:extLst>
                  <a:ext uri="{FF2B5EF4-FFF2-40B4-BE49-F238E27FC236}">
                    <a16:creationId xmlns:a16="http://schemas.microsoft.com/office/drawing/2014/main" id="{8072EEA5-91EE-47E9-9C82-96966E37CB87}"/>
                  </a:ext>
                </a:extLst>
              </p:cNvPr>
              <p:cNvSpPr>
                <a:spLocks noChangeArrowheads="1"/>
              </p:cNvSpPr>
              <p:nvPr/>
            </p:nvSpPr>
            <p:spPr bwMode="auto">
              <a:xfrm>
                <a:off x="626771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 name="Rectangle 73">
                <a:extLst>
                  <a:ext uri="{FF2B5EF4-FFF2-40B4-BE49-F238E27FC236}">
                    <a16:creationId xmlns:a16="http://schemas.microsoft.com/office/drawing/2014/main" id="{D2366CD8-B517-40C0-8E52-217CE8F16474}"/>
                  </a:ext>
                </a:extLst>
              </p:cNvPr>
              <p:cNvSpPr>
                <a:spLocks noChangeArrowheads="1"/>
              </p:cNvSpPr>
              <p:nvPr/>
            </p:nvSpPr>
            <p:spPr bwMode="auto">
              <a:xfrm>
                <a:off x="672198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 name="Rectangle 74">
                <a:extLst>
                  <a:ext uri="{FF2B5EF4-FFF2-40B4-BE49-F238E27FC236}">
                    <a16:creationId xmlns:a16="http://schemas.microsoft.com/office/drawing/2014/main" id="{2739573F-C01A-4A42-BDB4-F8717CD6555C}"/>
                  </a:ext>
                </a:extLst>
              </p:cNvPr>
              <p:cNvSpPr>
                <a:spLocks noChangeArrowheads="1"/>
              </p:cNvSpPr>
              <p:nvPr/>
            </p:nvSpPr>
            <p:spPr bwMode="auto">
              <a:xfrm>
                <a:off x="717741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 name="Rectangle 75">
                <a:extLst>
                  <a:ext uri="{FF2B5EF4-FFF2-40B4-BE49-F238E27FC236}">
                    <a16:creationId xmlns:a16="http://schemas.microsoft.com/office/drawing/2014/main" id="{94A56444-668B-41B0-8986-65EB2B4A3200}"/>
                  </a:ext>
                </a:extLst>
              </p:cNvPr>
              <p:cNvSpPr>
                <a:spLocks noChangeArrowheads="1"/>
              </p:cNvSpPr>
              <p:nvPr/>
            </p:nvSpPr>
            <p:spPr bwMode="auto">
              <a:xfrm>
                <a:off x="7631676"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 name="Rectangle 76">
                <a:extLst>
                  <a:ext uri="{FF2B5EF4-FFF2-40B4-BE49-F238E27FC236}">
                    <a16:creationId xmlns:a16="http://schemas.microsoft.com/office/drawing/2014/main" id="{B2CFF404-368E-4A76-A2CA-471611869B48}"/>
                  </a:ext>
                </a:extLst>
              </p:cNvPr>
              <p:cNvSpPr>
                <a:spLocks noChangeArrowheads="1"/>
              </p:cNvSpPr>
              <p:nvPr/>
            </p:nvSpPr>
            <p:spPr bwMode="auto">
              <a:xfrm>
                <a:off x="808710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 name="Rectangle 77">
                <a:extLst>
                  <a:ext uri="{FF2B5EF4-FFF2-40B4-BE49-F238E27FC236}">
                    <a16:creationId xmlns:a16="http://schemas.microsoft.com/office/drawing/2014/main" id="{3B1857CC-9DC7-43E3-98B6-0DCBB2DC18B3}"/>
                  </a:ext>
                </a:extLst>
              </p:cNvPr>
              <p:cNvSpPr>
                <a:spLocks noChangeArrowheads="1"/>
              </p:cNvSpPr>
              <p:nvPr/>
            </p:nvSpPr>
            <p:spPr bwMode="auto">
              <a:xfrm>
                <a:off x="854137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 name="Rectangle 78">
                <a:extLst>
                  <a:ext uri="{FF2B5EF4-FFF2-40B4-BE49-F238E27FC236}">
                    <a16:creationId xmlns:a16="http://schemas.microsoft.com/office/drawing/2014/main" id="{13C3C468-F3E2-4B75-BB66-184F85DD01B0}"/>
                  </a:ext>
                </a:extLst>
              </p:cNvPr>
              <p:cNvSpPr>
                <a:spLocks noChangeArrowheads="1"/>
              </p:cNvSpPr>
              <p:nvPr/>
            </p:nvSpPr>
            <p:spPr bwMode="auto">
              <a:xfrm>
                <a:off x="8996805"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 name="Rectangle 79">
                <a:extLst>
                  <a:ext uri="{FF2B5EF4-FFF2-40B4-BE49-F238E27FC236}">
                    <a16:creationId xmlns:a16="http://schemas.microsoft.com/office/drawing/2014/main" id="{1A0E9336-6E7F-4174-BB8B-7B675743AA41}"/>
                  </a:ext>
                </a:extLst>
              </p:cNvPr>
              <p:cNvSpPr>
                <a:spLocks noChangeArrowheads="1"/>
              </p:cNvSpPr>
              <p:nvPr/>
            </p:nvSpPr>
            <p:spPr bwMode="auto">
              <a:xfrm>
                <a:off x="9451068"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 name="Rectangle 80">
                <a:extLst>
                  <a:ext uri="{FF2B5EF4-FFF2-40B4-BE49-F238E27FC236}">
                    <a16:creationId xmlns:a16="http://schemas.microsoft.com/office/drawing/2014/main" id="{1AB6293C-8454-4149-8126-EFE23BCE434D}"/>
                  </a:ext>
                </a:extLst>
              </p:cNvPr>
              <p:cNvSpPr>
                <a:spLocks noChangeArrowheads="1"/>
              </p:cNvSpPr>
              <p:nvPr/>
            </p:nvSpPr>
            <p:spPr bwMode="auto">
              <a:xfrm>
                <a:off x="9906501"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 name="Rectangle 81">
                <a:extLst>
                  <a:ext uri="{FF2B5EF4-FFF2-40B4-BE49-F238E27FC236}">
                    <a16:creationId xmlns:a16="http://schemas.microsoft.com/office/drawing/2014/main" id="{BAE4953B-46B2-4552-8D6A-C67D4FCB3D6C}"/>
                  </a:ext>
                </a:extLst>
              </p:cNvPr>
              <p:cNvSpPr>
                <a:spLocks noChangeArrowheads="1"/>
              </p:cNvSpPr>
              <p:nvPr/>
            </p:nvSpPr>
            <p:spPr bwMode="auto">
              <a:xfrm>
                <a:off x="1036076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 name="Rectangle 82">
                <a:extLst>
                  <a:ext uri="{FF2B5EF4-FFF2-40B4-BE49-F238E27FC236}">
                    <a16:creationId xmlns:a16="http://schemas.microsoft.com/office/drawing/2014/main" id="{40C5CC0E-449E-4E60-822F-5A4AB69E541C}"/>
                  </a:ext>
                </a:extLst>
              </p:cNvPr>
              <p:cNvSpPr>
                <a:spLocks noChangeArrowheads="1"/>
              </p:cNvSpPr>
              <p:nvPr/>
            </p:nvSpPr>
            <p:spPr bwMode="auto">
              <a:xfrm>
                <a:off x="1081619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 name="Rectangle 83">
                <a:extLst>
                  <a:ext uri="{FF2B5EF4-FFF2-40B4-BE49-F238E27FC236}">
                    <a16:creationId xmlns:a16="http://schemas.microsoft.com/office/drawing/2014/main" id="{B2688373-3DD7-4956-8759-7CB2AF735B51}"/>
                  </a:ext>
                </a:extLst>
              </p:cNvPr>
              <p:cNvSpPr>
                <a:spLocks noChangeArrowheads="1"/>
              </p:cNvSpPr>
              <p:nvPr/>
            </p:nvSpPr>
            <p:spPr bwMode="auto">
              <a:xfrm>
                <a:off x="1127046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 name="Rectangle 84">
                <a:extLst>
                  <a:ext uri="{FF2B5EF4-FFF2-40B4-BE49-F238E27FC236}">
                    <a16:creationId xmlns:a16="http://schemas.microsoft.com/office/drawing/2014/main" id="{50B8E454-F10F-456B-81ED-301B191CA48D}"/>
                  </a:ext>
                </a:extLst>
              </p:cNvPr>
              <p:cNvSpPr>
                <a:spLocks noChangeArrowheads="1"/>
              </p:cNvSpPr>
              <p:nvPr/>
            </p:nvSpPr>
            <p:spPr bwMode="auto">
              <a:xfrm>
                <a:off x="1172589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4" name="Group 23">
              <a:extLst>
                <a:ext uri="{FF2B5EF4-FFF2-40B4-BE49-F238E27FC236}">
                  <a16:creationId xmlns:a16="http://schemas.microsoft.com/office/drawing/2014/main" id="{960ABA5C-8D36-4AAD-9494-669B8A3E9E86}"/>
                </a:ext>
              </a:extLst>
            </p:cNvPr>
            <p:cNvGrpSpPr/>
            <p:nvPr/>
          </p:nvGrpSpPr>
          <p:grpSpPr>
            <a:xfrm>
              <a:off x="354110" y="6402442"/>
              <a:ext cx="11480604" cy="109990"/>
              <a:chOff x="354110" y="5903678"/>
              <a:chExt cx="11480604" cy="109990"/>
            </a:xfrm>
            <a:grpFill/>
          </p:grpSpPr>
          <p:sp>
            <p:nvSpPr>
              <p:cNvPr id="25" name="Rectangle 59">
                <a:extLst>
                  <a:ext uri="{FF2B5EF4-FFF2-40B4-BE49-F238E27FC236}">
                    <a16:creationId xmlns:a16="http://schemas.microsoft.com/office/drawing/2014/main" id="{9006E5F9-87EA-4BFF-AC26-08D7B4E65589}"/>
                  </a:ext>
                </a:extLst>
              </p:cNvPr>
              <p:cNvSpPr>
                <a:spLocks noChangeArrowheads="1"/>
              </p:cNvSpPr>
              <p:nvPr/>
            </p:nvSpPr>
            <p:spPr bwMode="auto">
              <a:xfrm>
                <a:off x="35411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 name="Rectangle 60">
                <a:extLst>
                  <a:ext uri="{FF2B5EF4-FFF2-40B4-BE49-F238E27FC236}">
                    <a16:creationId xmlns:a16="http://schemas.microsoft.com/office/drawing/2014/main" id="{40F26277-619B-41A3-9D5F-A02E6914E16A}"/>
                  </a:ext>
                </a:extLst>
              </p:cNvPr>
              <p:cNvSpPr>
                <a:spLocks noChangeArrowheads="1"/>
              </p:cNvSpPr>
              <p:nvPr/>
            </p:nvSpPr>
            <p:spPr bwMode="auto">
              <a:xfrm>
                <a:off x="80954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 name="Rectangle 61">
                <a:extLst>
                  <a:ext uri="{FF2B5EF4-FFF2-40B4-BE49-F238E27FC236}">
                    <a16:creationId xmlns:a16="http://schemas.microsoft.com/office/drawing/2014/main" id="{23DB5C85-827B-49AF-BC96-24E7ABDAD9B3}"/>
                  </a:ext>
                </a:extLst>
              </p:cNvPr>
              <p:cNvSpPr>
                <a:spLocks noChangeArrowheads="1"/>
              </p:cNvSpPr>
              <p:nvPr/>
            </p:nvSpPr>
            <p:spPr bwMode="auto">
              <a:xfrm>
                <a:off x="126380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 name="Rectangle 62">
                <a:extLst>
                  <a:ext uri="{FF2B5EF4-FFF2-40B4-BE49-F238E27FC236}">
                    <a16:creationId xmlns:a16="http://schemas.microsoft.com/office/drawing/2014/main" id="{847A0A99-2056-4E0E-8A5A-2CBCA33AFFD3}"/>
                  </a:ext>
                </a:extLst>
              </p:cNvPr>
              <p:cNvSpPr>
                <a:spLocks noChangeArrowheads="1"/>
              </p:cNvSpPr>
              <p:nvPr/>
            </p:nvSpPr>
            <p:spPr bwMode="auto">
              <a:xfrm>
                <a:off x="171923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 name="Rectangle 63">
                <a:extLst>
                  <a:ext uri="{FF2B5EF4-FFF2-40B4-BE49-F238E27FC236}">
                    <a16:creationId xmlns:a16="http://schemas.microsoft.com/office/drawing/2014/main" id="{5474EE8D-D88A-47FF-9107-09082030E050}"/>
                  </a:ext>
                </a:extLst>
              </p:cNvPr>
              <p:cNvSpPr>
                <a:spLocks noChangeArrowheads="1"/>
              </p:cNvSpPr>
              <p:nvPr/>
            </p:nvSpPr>
            <p:spPr bwMode="auto">
              <a:xfrm>
                <a:off x="217350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 name="Rectangle 64">
                <a:extLst>
                  <a:ext uri="{FF2B5EF4-FFF2-40B4-BE49-F238E27FC236}">
                    <a16:creationId xmlns:a16="http://schemas.microsoft.com/office/drawing/2014/main" id="{0EC4B1DB-FB22-4303-B2D7-5E60C557A837}"/>
                  </a:ext>
                </a:extLst>
              </p:cNvPr>
              <p:cNvSpPr>
                <a:spLocks noChangeArrowheads="1"/>
              </p:cNvSpPr>
              <p:nvPr/>
            </p:nvSpPr>
            <p:spPr bwMode="auto">
              <a:xfrm>
                <a:off x="262893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 name="Rectangle 65">
                <a:extLst>
                  <a:ext uri="{FF2B5EF4-FFF2-40B4-BE49-F238E27FC236}">
                    <a16:creationId xmlns:a16="http://schemas.microsoft.com/office/drawing/2014/main" id="{B5127279-9249-47F2-8A42-1F7F68517E9D}"/>
                  </a:ext>
                </a:extLst>
              </p:cNvPr>
              <p:cNvSpPr>
                <a:spLocks noChangeArrowheads="1"/>
              </p:cNvSpPr>
              <p:nvPr/>
            </p:nvSpPr>
            <p:spPr bwMode="auto">
              <a:xfrm>
                <a:off x="3083197"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 name="Rectangle 66">
                <a:extLst>
                  <a:ext uri="{FF2B5EF4-FFF2-40B4-BE49-F238E27FC236}">
                    <a16:creationId xmlns:a16="http://schemas.microsoft.com/office/drawing/2014/main" id="{4BE3E747-CD2D-4EA9-8A1C-AFC94F640398}"/>
                  </a:ext>
                </a:extLst>
              </p:cNvPr>
              <p:cNvSpPr>
                <a:spLocks noChangeArrowheads="1"/>
              </p:cNvSpPr>
              <p:nvPr/>
            </p:nvSpPr>
            <p:spPr bwMode="auto">
              <a:xfrm>
                <a:off x="3538630"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 name="Rectangle 67">
                <a:extLst>
                  <a:ext uri="{FF2B5EF4-FFF2-40B4-BE49-F238E27FC236}">
                    <a16:creationId xmlns:a16="http://schemas.microsoft.com/office/drawing/2014/main" id="{844450CC-44D2-4CFB-9D82-BA80F0CA0E8F}"/>
                  </a:ext>
                </a:extLst>
              </p:cNvPr>
              <p:cNvSpPr>
                <a:spLocks noChangeArrowheads="1"/>
              </p:cNvSpPr>
              <p:nvPr/>
            </p:nvSpPr>
            <p:spPr bwMode="auto">
              <a:xfrm>
                <a:off x="399289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 name="Rectangle 68">
                <a:extLst>
                  <a:ext uri="{FF2B5EF4-FFF2-40B4-BE49-F238E27FC236}">
                    <a16:creationId xmlns:a16="http://schemas.microsoft.com/office/drawing/2014/main" id="{56C9C6B8-074B-4807-A953-D5D69AEE2FA6}"/>
                  </a:ext>
                </a:extLst>
              </p:cNvPr>
              <p:cNvSpPr>
                <a:spLocks noChangeArrowheads="1"/>
              </p:cNvSpPr>
              <p:nvPr/>
            </p:nvSpPr>
            <p:spPr bwMode="auto">
              <a:xfrm>
                <a:off x="4448326"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 name="Rectangle 69">
                <a:extLst>
                  <a:ext uri="{FF2B5EF4-FFF2-40B4-BE49-F238E27FC236}">
                    <a16:creationId xmlns:a16="http://schemas.microsoft.com/office/drawing/2014/main" id="{55A940DF-BE4B-4046-BF7D-7BBB8316FF86}"/>
                  </a:ext>
                </a:extLst>
              </p:cNvPr>
              <p:cNvSpPr>
                <a:spLocks noChangeArrowheads="1"/>
              </p:cNvSpPr>
              <p:nvPr/>
            </p:nvSpPr>
            <p:spPr bwMode="auto">
              <a:xfrm>
                <a:off x="4902589"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 name="Rectangle 70">
                <a:extLst>
                  <a:ext uri="{FF2B5EF4-FFF2-40B4-BE49-F238E27FC236}">
                    <a16:creationId xmlns:a16="http://schemas.microsoft.com/office/drawing/2014/main" id="{79FECFE2-55AB-4195-B4F2-F1831B090139}"/>
                  </a:ext>
                </a:extLst>
              </p:cNvPr>
              <p:cNvSpPr>
                <a:spLocks noChangeArrowheads="1"/>
              </p:cNvSpPr>
              <p:nvPr/>
            </p:nvSpPr>
            <p:spPr bwMode="auto">
              <a:xfrm>
                <a:off x="535802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 name="Rectangle 71">
                <a:extLst>
                  <a:ext uri="{FF2B5EF4-FFF2-40B4-BE49-F238E27FC236}">
                    <a16:creationId xmlns:a16="http://schemas.microsoft.com/office/drawing/2014/main" id="{F78BF45E-3F1B-4CCF-AB55-6AACA1D79688}"/>
                  </a:ext>
                </a:extLst>
              </p:cNvPr>
              <p:cNvSpPr>
                <a:spLocks noChangeArrowheads="1"/>
              </p:cNvSpPr>
              <p:nvPr/>
            </p:nvSpPr>
            <p:spPr bwMode="auto">
              <a:xfrm>
                <a:off x="581228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 name="Rectangle 72">
                <a:extLst>
                  <a:ext uri="{FF2B5EF4-FFF2-40B4-BE49-F238E27FC236}">
                    <a16:creationId xmlns:a16="http://schemas.microsoft.com/office/drawing/2014/main" id="{CEAEA0D2-DAF5-42AD-824D-BF0A0786ACDB}"/>
                  </a:ext>
                </a:extLst>
              </p:cNvPr>
              <p:cNvSpPr>
                <a:spLocks noChangeArrowheads="1"/>
              </p:cNvSpPr>
              <p:nvPr/>
            </p:nvSpPr>
            <p:spPr bwMode="auto">
              <a:xfrm>
                <a:off x="626771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 name="Rectangle 73">
                <a:extLst>
                  <a:ext uri="{FF2B5EF4-FFF2-40B4-BE49-F238E27FC236}">
                    <a16:creationId xmlns:a16="http://schemas.microsoft.com/office/drawing/2014/main" id="{2616B93B-15A3-4A25-B322-A4A334791D48}"/>
                  </a:ext>
                </a:extLst>
              </p:cNvPr>
              <p:cNvSpPr>
                <a:spLocks noChangeArrowheads="1"/>
              </p:cNvSpPr>
              <p:nvPr/>
            </p:nvSpPr>
            <p:spPr bwMode="auto">
              <a:xfrm>
                <a:off x="672198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 name="Rectangle 74">
                <a:extLst>
                  <a:ext uri="{FF2B5EF4-FFF2-40B4-BE49-F238E27FC236}">
                    <a16:creationId xmlns:a16="http://schemas.microsoft.com/office/drawing/2014/main" id="{26C24972-CC21-4F79-908A-8F7EEF3C3BF9}"/>
                  </a:ext>
                </a:extLst>
              </p:cNvPr>
              <p:cNvSpPr>
                <a:spLocks noChangeArrowheads="1"/>
              </p:cNvSpPr>
              <p:nvPr/>
            </p:nvSpPr>
            <p:spPr bwMode="auto">
              <a:xfrm>
                <a:off x="717741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 name="Rectangle 75">
                <a:extLst>
                  <a:ext uri="{FF2B5EF4-FFF2-40B4-BE49-F238E27FC236}">
                    <a16:creationId xmlns:a16="http://schemas.microsoft.com/office/drawing/2014/main" id="{FD7C3FD5-0F89-4B6D-AC87-8001A0810CFA}"/>
                  </a:ext>
                </a:extLst>
              </p:cNvPr>
              <p:cNvSpPr>
                <a:spLocks noChangeArrowheads="1"/>
              </p:cNvSpPr>
              <p:nvPr/>
            </p:nvSpPr>
            <p:spPr bwMode="auto">
              <a:xfrm>
                <a:off x="7631676"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 name="Rectangle 76">
                <a:extLst>
                  <a:ext uri="{FF2B5EF4-FFF2-40B4-BE49-F238E27FC236}">
                    <a16:creationId xmlns:a16="http://schemas.microsoft.com/office/drawing/2014/main" id="{B03C108E-68F6-4221-BC40-C5E3C190447E}"/>
                  </a:ext>
                </a:extLst>
              </p:cNvPr>
              <p:cNvSpPr>
                <a:spLocks noChangeArrowheads="1"/>
              </p:cNvSpPr>
              <p:nvPr/>
            </p:nvSpPr>
            <p:spPr bwMode="auto">
              <a:xfrm>
                <a:off x="808710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 name="Rectangle 77">
                <a:extLst>
                  <a:ext uri="{FF2B5EF4-FFF2-40B4-BE49-F238E27FC236}">
                    <a16:creationId xmlns:a16="http://schemas.microsoft.com/office/drawing/2014/main" id="{AEE8C851-520C-4A98-839F-17DEECB4C1ED}"/>
                  </a:ext>
                </a:extLst>
              </p:cNvPr>
              <p:cNvSpPr>
                <a:spLocks noChangeArrowheads="1"/>
              </p:cNvSpPr>
              <p:nvPr/>
            </p:nvSpPr>
            <p:spPr bwMode="auto">
              <a:xfrm>
                <a:off x="854137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 name="Rectangle 78">
                <a:extLst>
                  <a:ext uri="{FF2B5EF4-FFF2-40B4-BE49-F238E27FC236}">
                    <a16:creationId xmlns:a16="http://schemas.microsoft.com/office/drawing/2014/main" id="{64CDD37E-8761-499B-B591-D1B68A0C6023}"/>
                  </a:ext>
                </a:extLst>
              </p:cNvPr>
              <p:cNvSpPr>
                <a:spLocks noChangeArrowheads="1"/>
              </p:cNvSpPr>
              <p:nvPr/>
            </p:nvSpPr>
            <p:spPr bwMode="auto">
              <a:xfrm>
                <a:off x="8996805"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 name="Rectangle 79">
                <a:extLst>
                  <a:ext uri="{FF2B5EF4-FFF2-40B4-BE49-F238E27FC236}">
                    <a16:creationId xmlns:a16="http://schemas.microsoft.com/office/drawing/2014/main" id="{CF1D9CFA-A92A-4012-8DBE-A1AFE416C0D8}"/>
                  </a:ext>
                </a:extLst>
              </p:cNvPr>
              <p:cNvSpPr>
                <a:spLocks noChangeArrowheads="1"/>
              </p:cNvSpPr>
              <p:nvPr/>
            </p:nvSpPr>
            <p:spPr bwMode="auto">
              <a:xfrm>
                <a:off x="9451068"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 name="Rectangle 80">
                <a:extLst>
                  <a:ext uri="{FF2B5EF4-FFF2-40B4-BE49-F238E27FC236}">
                    <a16:creationId xmlns:a16="http://schemas.microsoft.com/office/drawing/2014/main" id="{5B28FF0B-0B00-4C89-9B32-5FCEE8CF723B}"/>
                  </a:ext>
                </a:extLst>
              </p:cNvPr>
              <p:cNvSpPr>
                <a:spLocks noChangeArrowheads="1"/>
              </p:cNvSpPr>
              <p:nvPr/>
            </p:nvSpPr>
            <p:spPr bwMode="auto">
              <a:xfrm>
                <a:off x="9906501"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 name="Rectangle 81">
                <a:extLst>
                  <a:ext uri="{FF2B5EF4-FFF2-40B4-BE49-F238E27FC236}">
                    <a16:creationId xmlns:a16="http://schemas.microsoft.com/office/drawing/2014/main" id="{3F39461F-D7C3-4741-A3BF-B2B81AC1BD42}"/>
                  </a:ext>
                </a:extLst>
              </p:cNvPr>
              <p:cNvSpPr>
                <a:spLocks noChangeArrowheads="1"/>
              </p:cNvSpPr>
              <p:nvPr/>
            </p:nvSpPr>
            <p:spPr bwMode="auto">
              <a:xfrm>
                <a:off x="1036076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 name="Rectangle 82">
                <a:extLst>
                  <a:ext uri="{FF2B5EF4-FFF2-40B4-BE49-F238E27FC236}">
                    <a16:creationId xmlns:a16="http://schemas.microsoft.com/office/drawing/2014/main" id="{B209DBFB-FB6A-41D4-B8FD-371C1627C2D7}"/>
                  </a:ext>
                </a:extLst>
              </p:cNvPr>
              <p:cNvSpPr>
                <a:spLocks noChangeArrowheads="1"/>
              </p:cNvSpPr>
              <p:nvPr/>
            </p:nvSpPr>
            <p:spPr bwMode="auto">
              <a:xfrm>
                <a:off x="1081619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 name="Rectangle 83">
                <a:extLst>
                  <a:ext uri="{FF2B5EF4-FFF2-40B4-BE49-F238E27FC236}">
                    <a16:creationId xmlns:a16="http://schemas.microsoft.com/office/drawing/2014/main" id="{9851ABD3-4B24-43E9-8246-B439DE289025}"/>
                  </a:ext>
                </a:extLst>
              </p:cNvPr>
              <p:cNvSpPr>
                <a:spLocks noChangeArrowheads="1"/>
              </p:cNvSpPr>
              <p:nvPr/>
            </p:nvSpPr>
            <p:spPr bwMode="auto">
              <a:xfrm>
                <a:off x="1127046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 name="Rectangle 84">
                <a:extLst>
                  <a:ext uri="{FF2B5EF4-FFF2-40B4-BE49-F238E27FC236}">
                    <a16:creationId xmlns:a16="http://schemas.microsoft.com/office/drawing/2014/main" id="{C66181AB-B727-41A6-A789-CF6AAB6890A6}"/>
                  </a:ext>
                </a:extLst>
              </p:cNvPr>
              <p:cNvSpPr>
                <a:spLocks noChangeArrowheads="1"/>
              </p:cNvSpPr>
              <p:nvPr/>
            </p:nvSpPr>
            <p:spPr bwMode="auto">
              <a:xfrm>
                <a:off x="1172589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sp>
        <p:nvSpPr>
          <p:cNvPr id="2" name="Date Placeholder 1"/>
          <p:cNvSpPr>
            <a:spLocks noGrp="1"/>
          </p:cNvSpPr>
          <p:nvPr>
            <p:ph type="dt" sz="half" idx="10"/>
          </p:nvPr>
        </p:nvSpPr>
        <p:spPr/>
        <p:txBody>
          <a:bodyPr/>
          <a:lstStyle/>
          <a:p>
            <a:fld id="{425404F2-BE9A-4460-8815-8F645183555F}" type="datetimeFigureOut">
              <a:rPr lang="en-US" smtClean="0"/>
              <a:pPr/>
              <a:t>9/4/2025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96E69268-9C8B-4EBF-A9EE-DC5DC2D48DC3}" type="slidenum">
              <a:rPr lang="en-US" smtClean="0"/>
              <a:pPr/>
              <a:t>‹#›</a:t>
            </a:fld>
            <a:endParaRPr lang="en-US"/>
          </a:p>
        </p:txBody>
      </p:sp>
      <p:sp>
        <p:nvSpPr>
          <p:cNvPr id="381" name="Freeform: Shape 380">
            <a:extLst>
              <a:ext uri="{FF2B5EF4-FFF2-40B4-BE49-F238E27FC236}">
                <a16:creationId xmlns:a16="http://schemas.microsoft.com/office/drawing/2014/main" id="{AE984D29-61FE-4C99-9687-A51CC7822CA6}"/>
              </a:ext>
            </a:extLst>
          </p:cNvPr>
          <p:cNvSpPr/>
          <p:nvPr userDrawn="1"/>
        </p:nvSpPr>
        <p:spPr>
          <a:xfrm>
            <a:off x="5662364" y="1569860"/>
            <a:ext cx="6526461" cy="5288141"/>
          </a:xfrm>
          <a:custGeom>
            <a:avLst/>
            <a:gdLst>
              <a:gd name="connsiteX0" fmla="*/ 393743 w 6526461"/>
              <a:gd name="connsiteY0" fmla="*/ 0 h 5288141"/>
              <a:gd name="connsiteX1" fmla="*/ 6526461 w 6526461"/>
              <a:gd name="connsiteY1" fmla="*/ 0 h 5288141"/>
              <a:gd name="connsiteX2" fmla="*/ 6526461 w 6526461"/>
              <a:gd name="connsiteY2" fmla="*/ 5288141 h 5288141"/>
              <a:gd name="connsiteX3" fmla="*/ 0 w 6526461"/>
              <a:gd name="connsiteY3" fmla="*/ 5288141 h 5288141"/>
              <a:gd name="connsiteX4" fmla="*/ 0 w 6526461"/>
              <a:gd name="connsiteY4" fmla="*/ 393743 h 5288141"/>
              <a:gd name="connsiteX5" fmla="*/ 393743 w 6526461"/>
              <a:gd name="connsiteY5" fmla="*/ 0 h 528814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6526461" h="5288141">
                <a:moveTo>
                  <a:pt x="393743" y="0"/>
                </a:moveTo>
                <a:lnTo>
                  <a:pt x="6526461" y="0"/>
                </a:lnTo>
                <a:lnTo>
                  <a:pt x="6526461" y="5288141"/>
                </a:lnTo>
                <a:lnTo>
                  <a:pt x="0" y="5288141"/>
                </a:lnTo>
                <a:lnTo>
                  <a:pt x="0" y="393743"/>
                </a:lnTo>
                <a:cubicBezTo>
                  <a:pt x="0" y="176285"/>
                  <a:pt x="176285" y="0"/>
                  <a:pt x="393743" y="0"/>
                </a:cubicBezTo>
                <a:close/>
              </a:path>
            </a:pathLst>
          </a:custGeom>
          <a:solidFill>
            <a:schemeClr val="bg1"/>
          </a:solidFill>
          <a:ln>
            <a:noFill/>
          </a:ln>
          <a:effectLst>
            <a:outerShdw blurRad="635000" dist="825500" dir="9600000" algn="tr" rotWithShape="0">
              <a:prstClr val="black">
                <a:alpha val="2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82" name="Picture Placeholder 381">
            <a:extLst>
              <a:ext uri="{FF2B5EF4-FFF2-40B4-BE49-F238E27FC236}">
                <a16:creationId xmlns:a16="http://schemas.microsoft.com/office/drawing/2014/main" id="{8F59953D-8D34-4876-B098-4D1DAD1918E4}"/>
              </a:ext>
            </a:extLst>
          </p:cNvPr>
          <p:cNvSpPr>
            <a:spLocks noGrp="1"/>
          </p:cNvSpPr>
          <p:nvPr>
            <p:ph type="pic" sz="quarter" idx="13"/>
          </p:nvPr>
        </p:nvSpPr>
        <p:spPr>
          <a:xfrm>
            <a:off x="6266549" y="2111829"/>
            <a:ext cx="5922276" cy="4746172"/>
          </a:xfrm>
          <a:custGeom>
            <a:avLst/>
            <a:gdLst>
              <a:gd name="connsiteX0" fmla="*/ 0 w 5922276"/>
              <a:gd name="connsiteY0" fmla="*/ 0 h 4746172"/>
              <a:gd name="connsiteX1" fmla="*/ 5922276 w 5922276"/>
              <a:gd name="connsiteY1" fmla="*/ 0 h 4746172"/>
              <a:gd name="connsiteX2" fmla="*/ 5922276 w 5922276"/>
              <a:gd name="connsiteY2" fmla="*/ 4746172 h 4746172"/>
              <a:gd name="connsiteX3" fmla="*/ 0 w 5922276"/>
              <a:gd name="connsiteY3" fmla="*/ 4746172 h 4746172"/>
            </a:gdLst>
            <a:ahLst/>
            <a:cxnLst>
              <a:cxn ang="0">
                <a:pos x="connsiteX0" y="connsiteY0"/>
              </a:cxn>
              <a:cxn ang="0">
                <a:pos x="connsiteX1" y="connsiteY1"/>
              </a:cxn>
              <a:cxn ang="0">
                <a:pos x="connsiteX2" y="connsiteY2"/>
              </a:cxn>
              <a:cxn ang="0">
                <a:pos x="connsiteX3" y="connsiteY3"/>
              </a:cxn>
            </a:cxnLst>
            <a:rect l="l" t="t" r="r" b="b"/>
            <a:pathLst>
              <a:path w="5922276" h="4746172">
                <a:moveTo>
                  <a:pt x="0" y="0"/>
                </a:moveTo>
                <a:lnTo>
                  <a:pt x="5922276" y="0"/>
                </a:lnTo>
                <a:lnTo>
                  <a:pt x="5922276" y="4746172"/>
                </a:lnTo>
                <a:lnTo>
                  <a:pt x="0" y="4746172"/>
                </a:lnTo>
                <a:close/>
              </a:path>
            </a:pathLst>
          </a:custGeom>
          <a:solidFill>
            <a:schemeClr val="accent3"/>
          </a:solidFill>
        </p:spPr>
        <p:txBody>
          <a:bodyPr wrap="square" anchor="ctr">
            <a:noAutofit/>
          </a:bodyPr>
          <a:lstStyle>
            <a:lvl1pPr marL="0" indent="0" algn="ctr">
              <a:buNone/>
              <a:defRPr>
                <a:solidFill>
                  <a:schemeClr val="bg1"/>
                </a:solidFill>
              </a:defRPr>
            </a:lvl1pPr>
          </a:lstStyle>
          <a:p>
            <a:endParaRPr lang="en-IN"/>
          </a:p>
        </p:txBody>
      </p:sp>
    </p:spTree>
    <p:extLst>
      <p:ext uri="{BB962C8B-B14F-4D97-AF65-F5344CB8AC3E}">
        <p14:creationId xmlns:p14="http://schemas.microsoft.com/office/powerpoint/2010/main" val="3191416091"/>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1_What we do?">
    <p:bg>
      <p:bgPr>
        <a:solidFill>
          <a:schemeClr val="accent1"/>
        </a:solidFill>
        <a:effectLst/>
      </p:bgPr>
    </p:bg>
    <p:spTree>
      <p:nvGrpSpPr>
        <p:cNvPr id="1" name=""/>
        <p:cNvGrpSpPr/>
        <p:nvPr/>
      </p:nvGrpSpPr>
      <p:grpSpPr>
        <a:xfrm>
          <a:off x="0" y="0"/>
          <a:ext cx="0" cy="0"/>
          <a:chOff x="0" y="0"/>
          <a:chExt cx="0" cy="0"/>
        </a:xfrm>
      </p:grpSpPr>
      <p:grpSp>
        <p:nvGrpSpPr>
          <p:cNvPr id="11" name="Group 10">
            <a:extLst>
              <a:ext uri="{FF2B5EF4-FFF2-40B4-BE49-F238E27FC236}">
                <a16:creationId xmlns:a16="http://schemas.microsoft.com/office/drawing/2014/main" id="{8C1607FC-4025-4535-B960-C423F1504CE5}"/>
              </a:ext>
            </a:extLst>
          </p:cNvPr>
          <p:cNvGrpSpPr/>
          <p:nvPr userDrawn="1"/>
        </p:nvGrpSpPr>
        <p:grpSpPr>
          <a:xfrm>
            <a:off x="354110" y="326571"/>
            <a:ext cx="11480604" cy="6185861"/>
            <a:chOff x="354110" y="326571"/>
            <a:chExt cx="11480604" cy="6185861"/>
          </a:xfrm>
          <a:solidFill>
            <a:schemeClr val="accent1">
              <a:lumMod val="90000"/>
              <a:lumOff val="10000"/>
              <a:alpha val="20000"/>
            </a:schemeClr>
          </a:solidFill>
        </p:grpSpPr>
        <p:grpSp>
          <p:nvGrpSpPr>
            <p:cNvPr id="12" name="Group 11">
              <a:extLst>
                <a:ext uri="{FF2B5EF4-FFF2-40B4-BE49-F238E27FC236}">
                  <a16:creationId xmlns:a16="http://schemas.microsoft.com/office/drawing/2014/main" id="{5651BEEC-E6AC-4E4B-9B88-D2F823311FDE}"/>
                </a:ext>
              </a:extLst>
            </p:cNvPr>
            <p:cNvGrpSpPr/>
            <p:nvPr/>
          </p:nvGrpSpPr>
          <p:grpSpPr>
            <a:xfrm>
              <a:off x="354110" y="326571"/>
              <a:ext cx="11480604" cy="109990"/>
              <a:chOff x="354110" y="326571"/>
              <a:chExt cx="11480604" cy="109990"/>
            </a:xfrm>
            <a:grpFill/>
          </p:grpSpPr>
          <p:sp>
            <p:nvSpPr>
              <p:cNvPr id="337" name="Rectangle 5">
                <a:extLst>
                  <a:ext uri="{FF2B5EF4-FFF2-40B4-BE49-F238E27FC236}">
                    <a16:creationId xmlns:a16="http://schemas.microsoft.com/office/drawing/2014/main" id="{85C298FF-97F9-4147-B827-D8E5136C2635}"/>
                  </a:ext>
                </a:extLst>
              </p:cNvPr>
              <p:cNvSpPr>
                <a:spLocks noChangeArrowheads="1"/>
              </p:cNvSpPr>
              <p:nvPr/>
            </p:nvSpPr>
            <p:spPr bwMode="auto">
              <a:xfrm>
                <a:off x="35411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8" name="Rectangle 6">
                <a:extLst>
                  <a:ext uri="{FF2B5EF4-FFF2-40B4-BE49-F238E27FC236}">
                    <a16:creationId xmlns:a16="http://schemas.microsoft.com/office/drawing/2014/main" id="{9408EFDD-1492-4223-8E65-A093D2F1BB8A}"/>
                  </a:ext>
                </a:extLst>
              </p:cNvPr>
              <p:cNvSpPr>
                <a:spLocks noChangeArrowheads="1"/>
              </p:cNvSpPr>
              <p:nvPr/>
            </p:nvSpPr>
            <p:spPr bwMode="auto">
              <a:xfrm>
                <a:off x="80954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9" name="Rectangle 7">
                <a:extLst>
                  <a:ext uri="{FF2B5EF4-FFF2-40B4-BE49-F238E27FC236}">
                    <a16:creationId xmlns:a16="http://schemas.microsoft.com/office/drawing/2014/main" id="{F894E7F8-7101-42ED-9EE3-85F58C6EF313}"/>
                  </a:ext>
                </a:extLst>
              </p:cNvPr>
              <p:cNvSpPr>
                <a:spLocks noChangeArrowheads="1"/>
              </p:cNvSpPr>
              <p:nvPr/>
            </p:nvSpPr>
            <p:spPr bwMode="auto">
              <a:xfrm>
                <a:off x="1263805"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0" name="Rectangle 8">
                <a:extLst>
                  <a:ext uri="{FF2B5EF4-FFF2-40B4-BE49-F238E27FC236}">
                    <a16:creationId xmlns:a16="http://schemas.microsoft.com/office/drawing/2014/main" id="{877C8C7E-1793-4536-97A4-63A3591EF955}"/>
                  </a:ext>
                </a:extLst>
              </p:cNvPr>
              <p:cNvSpPr>
                <a:spLocks noChangeArrowheads="1"/>
              </p:cNvSpPr>
              <p:nvPr/>
            </p:nvSpPr>
            <p:spPr bwMode="auto">
              <a:xfrm>
                <a:off x="1719239"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1" name="Rectangle 9">
                <a:extLst>
                  <a:ext uri="{FF2B5EF4-FFF2-40B4-BE49-F238E27FC236}">
                    <a16:creationId xmlns:a16="http://schemas.microsoft.com/office/drawing/2014/main" id="{077D2BC4-41B3-4D98-84CA-A2503EF131C0}"/>
                  </a:ext>
                </a:extLst>
              </p:cNvPr>
              <p:cNvSpPr>
                <a:spLocks noChangeArrowheads="1"/>
              </p:cNvSpPr>
              <p:nvPr/>
            </p:nvSpPr>
            <p:spPr bwMode="auto">
              <a:xfrm>
                <a:off x="2173502"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2" name="Rectangle 10">
                <a:extLst>
                  <a:ext uri="{FF2B5EF4-FFF2-40B4-BE49-F238E27FC236}">
                    <a16:creationId xmlns:a16="http://schemas.microsoft.com/office/drawing/2014/main" id="{DE4270DF-458E-4975-B86F-E605B966C64F}"/>
                  </a:ext>
                </a:extLst>
              </p:cNvPr>
              <p:cNvSpPr>
                <a:spLocks noChangeArrowheads="1"/>
              </p:cNvSpPr>
              <p:nvPr/>
            </p:nvSpPr>
            <p:spPr bwMode="auto">
              <a:xfrm>
                <a:off x="2628934"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3" name="Rectangle 11">
                <a:extLst>
                  <a:ext uri="{FF2B5EF4-FFF2-40B4-BE49-F238E27FC236}">
                    <a16:creationId xmlns:a16="http://schemas.microsoft.com/office/drawing/2014/main" id="{5334B1DA-DE9D-46A4-B1CC-07D8B5B37F04}"/>
                  </a:ext>
                </a:extLst>
              </p:cNvPr>
              <p:cNvSpPr>
                <a:spLocks noChangeArrowheads="1"/>
              </p:cNvSpPr>
              <p:nvPr/>
            </p:nvSpPr>
            <p:spPr bwMode="auto">
              <a:xfrm>
                <a:off x="3083197"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4" name="Rectangle 12">
                <a:extLst>
                  <a:ext uri="{FF2B5EF4-FFF2-40B4-BE49-F238E27FC236}">
                    <a16:creationId xmlns:a16="http://schemas.microsoft.com/office/drawing/2014/main" id="{1CF1EF4A-5FEC-4B62-A622-2DEE7B72C0B5}"/>
                  </a:ext>
                </a:extLst>
              </p:cNvPr>
              <p:cNvSpPr>
                <a:spLocks noChangeArrowheads="1"/>
              </p:cNvSpPr>
              <p:nvPr/>
            </p:nvSpPr>
            <p:spPr bwMode="auto">
              <a:xfrm>
                <a:off x="3538630"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5" name="Rectangle 13">
                <a:extLst>
                  <a:ext uri="{FF2B5EF4-FFF2-40B4-BE49-F238E27FC236}">
                    <a16:creationId xmlns:a16="http://schemas.microsoft.com/office/drawing/2014/main" id="{322BDF90-AD9B-4F68-8F1B-8AE6FD1E4711}"/>
                  </a:ext>
                </a:extLst>
              </p:cNvPr>
              <p:cNvSpPr>
                <a:spLocks noChangeArrowheads="1"/>
              </p:cNvSpPr>
              <p:nvPr/>
            </p:nvSpPr>
            <p:spPr bwMode="auto">
              <a:xfrm>
                <a:off x="3992893"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6" name="Rectangle 14">
                <a:extLst>
                  <a:ext uri="{FF2B5EF4-FFF2-40B4-BE49-F238E27FC236}">
                    <a16:creationId xmlns:a16="http://schemas.microsoft.com/office/drawing/2014/main" id="{93F9BC3E-2349-4557-A942-FF58D3497577}"/>
                  </a:ext>
                </a:extLst>
              </p:cNvPr>
              <p:cNvSpPr>
                <a:spLocks noChangeArrowheads="1"/>
              </p:cNvSpPr>
              <p:nvPr/>
            </p:nvSpPr>
            <p:spPr bwMode="auto">
              <a:xfrm>
                <a:off x="4448326"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7" name="Rectangle 15">
                <a:extLst>
                  <a:ext uri="{FF2B5EF4-FFF2-40B4-BE49-F238E27FC236}">
                    <a16:creationId xmlns:a16="http://schemas.microsoft.com/office/drawing/2014/main" id="{D4E479F8-DBB7-4E24-82DB-9187E1DA1579}"/>
                  </a:ext>
                </a:extLst>
              </p:cNvPr>
              <p:cNvSpPr>
                <a:spLocks noChangeArrowheads="1"/>
              </p:cNvSpPr>
              <p:nvPr/>
            </p:nvSpPr>
            <p:spPr bwMode="auto">
              <a:xfrm>
                <a:off x="4902589"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8" name="Rectangle 16">
                <a:extLst>
                  <a:ext uri="{FF2B5EF4-FFF2-40B4-BE49-F238E27FC236}">
                    <a16:creationId xmlns:a16="http://schemas.microsoft.com/office/drawing/2014/main" id="{88729413-47AC-4DEA-A613-0B6158FCB8A0}"/>
                  </a:ext>
                </a:extLst>
              </p:cNvPr>
              <p:cNvSpPr>
                <a:spLocks noChangeArrowheads="1"/>
              </p:cNvSpPr>
              <p:nvPr/>
            </p:nvSpPr>
            <p:spPr bwMode="auto">
              <a:xfrm>
                <a:off x="535802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9" name="Rectangle 17">
                <a:extLst>
                  <a:ext uri="{FF2B5EF4-FFF2-40B4-BE49-F238E27FC236}">
                    <a16:creationId xmlns:a16="http://schemas.microsoft.com/office/drawing/2014/main" id="{20F824DD-152A-4F6D-952E-24ADD1A8C073}"/>
                  </a:ext>
                </a:extLst>
              </p:cNvPr>
              <p:cNvSpPr>
                <a:spLocks noChangeArrowheads="1"/>
              </p:cNvSpPr>
              <p:nvPr/>
            </p:nvSpPr>
            <p:spPr bwMode="auto">
              <a:xfrm>
                <a:off x="5812285"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0" name="Rectangle 18">
                <a:extLst>
                  <a:ext uri="{FF2B5EF4-FFF2-40B4-BE49-F238E27FC236}">
                    <a16:creationId xmlns:a16="http://schemas.microsoft.com/office/drawing/2014/main" id="{951C09E8-C755-4AEB-9C27-AE9621753A01}"/>
                  </a:ext>
                </a:extLst>
              </p:cNvPr>
              <p:cNvSpPr>
                <a:spLocks noChangeArrowheads="1"/>
              </p:cNvSpPr>
              <p:nvPr/>
            </p:nvSpPr>
            <p:spPr bwMode="auto">
              <a:xfrm>
                <a:off x="6267717"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1" name="Rectangle 19">
                <a:extLst>
                  <a:ext uri="{FF2B5EF4-FFF2-40B4-BE49-F238E27FC236}">
                    <a16:creationId xmlns:a16="http://schemas.microsoft.com/office/drawing/2014/main" id="{32F64432-EE66-40C8-A67A-FA722F75D59C}"/>
                  </a:ext>
                </a:extLst>
              </p:cNvPr>
              <p:cNvSpPr>
                <a:spLocks noChangeArrowheads="1"/>
              </p:cNvSpPr>
              <p:nvPr/>
            </p:nvSpPr>
            <p:spPr bwMode="auto">
              <a:xfrm>
                <a:off x="672198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2" name="Rectangle 20">
                <a:extLst>
                  <a:ext uri="{FF2B5EF4-FFF2-40B4-BE49-F238E27FC236}">
                    <a16:creationId xmlns:a16="http://schemas.microsoft.com/office/drawing/2014/main" id="{29005991-F871-4DFB-9517-DCB334B68BCC}"/>
                  </a:ext>
                </a:extLst>
              </p:cNvPr>
              <p:cNvSpPr>
                <a:spLocks noChangeArrowheads="1"/>
              </p:cNvSpPr>
              <p:nvPr/>
            </p:nvSpPr>
            <p:spPr bwMode="auto">
              <a:xfrm>
                <a:off x="7177414"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3" name="Rectangle 21">
                <a:extLst>
                  <a:ext uri="{FF2B5EF4-FFF2-40B4-BE49-F238E27FC236}">
                    <a16:creationId xmlns:a16="http://schemas.microsoft.com/office/drawing/2014/main" id="{1C601034-B07F-4FCA-B65F-4BA94F1FEF56}"/>
                  </a:ext>
                </a:extLst>
              </p:cNvPr>
              <p:cNvSpPr>
                <a:spLocks noChangeArrowheads="1"/>
              </p:cNvSpPr>
              <p:nvPr/>
            </p:nvSpPr>
            <p:spPr bwMode="auto">
              <a:xfrm>
                <a:off x="7631676"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4" name="Rectangle 22">
                <a:extLst>
                  <a:ext uri="{FF2B5EF4-FFF2-40B4-BE49-F238E27FC236}">
                    <a16:creationId xmlns:a16="http://schemas.microsoft.com/office/drawing/2014/main" id="{A3C10F51-A92E-4F5D-841E-2495E85BD8B7}"/>
                  </a:ext>
                </a:extLst>
              </p:cNvPr>
              <p:cNvSpPr>
                <a:spLocks noChangeArrowheads="1"/>
              </p:cNvSpPr>
              <p:nvPr/>
            </p:nvSpPr>
            <p:spPr bwMode="auto">
              <a:xfrm>
                <a:off x="8087109"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5" name="Rectangle 23">
                <a:extLst>
                  <a:ext uri="{FF2B5EF4-FFF2-40B4-BE49-F238E27FC236}">
                    <a16:creationId xmlns:a16="http://schemas.microsoft.com/office/drawing/2014/main" id="{8656C742-4C71-41EC-9EED-8A0FF35A8BC7}"/>
                  </a:ext>
                </a:extLst>
              </p:cNvPr>
              <p:cNvSpPr>
                <a:spLocks noChangeArrowheads="1"/>
              </p:cNvSpPr>
              <p:nvPr/>
            </p:nvSpPr>
            <p:spPr bwMode="auto">
              <a:xfrm>
                <a:off x="8541372"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6" name="Rectangle 24">
                <a:extLst>
                  <a:ext uri="{FF2B5EF4-FFF2-40B4-BE49-F238E27FC236}">
                    <a16:creationId xmlns:a16="http://schemas.microsoft.com/office/drawing/2014/main" id="{DD7837C0-45DC-47B0-8EB6-E1AFA3DF28F9}"/>
                  </a:ext>
                </a:extLst>
              </p:cNvPr>
              <p:cNvSpPr>
                <a:spLocks noChangeArrowheads="1"/>
              </p:cNvSpPr>
              <p:nvPr/>
            </p:nvSpPr>
            <p:spPr bwMode="auto">
              <a:xfrm>
                <a:off x="8996805"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7" name="Rectangle 25">
                <a:extLst>
                  <a:ext uri="{FF2B5EF4-FFF2-40B4-BE49-F238E27FC236}">
                    <a16:creationId xmlns:a16="http://schemas.microsoft.com/office/drawing/2014/main" id="{C6C4A808-47AA-4933-B20F-A80BEEFBDEA0}"/>
                  </a:ext>
                </a:extLst>
              </p:cNvPr>
              <p:cNvSpPr>
                <a:spLocks noChangeArrowheads="1"/>
              </p:cNvSpPr>
              <p:nvPr/>
            </p:nvSpPr>
            <p:spPr bwMode="auto">
              <a:xfrm>
                <a:off x="9451068"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8" name="Rectangle 26">
                <a:extLst>
                  <a:ext uri="{FF2B5EF4-FFF2-40B4-BE49-F238E27FC236}">
                    <a16:creationId xmlns:a16="http://schemas.microsoft.com/office/drawing/2014/main" id="{1916F620-2E67-4716-A335-AA9D0F9A9B74}"/>
                  </a:ext>
                </a:extLst>
              </p:cNvPr>
              <p:cNvSpPr>
                <a:spLocks noChangeArrowheads="1"/>
              </p:cNvSpPr>
              <p:nvPr/>
            </p:nvSpPr>
            <p:spPr bwMode="auto">
              <a:xfrm>
                <a:off x="9906501"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9" name="Rectangle 27">
                <a:extLst>
                  <a:ext uri="{FF2B5EF4-FFF2-40B4-BE49-F238E27FC236}">
                    <a16:creationId xmlns:a16="http://schemas.microsoft.com/office/drawing/2014/main" id="{54529738-34CA-43C1-9448-C6D7594E392A}"/>
                  </a:ext>
                </a:extLst>
              </p:cNvPr>
              <p:cNvSpPr>
                <a:spLocks noChangeArrowheads="1"/>
              </p:cNvSpPr>
              <p:nvPr/>
            </p:nvSpPr>
            <p:spPr bwMode="auto">
              <a:xfrm>
                <a:off x="10360763"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0" name="Rectangle 28">
                <a:extLst>
                  <a:ext uri="{FF2B5EF4-FFF2-40B4-BE49-F238E27FC236}">
                    <a16:creationId xmlns:a16="http://schemas.microsoft.com/office/drawing/2014/main" id="{AB2B254B-6166-4F70-A263-5F5630C8AF54}"/>
                  </a:ext>
                </a:extLst>
              </p:cNvPr>
              <p:cNvSpPr>
                <a:spLocks noChangeArrowheads="1"/>
              </p:cNvSpPr>
              <p:nvPr/>
            </p:nvSpPr>
            <p:spPr bwMode="auto">
              <a:xfrm>
                <a:off x="10816197"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1" name="Rectangle 29">
                <a:extLst>
                  <a:ext uri="{FF2B5EF4-FFF2-40B4-BE49-F238E27FC236}">
                    <a16:creationId xmlns:a16="http://schemas.microsoft.com/office/drawing/2014/main" id="{CC179163-7F45-4275-B900-184CA908E769}"/>
                  </a:ext>
                </a:extLst>
              </p:cNvPr>
              <p:cNvSpPr>
                <a:spLocks noChangeArrowheads="1"/>
              </p:cNvSpPr>
              <p:nvPr/>
            </p:nvSpPr>
            <p:spPr bwMode="auto">
              <a:xfrm>
                <a:off x="1127046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2" name="Rectangle 30">
                <a:extLst>
                  <a:ext uri="{FF2B5EF4-FFF2-40B4-BE49-F238E27FC236}">
                    <a16:creationId xmlns:a16="http://schemas.microsoft.com/office/drawing/2014/main" id="{A16179B1-495E-40B6-BA3E-4FE45BD06F96}"/>
                  </a:ext>
                </a:extLst>
              </p:cNvPr>
              <p:cNvSpPr>
                <a:spLocks noChangeArrowheads="1"/>
              </p:cNvSpPr>
              <p:nvPr/>
            </p:nvSpPr>
            <p:spPr bwMode="auto">
              <a:xfrm>
                <a:off x="1172589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3" name="Group 12">
              <a:extLst>
                <a:ext uri="{FF2B5EF4-FFF2-40B4-BE49-F238E27FC236}">
                  <a16:creationId xmlns:a16="http://schemas.microsoft.com/office/drawing/2014/main" id="{6CC022AE-7DA1-4DBC-B4FA-A550170E3244}"/>
                </a:ext>
              </a:extLst>
            </p:cNvPr>
            <p:cNvGrpSpPr/>
            <p:nvPr/>
          </p:nvGrpSpPr>
          <p:grpSpPr>
            <a:xfrm>
              <a:off x="354110" y="833283"/>
              <a:ext cx="11480604" cy="108822"/>
              <a:chOff x="354110" y="834963"/>
              <a:chExt cx="11480604" cy="108822"/>
            </a:xfrm>
            <a:grpFill/>
          </p:grpSpPr>
          <p:sp>
            <p:nvSpPr>
              <p:cNvPr id="311" name="Rectangle 32">
                <a:extLst>
                  <a:ext uri="{FF2B5EF4-FFF2-40B4-BE49-F238E27FC236}">
                    <a16:creationId xmlns:a16="http://schemas.microsoft.com/office/drawing/2014/main" id="{E6CEC545-E6D9-4264-BEA6-119B54AE4C09}"/>
                  </a:ext>
                </a:extLst>
              </p:cNvPr>
              <p:cNvSpPr>
                <a:spLocks noChangeArrowheads="1"/>
              </p:cNvSpPr>
              <p:nvPr/>
            </p:nvSpPr>
            <p:spPr bwMode="auto">
              <a:xfrm>
                <a:off x="35411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2" name="Rectangle 33">
                <a:extLst>
                  <a:ext uri="{FF2B5EF4-FFF2-40B4-BE49-F238E27FC236}">
                    <a16:creationId xmlns:a16="http://schemas.microsoft.com/office/drawing/2014/main" id="{60C7E7B9-97E8-4AE1-A9F0-162381B38DA4}"/>
                  </a:ext>
                </a:extLst>
              </p:cNvPr>
              <p:cNvSpPr>
                <a:spLocks noChangeArrowheads="1"/>
              </p:cNvSpPr>
              <p:nvPr/>
            </p:nvSpPr>
            <p:spPr bwMode="auto">
              <a:xfrm>
                <a:off x="80954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3" name="Rectangle 34">
                <a:extLst>
                  <a:ext uri="{FF2B5EF4-FFF2-40B4-BE49-F238E27FC236}">
                    <a16:creationId xmlns:a16="http://schemas.microsoft.com/office/drawing/2014/main" id="{BC9E105B-3AD3-4AC9-8C4E-3DABA3F82142}"/>
                  </a:ext>
                </a:extLst>
              </p:cNvPr>
              <p:cNvSpPr>
                <a:spLocks noChangeArrowheads="1"/>
              </p:cNvSpPr>
              <p:nvPr/>
            </p:nvSpPr>
            <p:spPr bwMode="auto">
              <a:xfrm>
                <a:off x="1263805"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4" name="Rectangle 35">
                <a:extLst>
                  <a:ext uri="{FF2B5EF4-FFF2-40B4-BE49-F238E27FC236}">
                    <a16:creationId xmlns:a16="http://schemas.microsoft.com/office/drawing/2014/main" id="{B10232F8-CE74-495F-B906-B4B223707999}"/>
                  </a:ext>
                </a:extLst>
              </p:cNvPr>
              <p:cNvSpPr>
                <a:spLocks noChangeArrowheads="1"/>
              </p:cNvSpPr>
              <p:nvPr/>
            </p:nvSpPr>
            <p:spPr bwMode="auto">
              <a:xfrm>
                <a:off x="1719239"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5" name="Rectangle 36">
                <a:extLst>
                  <a:ext uri="{FF2B5EF4-FFF2-40B4-BE49-F238E27FC236}">
                    <a16:creationId xmlns:a16="http://schemas.microsoft.com/office/drawing/2014/main" id="{377EBFB6-EE61-435B-A0EA-67D67D892FEE}"/>
                  </a:ext>
                </a:extLst>
              </p:cNvPr>
              <p:cNvSpPr>
                <a:spLocks noChangeArrowheads="1"/>
              </p:cNvSpPr>
              <p:nvPr/>
            </p:nvSpPr>
            <p:spPr bwMode="auto">
              <a:xfrm>
                <a:off x="2173502"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6" name="Rectangle 37">
                <a:extLst>
                  <a:ext uri="{FF2B5EF4-FFF2-40B4-BE49-F238E27FC236}">
                    <a16:creationId xmlns:a16="http://schemas.microsoft.com/office/drawing/2014/main" id="{7837C467-758B-463F-B551-93C783E1292B}"/>
                  </a:ext>
                </a:extLst>
              </p:cNvPr>
              <p:cNvSpPr>
                <a:spLocks noChangeArrowheads="1"/>
              </p:cNvSpPr>
              <p:nvPr/>
            </p:nvSpPr>
            <p:spPr bwMode="auto">
              <a:xfrm>
                <a:off x="2628934"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7" name="Rectangle 38">
                <a:extLst>
                  <a:ext uri="{FF2B5EF4-FFF2-40B4-BE49-F238E27FC236}">
                    <a16:creationId xmlns:a16="http://schemas.microsoft.com/office/drawing/2014/main" id="{C77A01F7-C261-4381-86C3-4C89EE66C709}"/>
                  </a:ext>
                </a:extLst>
              </p:cNvPr>
              <p:cNvSpPr>
                <a:spLocks noChangeArrowheads="1"/>
              </p:cNvSpPr>
              <p:nvPr/>
            </p:nvSpPr>
            <p:spPr bwMode="auto">
              <a:xfrm>
                <a:off x="3083197"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8" name="Rectangle 39">
                <a:extLst>
                  <a:ext uri="{FF2B5EF4-FFF2-40B4-BE49-F238E27FC236}">
                    <a16:creationId xmlns:a16="http://schemas.microsoft.com/office/drawing/2014/main" id="{7477D541-DCD7-4A47-BAD6-421CE795D868}"/>
                  </a:ext>
                </a:extLst>
              </p:cNvPr>
              <p:cNvSpPr>
                <a:spLocks noChangeArrowheads="1"/>
              </p:cNvSpPr>
              <p:nvPr/>
            </p:nvSpPr>
            <p:spPr bwMode="auto">
              <a:xfrm>
                <a:off x="3538630"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9" name="Rectangle 40">
                <a:extLst>
                  <a:ext uri="{FF2B5EF4-FFF2-40B4-BE49-F238E27FC236}">
                    <a16:creationId xmlns:a16="http://schemas.microsoft.com/office/drawing/2014/main" id="{4E64ADB5-6C15-4DFA-A1D8-CCB52869EB2D}"/>
                  </a:ext>
                </a:extLst>
              </p:cNvPr>
              <p:cNvSpPr>
                <a:spLocks noChangeArrowheads="1"/>
              </p:cNvSpPr>
              <p:nvPr/>
            </p:nvSpPr>
            <p:spPr bwMode="auto">
              <a:xfrm>
                <a:off x="3992893"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0" name="Rectangle 41">
                <a:extLst>
                  <a:ext uri="{FF2B5EF4-FFF2-40B4-BE49-F238E27FC236}">
                    <a16:creationId xmlns:a16="http://schemas.microsoft.com/office/drawing/2014/main" id="{AC57F5E1-8997-4B18-B946-EC6DFA386D59}"/>
                  </a:ext>
                </a:extLst>
              </p:cNvPr>
              <p:cNvSpPr>
                <a:spLocks noChangeArrowheads="1"/>
              </p:cNvSpPr>
              <p:nvPr/>
            </p:nvSpPr>
            <p:spPr bwMode="auto">
              <a:xfrm>
                <a:off x="4448326"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1" name="Rectangle 42">
                <a:extLst>
                  <a:ext uri="{FF2B5EF4-FFF2-40B4-BE49-F238E27FC236}">
                    <a16:creationId xmlns:a16="http://schemas.microsoft.com/office/drawing/2014/main" id="{AC1B45CA-8F96-41DA-A93A-FD14080BEB84}"/>
                  </a:ext>
                </a:extLst>
              </p:cNvPr>
              <p:cNvSpPr>
                <a:spLocks noChangeArrowheads="1"/>
              </p:cNvSpPr>
              <p:nvPr/>
            </p:nvSpPr>
            <p:spPr bwMode="auto">
              <a:xfrm>
                <a:off x="4902589"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2" name="Rectangle 43">
                <a:extLst>
                  <a:ext uri="{FF2B5EF4-FFF2-40B4-BE49-F238E27FC236}">
                    <a16:creationId xmlns:a16="http://schemas.microsoft.com/office/drawing/2014/main" id="{703118E8-5E3B-4DFA-9921-369E22CA03E5}"/>
                  </a:ext>
                </a:extLst>
              </p:cNvPr>
              <p:cNvSpPr>
                <a:spLocks noChangeArrowheads="1"/>
              </p:cNvSpPr>
              <p:nvPr/>
            </p:nvSpPr>
            <p:spPr bwMode="auto">
              <a:xfrm>
                <a:off x="535802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3" name="Rectangle 44">
                <a:extLst>
                  <a:ext uri="{FF2B5EF4-FFF2-40B4-BE49-F238E27FC236}">
                    <a16:creationId xmlns:a16="http://schemas.microsoft.com/office/drawing/2014/main" id="{ED301010-E5DC-4676-A476-7C14D84A537E}"/>
                  </a:ext>
                </a:extLst>
              </p:cNvPr>
              <p:cNvSpPr>
                <a:spLocks noChangeArrowheads="1"/>
              </p:cNvSpPr>
              <p:nvPr/>
            </p:nvSpPr>
            <p:spPr bwMode="auto">
              <a:xfrm>
                <a:off x="5812285"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4" name="Rectangle 45">
                <a:extLst>
                  <a:ext uri="{FF2B5EF4-FFF2-40B4-BE49-F238E27FC236}">
                    <a16:creationId xmlns:a16="http://schemas.microsoft.com/office/drawing/2014/main" id="{37F85CBA-9F8F-490A-A6C5-555D548FDAD9}"/>
                  </a:ext>
                </a:extLst>
              </p:cNvPr>
              <p:cNvSpPr>
                <a:spLocks noChangeArrowheads="1"/>
              </p:cNvSpPr>
              <p:nvPr/>
            </p:nvSpPr>
            <p:spPr bwMode="auto">
              <a:xfrm>
                <a:off x="6267717"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5" name="Rectangle 46">
                <a:extLst>
                  <a:ext uri="{FF2B5EF4-FFF2-40B4-BE49-F238E27FC236}">
                    <a16:creationId xmlns:a16="http://schemas.microsoft.com/office/drawing/2014/main" id="{4CDDB648-0406-4415-9B3A-F56F9D7B2EC7}"/>
                  </a:ext>
                </a:extLst>
              </p:cNvPr>
              <p:cNvSpPr>
                <a:spLocks noChangeArrowheads="1"/>
              </p:cNvSpPr>
              <p:nvPr/>
            </p:nvSpPr>
            <p:spPr bwMode="auto">
              <a:xfrm>
                <a:off x="672198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6" name="Rectangle 47">
                <a:extLst>
                  <a:ext uri="{FF2B5EF4-FFF2-40B4-BE49-F238E27FC236}">
                    <a16:creationId xmlns:a16="http://schemas.microsoft.com/office/drawing/2014/main" id="{9656844F-AFE3-4957-A69F-F4A848FEF63A}"/>
                  </a:ext>
                </a:extLst>
              </p:cNvPr>
              <p:cNvSpPr>
                <a:spLocks noChangeArrowheads="1"/>
              </p:cNvSpPr>
              <p:nvPr/>
            </p:nvSpPr>
            <p:spPr bwMode="auto">
              <a:xfrm>
                <a:off x="7177414"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7" name="Rectangle 48">
                <a:extLst>
                  <a:ext uri="{FF2B5EF4-FFF2-40B4-BE49-F238E27FC236}">
                    <a16:creationId xmlns:a16="http://schemas.microsoft.com/office/drawing/2014/main" id="{5A3A99BA-4854-4231-B6BB-888D83A01003}"/>
                  </a:ext>
                </a:extLst>
              </p:cNvPr>
              <p:cNvSpPr>
                <a:spLocks noChangeArrowheads="1"/>
              </p:cNvSpPr>
              <p:nvPr/>
            </p:nvSpPr>
            <p:spPr bwMode="auto">
              <a:xfrm>
                <a:off x="7631676"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8" name="Rectangle 49">
                <a:extLst>
                  <a:ext uri="{FF2B5EF4-FFF2-40B4-BE49-F238E27FC236}">
                    <a16:creationId xmlns:a16="http://schemas.microsoft.com/office/drawing/2014/main" id="{22B51AD2-0C6E-467F-A47F-34DAB5BB7EBC}"/>
                  </a:ext>
                </a:extLst>
              </p:cNvPr>
              <p:cNvSpPr>
                <a:spLocks noChangeArrowheads="1"/>
              </p:cNvSpPr>
              <p:nvPr/>
            </p:nvSpPr>
            <p:spPr bwMode="auto">
              <a:xfrm>
                <a:off x="8087109"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9" name="Rectangle 50">
                <a:extLst>
                  <a:ext uri="{FF2B5EF4-FFF2-40B4-BE49-F238E27FC236}">
                    <a16:creationId xmlns:a16="http://schemas.microsoft.com/office/drawing/2014/main" id="{EDE14BA8-EBD0-4206-8FB2-6B9E4AB28FEF}"/>
                  </a:ext>
                </a:extLst>
              </p:cNvPr>
              <p:cNvSpPr>
                <a:spLocks noChangeArrowheads="1"/>
              </p:cNvSpPr>
              <p:nvPr/>
            </p:nvSpPr>
            <p:spPr bwMode="auto">
              <a:xfrm>
                <a:off x="8541372"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0" name="Rectangle 51">
                <a:extLst>
                  <a:ext uri="{FF2B5EF4-FFF2-40B4-BE49-F238E27FC236}">
                    <a16:creationId xmlns:a16="http://schemas.microsoft.com/office/drawing/2014/main" id="{F2846FEF-2688-4964-A02B-231009108D65}"/>
                  </a:ext>
                </a:extLst>
              </p:cNvPr>
              <p:cNvSpPr>
                <a:spLocks noChangeArrowheads="1"/>
              </p:cNvSpPr>
              <p:nvPr/>
            </p:nvSpPr>
            <p:spPr bwMode="auto">
              <a:xfrm>
                <a:off x="8996805"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1" name="Rectangle 52">
                <a:extLst>
                  <a:ext uri="{FF2B5EF4-FFF2-40B4-BE49-F238E27FC236}">
                    <a16:creationId xmlns:a16="http://schemas.microsoft.com/office/drawing/2014/main" id="{93E03F91-49D8-43EE-B637-0558AECB0EDE}"/>
                  </a:ext>
                </a:extLst>
              </p:cNvPr>
              <p:cNvSpPr>
                <a:spLocks noChangeArrowheads="1"/>
              </p:cNvSpPr>
              <p:nvPr/>
            </p:nvSpPr>
            <p:spPr bwMode="auto">
              <a:xfrm>
                <a:off x="9451068"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2" name="Rectangle 53">
                <a:extLst>
                  <a:ext uri="{FF2B5EF4-FFF2-40B4-BE49-F238E27FC236}">
                    <a16:creationId xmlns:a16="http://schemas.microsoft.com/office/drawing/2014/main" id="{25EB1B6D-371C-4129-8792-C87711A4DC1E}"/>
                  </a:ext>
                </a:extLst>
              </p:cNvPr>
              <p:cNvSpPr>
                <a:spLocks noChangeArrowheads="1"/>
              </p:cNvSpPr>
              <p:nvPr/>
            </p:nvSpPr>
            <p:spPr bwMode="auto">
              <a:xfrm>
                <a:off x="9906501"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3" name="Rectangle 54">
                <a:extLst>
                  <a:ext uri="{FF2B5EF4-FFF2-40B4-BE49-F238E27FC236}">
                    <a16:creationId xmlns:a16="http://schemas.microsoft.com/office/drawing/2014/main" id="{F0762AD7-4B47-41B5-90EC-26D5248FC187}"/>
                  </a:ext>
                </a:extLst>
              </p:cNvPr>
              <p:cNvSpPr>
                <a:spLocks noChangeArrowheads="1"/>
              </p:cNvSpPr>
              <p:nvPr/>
            </p:nvSpPr>
            <p:spPr bwMode="auto">
              <a:xfrm>
                <a:off x="10360763"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4" name="Rectangle 55">
                <a:extLst>
                  <a:ext uri="{FF2B5EF4-FFF2-40B4-BE49-F238E27FC236}">
                    <a16:creationId xmlns:a16="http://schemas.microsoft.com/office/drawing/2014/main" id="{77F5372A-DF0C-4EB4-8383-88ACAFBC34E4}"/>
                  </a:ext>
                </a:extLst>
              </p:cNvPr>
              <p:cNvSpPr>
                <a:spLocks noChangeArrowheads="1"/>
              </p:cNvSpPr>
              <p:nvPr/>
            </p:nvSpPr>
            <p:spPr bwMode="auto">
              <a:xfrm>
                <a:off x="10816197"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5" name="Rectangle 56">
                <a:extLst>
                  <a:ext uri="{FF2B5EF4-FFF2-40B4-BE49-F238E27FC236}">
                    <a16:creationId xmlns:a16="http://schemas.microsoft.com/office/drawing/2014/main" id="{E1647C36-4FD2-4648-B99F-D1A25055E7FA}"/>
                  </a:ext>
                </a:extLst>
              </p:cNvPr>
              <p:cNvSpPr>
                <a:spLocks noChangeArrowheads="1"/>
              </p:cNvSpPr>
              <p:nvPr/>
            </p:nvSpPr>
            <p:spPr bwMode="auto">
              <a:xfrm>
                <a:off x="1127046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6" name="Rectangle 57">
                <a:extLst>
                  <a:ext uri="{FF2B5EF4-FFF2-40B4-BE49-F238E27FC236}">
                    <a16:creationId xmlns:a16="http://schemas.microsoft.com/office/drawing/2014/main" id="{ACEC7B34-ADAF-47D3-BF11-ED91BA7A1A56}"/>
                  </a:ext>
                </a:extLst>
              </p:cNvPr>
              <p:cNvSpPr>
                <a:spLocks noChangeArrowheads="1"/>
              </p:cNvSpPr>
              <p:nvPr/>
            </p:nvSpPr>
            <p:spPr bwMode="auto">
              <a:xfrm>
                <a:off x="1172589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4" name="Group 13">
              <a:extLst>
                <a:ext uri="{FF2B5EF4-FFF2-40B4-BE49-F238E27FC236}">
                  <a16:creationId xmlns:a16="http://schemas.microsoft.com/office/drawing/2014/main" id="{86937529-B296-43D8-A41E-AB8B81312F52}"/>
                </a:ext>
              </a:extLst>
            </p:cNvPr>
            <p:cNvGrpSpPr/>
            <p:nvPr/>
          </p:nvGrpSpPr>
          <p:grpSpPr>
            <a:xfrm>
              <a:off x="354110" y="1338827"/>
              <a:ext cx="11480604" cy="109990"/>
              <a:chOff x="354110" y="1342187"/>
              <a:chExt cx="11480604" cy="109990"/>
            </a:xfrm>
            <a:grpFill/>
          </p:grpSpPr>
          <p:sp>
            <p:nvSpPr>
              <p:cNvPr id="285" name="Rectangle 59">
                <a:extLst>
                  <a:ext uri="{FF2B5EF4-FFF2-40B4-BE49-F238E27FC236}">
                    <a16:creationId xmlns:a16="http://schemas.microsoft.com/office/drawing/2014/main" id="{D5764D4B-1D40-4C27-A916-0AC8D9299408}"/>
                  </a:ext>
                </a:extLst>
              </p:cNvPr>
              <p:cNvSpPr>
                <a:spLocks noChangeArrowheads="1"/>
              </p:cNvSpPr>
              <p:nvPr/>
            </p:nvSpPr>
            <p:spPr bwMode="auto">
              <a:xfrm>
                <a:off x="35411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6" name="Rectangle 60">
                <a:extLst>
                  <a:ext uri="{FF2B5EF4-FFF2-40B4-BE49-F238E27FC236}">
                    <a16:creationId xmlns:a16="http://schemas.microsoft.com/office/drawing/2014/main" id="{8D6FB00B-87D1-4116-9000-867A2BDD9921}"/>
                  </a:ext>
                </a:extLst>
              </p:cNvPr>
              <p:cNvSpPr>
                <a:spLocks noChangeArrowheads="1"/>
              </p:cNvSpPr>
              <p:nvPr/>
            </p:nvSpPr>
            <p:spPr bwMode="auto">
              <a:xfrm>
                <a:off x="80954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7" name="Rectangle 61">
                <a:extLst>
                  <a:ext uri="{FF2B5EF4-FFF2-40B4-BE49-F238E27FC236}">
                    <a16:creationId xmlns:a16="http://schemas.microsoft.com/office/drawing/2014/main" id="{13141309-AB43-4A97-A80F-35655D9BF20E}"/>
                  </a:ext>
                </a:extLst>
              </p:cNvPr>
              <p:cNvSpPr>
                <a:spLocks noChangeArrowheads="1"/>
              </p:cNvSpPr>
              <p:nvPr/>
            </p:nvSpPr>
            <p:spPr bwMode="auto">
              <a:xfrm>
                <a:off x="1263805"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8" name="Rectangle 62">
                <a:extLst>
                  <a:ext uri="{FF2B5EF4-FFF2-40B4-BE49-F238E27FC236}">
                    <a16:creationId xmlns:a16="http://schemas.microsoft.com/office/drawing/2014/main" id="{C9A0F710-6D9F-43AD-AC28-FF4E52165501}"/>
                  </a:ext>
                </a:extLst>
              </p:cNvPr>
              <p:cNvSpPr>
                <a:spLocks noChangeArrowheads="1"/>
              </p:cNvSpPr>
              <p:nvPr/>
            </p:nvSpPr>
            <p:spPr bwMode="auto">
              <a:xfrm>
                <a:off x="1719239"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9" name="Rectangle 63">
                <a:extLst>
                  <a:ext uri="{FF2B5EF4-FFF2-40B4-BE49-F238E27FC236}">
                    <a16:creationId xmlns:a16="http://schemas.microsoft.com/office/drawing/2014/main" id="{22D043F3-2F25-42E6-A0CC-C1417E89D190}"/>
                  </a:ext>
                </a:extLst>
              </p:cNvPr>
              <p:cNvSpPr>
                <a:spLocks noChangeArrowheads="1"/>
              </p:cNvSpPr>
              <p:nvPr/>
            </p:nvSpPr>
            <p:spPr bwMode="auto">
              <a:xfrm>
                <a:off x="2173502"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0" name="Rectangle 64">
                <a:extLst>
                  <a:ext uri="{FF2B5EF4-FFF2-40B4-BE49-F238E27FC236}">
                    <a16:creationId xmlns:a16="http://schemas.microsoft.com/office/drawing/2014/main" id="{128AE702-54D4-4937-85C0-321F9B6D1728}"/>
                  </a:ext>
                </a:extLst>
              </p:cNvPr>
              <p:cNvSpPr>
                <a:spLocks noChangeArrowheads="1"/>
              </p:cNvSpPr>
              <p:nvPr/>
            </p:nvSpPr>
            <p:spPr bwMode="auto">
              <a:xfrm>
                <a:off x="2628934"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1" name="Rectangle 65">
                <a:extLst>
                  <a:ext uri="{FF2B5EF4-FFF2-40B4-BE49-F238E27FC236}">
                    <a16:creationId xmlns:a16="http://schemas.microsoft.com/office/drawing/2014/main" id="{495CD95D-8E09-4DE3-AD35-D07AE4DACF52}"/>
                  </a:ext>
                </a:extLst>
              </p:cNvPr>
              <p:cNvSpPr>
                <a:spLocks noChangeArrowheads="1"/>
              </p:cNvSpPr>
              <p:nvPr/>
            </p:nvSpPr>
            <p:spPr bwMode="auto">
              <a:xfrm>
                <a:off x="3083197"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2" name="Rectangle 66">
                <a:extLst>
                  <a:ext uri="{FF2B5EF4-FFF2-40B4-BE49-F238E27FC236}">
                    <a16:creationId xmlns:a16="http://schemas.microsoft.com/office/drawing/2014/main" id="{F9E349F8-478A-454D-B3EF-507AC5975821}"/>
                  </a:ext>
                </a:extLst>
              </p:cNvPr>
              <p:cNvSpPr>
                <a:spLocks noChangeArrowheads="1"/>
              </p:cNvSpPr>
              <p:nvPr/>
            </p:nvSpPr>
            <p:spPr bwMode="auto">
              <a:xfrm>
                <a:off x="3538630"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3" name="Rectangle 67">
                <a:extLst>
                  <a:ext uri="{FF2B5EF4-FFF2-40B4-BE49-F238E27FC236}">
                    <a16:creationId xmlns:a16="http://schemas.microsoft.com/office/drawing/2014/main" id="{038DA8FC-06DE-457C-A8EE-5A7FEC447F1A}"/>
                  </a:ext>
                </a:extLst>
              </p:cNvPr>
              <p:cNvSpPr>
                <a:spLocks noChangeArrowheads="1"/>
              </p:cNvSpPr>
              <p:nvPr/>
            </p:nvSpPr>
            <p:spPr bwMode="auto">
              <a:xfrm>
                <a:off x="3992893"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4" name="Rectangle 68">
                <a:extLst>
                  <a:ext uri="{FF2B5EF4-FFF2-40B4-BE49-F238E27FC236}">
                    <a16:creationId xmlns:a16="http://schemas.microsoft.com/office/drawing/2014/main" id="{37F3C727-E73B-4515-BA7B-40F081102511}"/>
                  </a:ext>
                </a:extLst>
              </p:cNvPr>
              <p:cNvSpPr>
                <a:spLocks noChangeArrowheads="1"/>
              </p:cNvSpPr>
              <p:nvPr/>
            </p:nvSpPr>
            <p:spPr bwMode="auto">
              <a:xfrm>
                <a:off x="4448326"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5" name="Rectangle 69">
                <a:extLst>
                  <a:ext uri="{FF2B5EF4-FFF2-40B4-BE49-F238E27FC236}">
                    <a16:creationId xmlns:a16="http://schemas.microsoft.com/office/drawing/2014/main" id="{7ACA813C-C067-4264-85A3-D6CC63AFF948}"/>
                  </a:ext>
                </a:extLst>
              </p:cNvPr>
              <p:cNvSpPr>
                <a:spLocks noChangeArrowheads="1"/>
              </p:cNvSpPr>
              <p:nvPr/>
            </p:nvSpPr>
            <p:spPr bwMode="auto">
              <a:xfrm>
                <a:off x="4902589"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6" name="Rectangle 70">
                <a:extLst>
                  <a:ext uri="{FF2B5EF4-FFF2-40B4-BE49-F238E27FC236}">
                    <a16:creationId xmlns:a16="http://schemas.microsoft.com/office/drawing/2014/main" id="{7F1EFEF0-7477-4565-8B37-7950FACA6799}"/>
                  </a:ext>
                </a:extLst>
              </p:cNvPr>
              <p:cNvSpPr>
                <a:spLocks noChangeArrowheads="1"/>
              </p:cNvSpPr>
              <p:nvPr/>
            </p:nvSpPr>
            <p:spPr bwMode="auto">
              <a:xfrm>
                <a:off x="535802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7" name="Rectangle 71">
                <a:extLst>
                  <a:ext uri="{FF2B5EF4-FFF2-40B4-BE49-F238E27FC236}">
                    <a16:creationId xmlns:a16="http://schemas.microsoft.com/office/drawing/2014/main" id="{F425C54F-BDFC-4555-881A-B6F267624F2B}"/>
                  </a:ext>
                </a:extLst>
              </p:cNvPr>
              <p:cNvSpPr>
                <a:spLocks noChangeArrowheads="1"/>
              </p:cNvSpPr>
              <p:nvPr/>
            </p:nvSpPr>
            <p:spPr bwMode="auto">
              <a:xfrm>
                <a:off x="5812285"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8" name="Rectangle 72">
                <a:extLst>
                  <a:ext uri="{FF2B5EF4-FFF2-40B4-BE49-F238E27FC236}">
                    <a16:creationId xmlns:a16="http://schemas.microsoft.com/office/drawing/2014/main" id="{213AFED9-7175-4A0D-92DC-B39BAE0FD3D9}"/>
                  </a:ext>
                </a:extLst>
              </p:cNvPr>
              <p:cNvSpPr>
                <a:spLocks noChangeArrowheads="1"/>
              </p:cNvSpPr>
              <p:nvPr/>
            </p:nvSpPr>
            <p:spPr bwMode="auto">
              <a:xfrm>
                <a:off x="6267717"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9" name="Rectangle 73">
                <a:extLst>
                  <a:ext uri="{FF2B5EF4-FFF2-40B4-BE49-F238E27FC236}">
                    <a16:creationId xmlns:a16="http://schemas.microsoft.com/office/drawing/2014/main" id="{9E4FCFC2-A1ED-453A-B612-E5E0B39C2A9F}"/>
                  </a:ext>
                </a:extLst>
              </p:cNvPr>
              <p:cNvSpPr>
                <a:spLocks noChangeArrowheads="1"/>
              </p:cNvSpPr>
              <p:nvPr/>
            </p:nvSpPr>
            <p:spPr bwMode="auto">
              <a:xfrm>
                <a:off x="672198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0" name="Rectangle 74">
                <a:extLst>
                  <a:ext uri="{FF2B5EF4-FFF2-40B4-BE49-F238E27FC236}">
                    <a16:creationId xmlns:a16="http://schemas.microsoft.com/office/drawing/2014/main" id="{1C9D742B-9152-4EF7-A612-B519BF62C6C9}"/>
                  </a:ext>
                </a:extLst>
              </p:cNvPr>
              <p:cNvSpPr>
                <a:spLocks noChangeArrowheads="1"/>
              </p:cNvSpPr>
              <p:nvPr/>
            </p:nvSpPr>
            <p:spPr bwMode="auto">
              <a:xfrm>
                <a:off x="7177414"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1" name="Rectangle 75">
                <a:extLst>
                  <a:ext uri="{FF2B5EF4-FFF2-40B4-BE49-F238E27FC236}">
                    <a16:creationId xmlns:a16="http://schemas.microsoft.com/office/drawing/2014/main" id="{2149792F-282E-44D6-84AE-7D31FA24B25F}"/>
                  </a:ext>
                </a:extLst>
              </p:cNvPr>
              <p:cNvSpPr>
                <a:spLocks noChangeArrowheads="1"/>
              </p:cNvSpPr>
              <p:nvPr/>
            </p:nvSpPr>
            <p:spPr bwMode="auto">
              <a:xfrm>
                <a:off x="7631676"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2" name="Rectangle 76">
                <a:extLst>
                  <a:ext uri="{FF2B5EF4-FFF2-40B4-BE49-F238E27FC236}">
                    <a16:creationId xmlns:a16="http://schemas.microsoft.com/office/drawing/2014/main" id="{BEAFEECA-B893-49C1-9039-812C4AF541DE}"/>
                  </a:ext>
                </a:extLst>
              </p:cNvPr>
              <p:cNvSpPr>
                <a:spLocks noChangeArrowheads="1"/>
              </p:cNvSpPr>
              <p:nvPr/>
            </p:nvSpPr>
            <p:spPr bwMode="auto">
              <a:xfrm>
                <a:off x="8087109"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3" name="Rectangle 77">
                <a:extLst>
                  <a:ext uri="{FF2B5EF4-FFF2-40B4-BE49-F238E27FC236}">
                    <a16:creationId xmlns:a16="http://schemas.microsoft.com/office/drawing/2014/main" id="{122E4F71-6D60-47F1-8100-1C8190AADAFA}"/>
                  </a:ext>
                </a:extLst>
              </p:cNvPr>
              <p:cNvSpPr>
                <a:spLocks noChangeArrowheads="1"/>
              </p:cNvSpPr>
              <p:nvPr/>
            </p:nvSpPr>
            <p:spPr bwMode="auto">
              <a:xfrm>
                <a:off x="8541372"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4" name="Rectangle 78">
                <a:extLst>
                  <a:ext uri="{FF2B5EF4-FFF2-40B4-BE49-F238E27FC236}">
                    <a16:creationId xmlns:a16="http://schemas.microsoft.com/office/drawing/2014/main" id="{E9A54785-45A1-4BC8-A85E-CA3EB19FF384}"/>
                  </a:ext>
                </a:extLst>
              </p:cNvPr>
              <p:cNvSpPr>
                <a:spLocks noChangeArrowheads="1"/>
              </p:cNvSpPr>
              <p:nvPr/>
            </p:nvSpPr>
            <p:spPr bwMode="auto">
              <a:xfrm>
                <a:off x="8996805"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5" name="Rectangle 79">
                <a:extLst>
                  <a:ext uri="{FF2B5EF4-FFF2-40B4-BE49-F238E27FC236}">
                    <a16:creationId xmlns:a16="http://schemas.microsoft.com/office/drawing/2014/main" id="{D765DC5F-87A3-4E46-88C5-F2101A2941F1}"/>
                  </a:ext>
                </a:extLst>
              </p:cNvPr>
              <p:cNvSpPr>
                <a:spLocks noChangeArrowheads="1"/>
              </p:cNvSpPr>
              <p:nvPr/>
            </p:nvSpPr>
            <p:spPr bwMode="auto">
              <a:xfrm>
                <a:off x="9451068"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6" name="Rectangle 80">
                <a:extLst>
                  <a:ext uri="{FF2B5EF4-FFF2-40B4-BE49-F238E27FC236}">
                    <a16:creationId xmlns:a16="http://schemas.microsoft.com/office/drawing/2014/main" id="{644B6B17-5BBC-4A03-8899-52E7DF7FE658}"/>
                  </a:ext>
                </a:extLst>
              </p:cNvPr>
              <p:cNvSpPr>
                <a:spLocks noChangeArrowheads="1"/>
              </p:cNvSpPr>
              <p:nvPr/>
            </p:nvSpPr>
            <p:spPr bwMode="auto">
              <a:xfrm>
                <a:off x="9906501"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7" name="Rectangle 81">
                <a:extLst>
                  <a:ext uri="{FF2B5EF4-FFF2-40B4-BE49-F238E27FC236}">
                    <a16:creationId xmlns:a16="http://schemas.microsoft.com/office/drawing/2014/main" id="{987BE756-32EA-455B-8130-C8E83B1B3B0D}"/>
                  </a:ext>
                </a:extLst>
              </p:cNvPr>
              <p:cNvSpPr>
                <a:spLocks noChangeArrowheads="1"/>
              </p:cNvSpPr>
              <p:nvPr/>
            </p:nvSpPr>
            <p:spPr bwMode="auto">
              <a:xfrm>
                <a:off x="10360763"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8" name="Rectangle 82">
                <a:extLst>
                  <a:ext uri="{FF2B5EF4-FFF2-40B4-BE49-F238E27FC236}">
                    <a16:creationId xmlns:a16="http://schemas.microsoft.com/office/drawing/2014/main" id="{5C7821F2-B5EF-4833-B9B9-5AE62E01175B}"/>
                  </a:ext>
                </a:extLst>
              </p:cNvPr>
              <p:cNvSpPr>
                <a:spLocks noChangeArrowheads="1"/>
              </p:cNvSpPr>
              <p:nvPr/>
            </p:nvSpPr>
            <p:spPr bwMode="auto">
              <a:xfrm>
                <a:off x="10816197"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9" name="Rectangle 83">
                <a:extLst>
                  <a:ext uri="{FF2B5EF4-FFF2-40B4-BE49-F238E27FC236}">
                    <a16:creationId xmlns:a16="http://schemas.microsoft.com/office/drawing/2014/main" id="{EDF1C499-3F66-4B42-92C0-855DDB14CD0D}"/>
                  </a:ext>
                </a:extLst>
              </p:cNvPr>
              <p:cNvSpPr>
                <a:spLocks noChangeArrowheads="1"/>
              </p:cNvSpPr>
              <p:nvPr/>
            </p:nvSpPr>
            <p:spPr bwMode="auto">
              <a:xfrm>
                <a:off x="1127046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0" name="Rectangle 84">
                <a:extLst>
                  <a:ext uri="{FF2B5EF4-FFF2-40B4-BE49-F238E27FC236}">
                    <a16:creationId xmlns:a16="http://schemas.microsoft.com/office/drawing/2014/main" id="{3A95874A-F523-4169-A3FB-782B25C88E1A}"/>
                  </a:ext>
                </a:extLst>
              </p:cNvPr>
              <p:cNvSpPr>
                <a:spLocks noChangeArrowheads="1"/>
              </p:cNvSpPr>
              <p:nvPr/>
            </p:nvSpPr>
            <p:spPr bwMode="auto">
              <a:xfrm>
                <a:off x="1172589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5" name="Group 14">
              <a:extLst>
                <a:ext uri="{FF2B5EF4-FFF2-40B4-BE49-F238E27FC236}">
                  <a16:creationId xmlns:a16="http://schemas.microsoft.com/office/drawing/2014/main" id="{7F2D639A-C347-4082-9643-F89AF7802C05}"/>
                </a:ext>
              </a:extLst>
            </p:cNvPr>
            <p:cNvGrpSpPr/>
            <p:nvPr/>
          </p:nvGrpSpPr>
          <p:grpSpPr>
            <a:xfrm>
              <a:off x="354110" y="1845539"/>
              <a:ext cx="11480604" cy="109990"/>
              <a:chOff x="354110" y="1850572"/>
              <a:chExt cx="11480604" cy="109990"/>
            </a:xfrm>
            <a:grpFill/>
          </p:grpSpPr>
          <p:sp>
            <p:nvSpPr>
              <p:cNvPr id="259" name="Rectangle 5">
                <a:extLst>
                  <a:ext uri="{FF2B5EF4-FFF2-40B4-BE49-F238E27FC236}">
                    <a16:creationId xmlns:a16="http://schemas.microsoft.com/office/drawing/2014/main" id="{6291B61F-460B-41F6-82CC-088066FD85C2}"/>
                  </a:ext>
                </a:extLst>
              </p:cNvPr>
              <p:cNvSpPr>
                <a:spLocks noChangeArrowheads="1"/>
              </p:cNvSpPr>
              <p:nvPr/>
            </p:nvSpPr>
            <p:spPr bwMode="auto">
              <a:xfrm>
                <a:off x="35411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0" name="Rectangle 6">
                <a:extLst>
                  <a:ext uri="{FF2B5EF4-FFF2-40B4-BE49-F238E27FC236}">
                    <a16:creationId xmlns:a16="http://schemas.microsoft.com/office/drawing/2014/main" id="{C588270F-A3F7-4DD2-8B81-C30BA6412569}"/>
                  </a:ext>
                </a:extLst>
              </p:cNvPr>
              <p:cNvSpPr>
                <a:spLocks noChangeArrowheads="1"/>
              </p:cNvSpPr>
              <p:nvPr/>
            </p:nvSpPr>
            <p:spPr bwMode="auto">
              <a:xfrm>
                <a:off x="80954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1" name="Rectangle 7">
                <a:extLst>
                  <a:ext uri="{FF2B5EF4-FFF2-40B4-BE49-F238E27FC236}">
                    <a16:creationId xmlns:a16="http://schemas.microsoft.com/office/drawing/2014/main" id="{050F8909-1A69-4BF3-BC80-ECD1B486FAE2}"/>
                  </a:ext>
                </a:extLst>
              </p:cNvPr>
              <p:cNvSpPr>
                <a:spLocks noChangeArrowheads="1"/>
              </p:cNvSpPr>
              <p:nvPr/>
            </p:nvSpPr>
            <p:spPr bwMode="auto">
              <a:xfrm>
                <a:off x="1263805"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2" name="Rectangle 8">
                <a:extLst>
                  <a:ext uri="{FF2B5EF4-FFF2-40B4-BE49-F238E27FC236}">
                    <a16:creationId xmlns:a16="http://schemas.microsoft.com/office/drawing/2014/main" id="{995EC835-8CAE-48D8-ADF0-22B6D986B1EF}"/>
                  </a:ext>
                </a:extLst>
              </p:cNvPr>
              <p:cNvSpPr>
                <a:spLocks noChangeArrowheads="1"/>
              </p:cNvSpPr>
              <p:nvPr/>
            </p:nvSpPr>
            <p:spPr bwMode="auto">
              <a:xfrm>
                <a:off x="1719239"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3" name="Rectangle 9">
                <a:extLst>
                  <a:ext uri="{FF2B5EF4-FFF2-40B4-BE49-F238E27FC236}">
                    <a16:creationId xmlns:a16="http://schemas.microsoft.com/office/drawing/2014/main" id="{5076577D-01F8-484C-8AEB-1091039A662E}"/>
                  </a:ext>
                </a:extLst>
              </p:cNvPr>
              <p:cNvSpPr>
                <a:spLocks noChangeArrowheads="1"/>
              </p:cNvSpPr>
              <p:nvPr/>
            </p:nvSpPr>
            <p:spPr bwMode="auto">
              <a:xfrm>
                <a:off x="2173502"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4" name="Rectangle 10">
                <a:extLst>
                  <a:ext uri="{FF2B5EF4-FFF2-40B4-BE49-F238E27FC236}">
                    <a16:creationId xmlns:a16="http://schemas.microsoft.com/office/drawing/2014/main" id="{5FAA1557-63ED-4C2E-89BE-E827B69C47DE}"/>
                  </a:ext>
                </a:extLst>
              </p:cNvPr>
              <p:cNvSpPr>
                <a:spLocks noChangeArrowheads="1"/>
              </p:cNvSpPr>
              <p:nvPr/>
            </p:nvSpPr>
            <p:spPr bwMode="auto">
              <a:xfrm>
                <a:off x="2628934"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5" name="Rectangle 11">
                <a:extLst>
                  <a:ext uri="{FF2B5EF4-FFF2-40B4-BE49-F238E27FC236}">
                    <a16:creationId xmlns:a16="http://schemas.microsoft.com/office/drawing/2014/main" id="{63D8B1EF-AF76-4A72-B4E3-FC4D1B4E7A80}"/>
                  </a:ext>
                </a:extLst>
              </p:cNvPr>
              <p:cNvSpPr>
                <a:spLocks noChangeArrowheads="1"/>
              </p:cNvSpPr>
              <p:nvPr/>
            </p:nvSpPr>
            <p:spPr bwMode="auto">
              <a:xfrm>
                <a:off x="3083197"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6" name="Rectangle 12">
                <a:extLst>
                  <a:ext uri="{FF2B5EF4-FFF2-40B4-BE49-F238E27FC236}">
                    <a16:creationId xmlns:a16="http://schemas.microsoft.com/office/drawing/2014/main" id="{4DF3DA51-2B69-42BD-A6DE-6F85AA116149}"/>
                  </a:ext>
                </a:extLst>
              </p:cNvPr>
              <p:cNvSpPr>
                <a:spLocks noChangeArrowheads="1"/>
              </p:cNvSpPr>
              <p:nvPr/>
            </p:nvSpPr>
            <p:spPr bwMode="auto">
              <a:xfrm>
                <a:off x="3538630"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7" name="Rectangle 13">
                <a:extLst>
                  <a:ext uri="{FF2B5EF4-FFF2-40B4-BE49-F238E27FC236}">
                    <a16:creationId xmlns:a16="http://schemas.microsoft.com/office/drawing/2014/main" id="{464ECA3E-44D7-43DE-A35E-EADB2D8D7243}"/>
                  </a:ext>
                </a:extLst>
              </p:cNvPr>
              <p:cNvSpPr>
                <a:spLocks noChangeArrowheads="1"/>
              </p:cNvSpPr>
              <p:nvPr/>
            </p:nvSpPr>
            <p:spPr bwMode="auto">
              <a:xfrm>
                <a:off x="3992893"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8" name="Rectangle 14">
                <a:extLst>
                  <a:ext uri="{FF2B5EF4-FFF2-40B4-BE49-F238E27FC236}">
                    <a16:creationId xmlns:a16="http://schemas.microsoft.com/office/drawing/2014/main" id="{36E4F914-DFE7-4297-8E42-A27710155F63}"/>
                  </a:ext>
                </a:extLst>
              </p:cNvPr>
              <p:cNvSpPr>
                <a:spLocks noChangeArrowheads="1"/>
              </p:cNvSpPr>
              <p:nvPr/>
            </p:nvSpPr>
            <p:spPr bwMode="auto">
              <a:xfrm>
                <a:off x="4448326"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9" name="Rectangle 15">
                <a:extLst>
                  <a:ext uri="{FF2B5EF4-FFF2-40B4-BE49-F238E27FC236}">
                    <a16:creationId xmlns:a16="http://schemas.microsoft.com/office/drawing/2014/main" id="{164AA26B-0915-4E61-AFF2-BDA8ED551BFE}"/>
                  </a:ext>
                </a:extLst>
              </p:cNvPr>
              <p:cNvSpPr>
                <a:spLocks noChangeArrowheads="1"/>
              </p:cNvSpPr>
              <p:nvPr/>
            </p:nvSpPr>
            <p:spPr bwMode="auto">
              <a:xfrm>
                <a:off x="4902589"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0" name="Rectangle 16">
                <a:extLst>
                  <a:ext uri="{FF2B5EF4-FFF2-40B4-BE49-F238E27FC236}">
                    <a16:creationId xmlns:a16="http://schemas.microsoft.com/office/drawing/2014/main" id="{D5AB2E4B-626F-4072-87E5-595D35EFADAD}"/>
                  </a:ext>
                </a:extLst>
              </p:cNvPr>
              <p:cNvSpPr>
                <a:spLocks noChangeArrowheads="1"/>
              </p:cNvSpPr>
              <p:nvPr/>
            </p:nvSpPr>
            <p:spPr bwMode="auto">
              <a:xfrm>
                <a:off x="535802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1" name="Rectangle 17">
                <a:extLst>
                  <a:ext uri="{FF2B5EF4-FFF2-40B4-BE49-F238E27FC236}">
                    <a16:creationId xmlns:a16="http://schemas.microsoft.com/office/drawing/2014/main" id="{65DAB362-330B-46D1-BCA8-58DF84B02A0B}"/>
                  </a:ext>
                </a:extLst>
              </p:cNvPr>
              <p:cNvSpPr>
                <a:spLocks noChangeArrowheads="1"/>
              </p:cNvSpPr>
              <p:nvPr/>
            </p:nvSpPr>
            <p:spPr bwMode="auto">
              <a:xfrm>
                <a:off x="5812285"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2" name="Rectangle 18">
                <a:extLst>
                  <a:ext uri="{FF2B5EF4-FFF2-40B4-BE49-F238E27FC236}">
                    <a16:creationId xmlns:a16="http://schemas.microsoft.com/office/drawing/2014/main" id="{354D240F-C2AD-45B8-AC36-32AD2EAD65C6}"/>
                  </a:ext>
                </a:extLst>
              </p:cNvPr>
              <p:cNvSpPr>
                <a:spLocks noChangeArrowheads="1"/>
              </p:cNvSpPr>
              <p:nvPr/>
            </p:nvSpPr>
            <p:spPr bwMode="auto">
              <a:xfrm>
                <a:off x="6267717"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3" name="Rectangle 19">
                <a:extLst>
                  <a:ext uri="{FF2B5EF4-FFF2-40B4-BE49-F238E27FC236}">
                    <a16:creationId xmlns:a16="http://schemas.microsoft.com/office/drawing/2014/main" id="{90E2C084-FE42-498D-9DD1-54C9F1833304}"/>
                  </a:ext>
                </a:extLst>
              </p:cNvPr>
              <p:cNvSpPr>
                <a:spLocks noChangeArrowheads="1"/>
              </p:cNvSpPr>
              <p:nvPr/>
            </p:nvSpPr>
            <p:spPr bwMode="auto">
              <a:xfrm>
                <a:off x="672198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4" name="Rectangle 20">
                <a:extLst>
                  <a:ext uri="{FF2B5EF4-FFF2-40B4-BE49-F238E27FC236}">
                    <a16:creationId xmlns:a16="http://schemas.microsoft.com/office/drawing/2014/main" id="{C350DA86-5C2C-4CB7-B1CC-4409FC68993E}"/>
                  </a:ext>
                </a:extLst>
              </p:cNvPr>
              <p:cNvSpPr>
                <a:spLocks noChangeArrowheads="1"/>
              </p:cNvSpPr>
              <p:nvPr/>
            </p:nvSpPr>
            <p:spPr bwMode="auto">
              <a:xfrm>
                <a:off x="7177414"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5" name="Rectangle 21">
                <a:extLst>
                  <a:ext uri="{FF2B5EF4-FFF2-40B4-BE49-F238E27FC236}">
                    <a16:creationId xmlns:a16="http://schemas.microsoft.com/office/drawing/2014/main" id="{3476D016-BE0E-40FB-AE03-36C7206310DC}"/>
                  </a:ext>
                </a:extLst>
              </p:cNvPr>
              <p:cNvSpPr>
                <a:spLocks noChangeArrowheads="1"/>
              </p:cNvSpPr>
              <p:nvPr/>
            </p:nvSpPr>
            <p:spPr bwMode="auto">
              <a:xfrm>
                <a:off x="7631676"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6" name="Rectangle 22">
                <a:extLst>
                  <a:ext uri="{FF2B5EF4-FFF2-40B4-BE49-F238E27FC236}">
                    <a16:creationId xmlns:a16="http://schemas.microsoft.com/office/drawing/2014/main" id="{4207A264-69D9-418A-8329-92D261B9B62C}"/>
                  </a:ext>
                </a:extLst>
              </p:cNvPr>
              <p:cNvSpPr>
                <a:spLocks noChangeArrowheads="1"/>
              </p:cNvSpPr>
              <p:nvPr/>
            </p:nvSpPr>
            <p:spPr bwMode="auto">
              <a:xfrm>
                <a:off x="8087109"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7" name="Rectangle 23">
                <a:extLst>
                  <a:ext uri="{FF2B5EF4-FFF2-40B4-BE49-F238E27FC236}">
                    <a16:creationId xmlns:a16="http://schemas.microsoft.com/office/drawing/2014/main" id="{A6B0A29B-A2CB-436D-9F5A-97AC9E9B35A6}"/>
                  </a:ext>
                </a:extLst>
              </p:cNvPr>
              <p:cNvSpPr>
                <a:spLocks noChangeArrowheads="1"/>
              </p:cNvSpPr>
              <p:nvPr/>
            </p:nvSpPr>
            <p:spPr bwMode="auto">
              <a:xfrm>
                <a:off x="8541372"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8" name="Rectangle 24">
                <a:extLst>
                  <a:ext uri="{FF2B5EF4-FFF2-40B4-BE49-F238E27FC236}">
                    <a16:creationId xmlns:a16="http://schemas.microsoft.com/office/drawing/2014/main" id="{E9855E46-BFAF-42D9-AC3D-C449C9315DD0}"/>
                  </a:ext>
                </a:extLst>
              </p:cNvPr>
              <p:cNvSpPr>
                <a:spLocks noChangeArrowheads="1"/>
              </p:cNvSpPr>
              <p:nvPr/>
            </p:nvSpPr>
            <p:spPr bwMode="auto">
              <a:xfrm>
                <a:off x="8996805"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9" name="Rectangle 25">
                <a:extLst>
                  <a:ext uri="{FF2B5EF4-FFF2-40B4-BE49-F238E27FC236}">
                    <a16:creationId xmlns:a16="http://schemas.microsoft.com/office/drawing/2014/main" id="{8A0832E2-B419-44F2-AA90-20EF152828FB}"/>
                  </a:ext>
                </a:extLst>
              </p:cNvPr>
              <p:cNvSpPr>
                <a:spLocks noChangeArrowheads="1"/>
              </p:cNvSpPr>
              <p:nvPr/>
            </p:nvSpPr>
            <p:spPr bwMode="auto">
              <a:xfrm>
                <a:off x="9451068"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0" name="Rectangle 26">
                <a:extLst>
                  <a:ext uri="{FF2B5EF4-FFF2-40B4-BE49-F238E27FC236}">
                    <a16:creationId xmlns:a16="http://schemas.microsoft.com/office/drawing/2014/main" id="{19E36BF2-3D4E-4C2B-8D4A-DCF9E92FAEDD}"/>
                  </a:ext>
                </a:extLst>
              </p:cNvPr>
              <p:cNvSpPr>
                <a:spLocks noChangeArrowheads="1"/>
              </p:cNvSpPr>
              <p:nvPr/>
            </p:nvSpPr>
            <p:spPr bwMode="auto">
              <a:xfrm>
                <a:off x="9906501"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1" name="Rectangle 27">
                <a:extLst>
                  <a:ext uri="{FF2B5EF4-FFF2-40B4-BE49-F238E27FC236}">
                    <a16:creationId xmlns:a16="http://schemas.microsoft.com/office/drawing/2014/main" id="{038C7A5F-FE20-45D2-9A21-6F27B6DEE723}"/>
                  </a:ext>
                </a:extLst>
              </p:cNvPr>
              <p:cNvSpPr>
                <a:spLocks noChangeArrowheads="1"/>
              </p:cNvSpPr>
              <p:nvPr/>
            </p:nvSpPr>
            <p:spPr bwMode="auto">
              <a:xfrm>
                <a:off x="10360763"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2" name="Rectangle 28">
                <a:extLst>
                  <a:ext uri="{FF2B5EF4-FFF2-40B4-BE49-F238E27FC236}">
                    <a16:creationId xmlns:a16="http://schemas.microsoft.com/office/drawing/2014/main" id="{E6296672-5055-43EF-8C50-F99741CCADCF}"/>
                  </a:ext>
                </a:extLst>
              </p:cNvPr>
              <p:cNvSpPr>
                <a:spLocks noChangeArrowheads="1"/>
              </p:cNvSpPr>
              <p:nvPr/>
            </p:nvSpPr>
            <p:spPr bwMode="auto">
              <a:xfrm>
                <a:off x="10816197"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3" name="Rectangle 29">
                <a:extLst>
                  <a:ext uri="{FF2B5EF4-FFF2-40B4-BE49-F238E27FC236}">
                    <a16:creationId xmlns:a16="http://schemas.microsoft.com/office/drawing/2014/main" id="{9F789C90-FBCD-48B5-800E-4829555286BD}"/>
                  </a:ext>
                </a:extLst>
              </p:cNvPr>
              <p:cNvSpPr>
                <a:spLocks noChangeArrowheads="1"/>
              </p:cNvSpPr>
              <p:nvPr/>
            </p:nvSpPr>
            <p:spPr bwMode="auto">
              <a:xfrm>
                <a:off x="1127046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4" name="Rectangle 30">
                <a:extLst>
                  <a:ext uri="{FF2B5EF4-FFF2-40B4-BE49-F238E27FC236}">
                    <a16:creationId xmlns:a16="http://schemas.microsoft.com/office/drawing/2014/main" id="{DDF49BA7-3A02-4020-A1E4-11270C686243}"/>
                  </a:ext>
                </a:extLst>
              </p:cNvPr>
              <p:cNvSpPr>
                <a:spLocks noChangeArrowheads="1"/>
              </p:cNvSpPr>
              <p:nvPr/>
            </p:nvSpPr>
            <p:spPr bwMode="auto">
              <a:xfrm>
                <a:off x="1172589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6" name="Group 15">
              <a:extLst>
                <a:ext uri="{FF2B5EF4-FFF2-40B4-BE49-F238E27FC236}">
                  <a16:creationId xmlns:a16="http://schemas.microsoft.com/office/drawing/2014/main" id="{66A8B488-F73F-46BA-AAC6-FAAE1D26CA95}"/>
                </a:ext>
              </a:extLst>
            </p:cNvPr>
            <p:cNvGrpSpPr/>
            <p:nvPr/>
          </p:nvGrpSpPr>
          <p:grpSpPr>
            <a:xfrm>
              <a:off x="354110" y="2352251"/>
              <a:ext cx="11480604" cy="108822"/>
              <a:chOff x="354110" y="2358964"/>
              <a:chExt cx="11480604" cy="108822"/>
            </a:xfrm>
            <a:grpFill/>
          </p:grpSpPr>
          <p:sp>
            <p:nvSpPr>
              <p:cNvPr id="233" name="Rectangle 32">
                <a:extLst>
                  <a:ext uri="{FF2B5EF4-FFF2-40B4-BE49-F238E27FC236}">
                    <a16:creationId xmlns:a16="http://schemas.microsoft.com/office/drawing/2014/main" id="{B4B13D94-DCE1-468B-AF50-848FB46E4948}"/>
                  </a:ext>
                </a:extLst>
              </p:cNvPr>
              <p:cNvSpPr>
                <a:spLocks noChangeArrowheads="1"/>
              </p:cNvSpPr>
              <p:nvPr/>
            </p:nvSpPr>
            <p:spPr bwMode="auto">
              <a:xfrm>
                <a:off x="35411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4" name="Rectangle 33">
                <a:extLst>
                  <a:ext uri="{FF2B5EF4-FFF2-40B4-BE49-F238E27FC236}">
                    <a16:creationId xmlns:a16="http://schemas.microsoft.com/office/drawing/2014/main" id="{D42897BB-EFBB-4C3E-B7D8-39558C9973F8}"/>
                  </a:ext>
                </a:extLst>
              </p:cNvPr>
              <p:cNvSpPr>
                <a:spLocks noChangeArrowheads="1"/>
              </p:cNvSpPr>
              <p:nvPr/>
            </p:nvSpPr>
            <p:spPr bwMode="auto">
              <a:xfrm>
                <a:off x="80954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5" name="Rectangle 34">
                <a:extLst>
                  <a:ext uri="{FF2B5EF4-FFF2-40B4-BE49-F238E27FC236}">
                    <a16:creationId xmlns:a16="http://schemas.microsoft.com/office/drawing/2014/main" id="{4FAE9ED1-B75E-4074-8A29-538EBAC75111}"/>
                  </a:ext>
                </a:extLst>
              </p:cNvPr>
              <p:cNvSpPr>
                <a:spLocks noChangeArrowheads="1"/>
              </p:cNvSpPr>
              <p:nvPr/>
            </p:nvSpPr>
            <p:spPr bwMode="auto">
              <a:xfrm>
                <a:off x="1263805"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6" name="Rectangle 35">
                <a:extLst>
                  <a:ext uri="{FF2B5EF4-FFF2-40B4-BE49-F238E27FC236}">
                    <a16:creationId xmlns:a16="http://schemas.microsoft.com/office/drawing/2014/main" id="{04AF33C2-82DD-4449-B5ED-C6E11A9176B9}"/>
                  </a:ext>
                </a:extLst>
              </p:cNvPr>
              <p:cNvSpPr>
                <a:spLocks noChangeArrowheads="1"/>
              </p:cNvSpPr>
              <p:nvPr/>
            </p:nvSpPr>
            <p:spPr bwMode="auto">
              <a:xfrm>
                <a:off x="1719239"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7" name="Rectangle 36">
                <a:extLst>
                  <a:ext uri="{FF2B5EF4-FFF2-40B4-BE49-F238E27FC236}">
                    <a16:creationId xmlns:a16="http://schemas.microsoft.com/office/drawing/2014/main" id="{A402AA2F-3566-4F90-A3D7-2F6ACC0596DC}"/>
                  </a:ext>
                </a:extLst>
              </p:cNvPr>
              <p:cNvSpPr>
                <a:spLocks noChangeArrowheads="1"/>
              </p:cNvSpPr>
              <p:nvPr/>
            </p:nvSpPr>
            <p:spPr bwMode="auto">
              <a:xfrm>
                <a:off x="2173502"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8" name="Rectangle 37">
                <a:extLst>
                  <a:ext uri="{FF2B5EF4-FFF2-40B4-BE49-F238E27FC236}">
                    <a16:creationId xmlns:a16="http://schemas.microsoft.com/office/drawing/2014/main" id="{12257C74-8FE2-4A5A-AE7D-4253FD48B2A6}"/>
                  </a:ext>
                </a:extLst>
              </p:cNvPr>
              <p:cNvSpPr>
                <a:spLocks noChangeArrowheads="1"/>
              </p:cNvSpPr>
              <p:nvPr/>
            </p:nvSpPr>
            <p:spPr bwMode="auto">
              <a:xfrm>
                <a:off x="2628934"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9" name="Rectangle 38">
                <a:extLst>
                  <a:ext uri="{FF2B5EF4-FFF2-40B4-BE49-F238E27FC236}">
                    <a16:creationId xmlns:a16="http://schemas.microsoft.com/office/drawing/2014/main" id="{EDCCE78B-73E1-4347-A0AB-893F31DE0D72}"/>
                  </a:ext>
                </a:extLst>
              </p:cNvPr>
              <p:cNvSpPr>
                <a:spLocks noChangeArrowheads="1"/>
              </p:cNvSpPr>
              <p:nvPr/>
            </p:nvSpPr>
            <p:spPr bwMode="auto">
              <a:xfrm>
                <a:off x="3083197"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0" name="Rectangle 39">
                <a:extLst>
                  <a:ext uri="{FF2B5EF4-FFF2-40B4-BE49-F238E27FC236}">
                    <a16:creationId xmlns:a16="http://schemas.microsoft.com/office/drawing/2014/main" id="{71A20C81-1914-4715-86F6-FC2A3887F217}"/>
                  </a:ext>
                </a:extLst>
              </p:cNvPr>
              <p:cNvSpPr>
                <a:spLocks noChangeArrowheads="1"/>
              </p:cNvSpPr>
              <p:nvPr/>
            </p:nvSpPr>
            <p:spPr bwMode="auto">
              <a:xfrm>
                <a:off x="3538630"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1" name="Rectangle 40">
                <a:extLst>
                  <a:ext uri="{FF2B5EF4-FFF2-40B4-BE49-F238E27FC236}">
                    <a16:creationId xmlns:a16="http://schemas.microsoft.com/office/drawing/2014/main" id="{30EB0F8B-2241-4BB6-B10C-10150726F1C8}"/>
                  </a:ext>
                </a:extLst>
              </p:cNvPr>
              <p:cNvSpPr>
                <a:spLocks noChangeArrowheads="1"/>
              </p:cNvSpPr>
              <p:nvPr/>
            </p:nvSpPr>
            <p:spPr bwMode="auto">
              <a:xfrm>
                <a:off x="3992893"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2" name="Rectangle 41">
                <a:extLst>
                  <a:ext uri="{FF2B5EF4-FFF2-40B4-BE49-F238E27FC236}">
                    <a16:creationId xmlns:a16="http://schemas.microsoft.com/office/drawing/2014/main" id="{93DC7C70-8C17-43A4-9F9B-0C24A1A8816F}"/>
                  </a:ext>
                </a:extLst>
              </p:cNvPr>
              <p:cNvSpPr>
                <a:spLocks noChangeArrowheads="1"/>
              </p:cNvSpPr>
              <p:nvPr/>
            </p:nvSpPr>
            <p:spPr bwMode="auto">
              <a:xfrm>
                <a:off x="4448326"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3" name="Rectangle 42">
                <a:extLst>
                  <a:ext uri="{FF2B5EF4-FFF2-40B4-BE49-F238E27FC236}">
                    <a16:creationId xmlns:a16="http://schemas.microsoft.com/office/drawing/2014/main" id="{700DA9A2-C7ED-46FB-B7ED-912E60E91053}"/>
                  </a:ext>
                </a:extLst>
              </p:cNvPr>
              <p:cNvSpPr>
                <a:spLocks noChangeArrowheads="1"/>
              </p:cNvSpPr>
              <p:nvPr/>
            </p:nvSpPr>
            <p:spPr bwMode="auto">
              <a:xfrm>
                <a:off x="4902589"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4" name="Rectangle 43">
                <a:extLst>
                  <a:ext uri="{FF2B5EF4-FFF2-40B4-BE49-F238E27FC236}">
                    <a16:creationId xmlns:a16="http://schemas.microsoft.com/office/drawing/2014/main" id="{23993B3F-B1E2-4626-915E-30EA0C27114C}"/>
                  </a:ext>
                </a:extLst>
              </p:cNvPr>
              <p:cNvSpPr>
                <a:spLocks noChangeArrowheads="1"/>
              </p:cNvSpPr>
              <p:nvPr/>
            </p:nvSpPr>
            <p:spPr bwMode="auto">
              <a:xfrm>
                <a:off x="535802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5" name="Rectangle 44">
                <a:extLst>
                  <a:ext uri="{FF2B5EF4-FFF2-40B4-BE49-F238E27FC236}">
                    <a16:creationId xmlns:a16="http://schemas.microsoft.com/office/drawing/2014/main" id="{70A847F2-326C-4A11-90C5-5A5E3BC0062F}"/>
                  </a:ext>
                </a:extLst>
              </p:cNvPr>
              <p:cNvSpPr>
                <a:spLocks noChangeArrowheads="1"/>
              </p:cNvSpPr>
              <p:nvPr/>
            </p:nvSpPr>
            <p:spPr bwMode="auto">
              <a:xfrm>
                <a:off x="5812285"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6" name="Rectangle 45">
                <a:extLst>
                  <a:ext uri="{FF2B5EF4-FFF2-40B4-BE49-F238E27FC236}">
                    <a16:creationId xmlns:a16="http://schemas.microsoft.com/office/drawing/2014/main" id="{D050CF34-CB80-475B-86F9-30114A7E6141}"/>
                  </a:ext>
                </a:extLst>
              </p:cNvPr>
              <p:cNvSpPr>
                <a:spLocks noChangeArrowheads="1"/>
              </p:cNvSpPr>
              <p:nvPr/>
            </p:nvSpPr>
            <p:spPr bwMode="auto">
              <a:xfrm>
                <a:off x="6267717"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7" name="Rectangle 46">
                <a:extLst>
                  <a:ext uri="{FF2B5EF4-FFF2-40B4-BE49-F238E27FC236}">
                    <a16:creationId xmlns:a16="http://schemas.microsoft.com/office/drawing/2014/main" id="{72F7682D-8B8B-4827-9F84-5A883F25751E}"/>
                  </a:ext>
                </a:extLst>
              </p:cNvPr>
              <p:cNvSpPr>
                <a:spLocks noChangeArrowheads="1"/>
              </p:cNvSpPr>
              <p:nvPr/>
            </p:nvSpPr>
            <p:spPr bwMode="auto">
              <a:xfrm>
                <a:off x="672198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8" name="Rectangle 47">
                <a:extLst>
                  <a:ext uri="{FF2B5EF4-FFF2-40B4-BE49-F238E27FC236}">
                    <a16:creationId xmlns:a16="http://schemas.microsoft.com/office/drawing/2014/main" id="{096B96DB-AD07-4F59-8D81-878896D609D6}"/>
                  </a:ext>
                </a:extLst>
              </p:cNvPr>
              <p:cNvSpPr>
                <a:spLocks noChangeArrowheads="1"/>
              </p:cNvSpPr>
              <p:nvPr/>
            </p:nvSpPr>
            <p:spPr bwMode="auto">
              <a:xfrm>
                <a:off x="7177414"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9" name="Rectangle 48">
                <a:extLst>
                  <a:ext uri="{FF2B5EF4-FFF2-40B4-BE49-F238E27FC236}">
                    <a16:creationId xmlns:a16="http://schemas.microsoft.com/office/drawing/2014/main" id="{8B2388B0-7437-4F3C-B5AF-A99838656D00}"/>
                  </a:ext>
                </a:extLst>
              </p:cNvPr>
              <p:cNvSpPr>
                <a:spLocks noChangeArrowheads="1"/>
              </p:cNvSpPr>
              <p:nvPr/>
            </p:nvSpPr>
            <p:spPr bwMode="auto">
              <a:xfrm>
                <a:off x="7631676"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0" name="Rectangle 49">
                <a:extLst>
                  <a:ext uri="{FF2B5EF4-FFF2-40B4-BE49-F238E27FC236}">
                    <a16:creationId xmlns:a16="http://schemas.microsoft.com/office/drawing/2014/main" id="{FBE62A09-5F6A-4BC0-9413-4B7222385A07}"/>
                  </a:ext>
                </a:extLst>
              </p:cNvPr>
              <p:cNvSpPr>
                <a:spLocks noChangeArrowheads="1"/>
              </p:cNvSpPr>
              <p:nvPr/>
            </p:nvSpPr>
            <p:spPr bwMode="auto">
              <a:xfrm>
                <a:off x="8087109"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1" name="Rectangle 50">
                <a:extLst>
                  <a:ext uri="{FF2B5EF4-FFF2-40B4-BE49-F238E27FC236}">
                    <a16:creationId xmlns:a16="http://schemas.microsoft.com/office/drawing/2014/main" id="{FD4120A0-F176-4CF5-BD30-0A467CCD63B4}"/>
                  </a:ext>
                </a:extLst>
              </p:cNvPr>
              <p:cNvSpPr>
                <a:spLocks noChangeArrowheads="1"/>
              </p:cNvSpPr>
              <p:nvPr/>
            </p:nvSpPr>
            <p:spPr bwMode="auto">
              <a:xfrm>
                <a:off x="8541372"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2" name="Rectangle 51">
                <a:extLst>
                  <a:ext uri="{FF2B5EF4-FFF2-40B4-BE49-F238E27FC236}">
                    <a16:creationId xmlns:a16="http://schemas.microsoft.com/office/drawing/2014/main" id="{8075DBF6-9812-49E0-8973-F29DF4621992}"/>
                  </a:ext>
                </a:extLst>
              </p:cNvPr>
              <p:cNvSpPr>
                <a:spLocks noChangeArrowheads="1"/>
              </p:cNvSpPr>
              <p:nvPr/>
            </p:nvSpPr>
            <p:spPr bwMode="auto">
              <a:xfrm>
                <a:off x="8996805"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3" name="Rectangle 52">
                <a:extLst>
                  <a:ext uri="{FF2B5EF4-FFF2-40B4-BE49-F238E27FC236}">
                    <a16:creationId xmlns:a16="http://schemas.microsoft.com/office/drawing/2014/main" id="{55CA37AD-A3E1-4489-9138-C3852B352A18}"/>
                  </a:ext>
                </a:extLst>
              </p:cNvPr>
              <p:cNvSpPr>
                <a:spLocks noChangeArrowheads="1"/>
              </p:cNvSpPr>
              <p:nvPr/>
            </p:nvSpPr>
            <p:spPr bwMode="auto">
              <a:xfrm>
                <a:off x="9451068"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4" name="Rectangle 53">
                <a:extLst>
                  <a:ext uri="{FF2B5EF4-FFF2-40B4-BE49-F238E27FC236}">
                    <a16:creationId xmlns:a16="http://schemas.microsoft.com/office/drawing/2014/main" id="{C88268CA-A454-432A-BBC6-F3C2F2736E0C}"/>
                  </a:ext>
                </a:extLst>
              </p:cNvPr>
              <p:cNvSpPr>
                <a:spLocks noChangeArrowheads="1"/>
              </p:cNvSpPr>
              <p:nvPr/>
            </p:nvSpPr>
            <p:spPr bwMode="auto">
              <a:xfrm>
                <a:off x="9906501"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5" name="Rectangle 54">
                <a:extLst>
                  <a:ext uri="{FF2B5EF4-FFF2-40B4-BE49-F238E27FC236}">
                    <a16:creationId xmlns:a16="http://schemas.microsoft.com/office/drawing/2014/main" id="{3EA71045-4C26-49CD-944A-9D37A7B68674}"/>
                  </a:ext>
                </a:extLst>
              </p:cNvPr>
              <p:cNvSpPr>
                <a:spLocks noChangeArrowheads="1"/>
              </p:cNvSpPr>
              <p:nvPr/>
            </p:nvSpPr>
            <p:spPr bwMode="auto">
              <a:xfrm>
                <a:off x="10360763"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6" name="Rectangle 55">
                <a:extLst>
                  <a:ext uri="{FF2B5EF4-FFF2-40B4-BE49-F238E27FC236}">
                    <a16:creationId xmlns:a16="http://schemas.microsoft.com/office/drawing/2014/main" id="{4CA66C44-3E69-4CC0-BE3E-5099678F39E7}"/>
                  </a:ext>
                </a:extLst>
              </p:cNvPr>
              <p:cNvSpPr>
                <a:spLocks noChangeArrowheads="1"/>
              </p:cNvSpPr>
              <p:nvPr/>
            </p:nvSpPr>
            <p:spPr bwMode="auto">
              <a:xfrm>
                <a:off x="10816197"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7" name="Rectangle 56">
                <a:extLst>
                  <a:ext uri="{FF2B5EF4-FFF2-40B4-BE49-F238E27FC236}">
                    <a16:creationId xmlns:a16="http://schemas.microsoft.com/office/drawing/2014/main" id="{DBCD939E-7346-4FE8-9A9E-3196A1634058}"/>
                  </a:ext>
                </a:extLst>
              </p:cNvPr>
              <p:cNvSpPr>
                <a:spLocks noChangeArrowheads="1"/>
              </p:cNvSpPr>
              <p:nvPr/>
            </p:nvSpPr>
            <p:spPr bwMode="auto">
              <a:xfrm>
                <a:off x="1127046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8" name="Rectangle 57">
                <a:extLst>
                  <a:ext uri="{FF2B5EF4-FFF2-40B4-BE49-F238E27FC236}">
                    <a16:creationId xmlns:a16="http://schemas.microsoft.com/office/drawing/2014/main" id="{2048A8D9-1609-4979-9E04-CE3C74005214}"/>
                  </a:ext>
                </a:extLst>
              </p:cNvPr>
              <p:cNvSpPr>
                <a:spLocks noChangeArrowheads="1"/>
              </p:cNvSpPr>
              <p:nvPr/>
            </p:nvSpPr>
            <p:spPr bwMode="auto">
              <a:xfrm>
                <a:off x="1172589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7" name="Group 16">
              <a:extLst>
                <a:ext uri="{FF2B5EF4-FFF2-40B4-BE49-F238E27FC236}">
                  <a16:creationId xmlns:a16="http://schemas.microsoft.com/office/drawing/2014/main" id="{518EF978-EC3B-4512-9384-D9CDBEA6D3B0}"/>
                </a:ext>
              </a:extLst>
            </p:cNvPr>
            <p:cNvGrpSpPr/>
            <p:nvPr/>
          </p:nvGrpSpPr>
          <p:grpSpPr>
            <a:xfrm>
              <a:off x="354110" y="2857795"/>
              <a:ext cx="11480604" cy="109990"/>
              <a:chOff x="354110" y="2866188"/>
              <a:chExt cx="11480604" cy="109990"/>
            </a:xfrm>
            <a:grpFill/>
          </p:grpSpPr>
          <p:sp>
            <p:nvSpPr>
              <p:cNvPr id="207" name="Rectangle 59">
                <a:extLst>
                  <a:ext uri="{FF2B5EF4-FFF2-40B4-BE49-F238E27FC236}">
                    <a16:creationId xmlns:a16="http://schemas.microsoft.com/office/drawing/2014/main" id="{1CDD4CCD-B616-436B-A3FD-F9E6416D6160}"/>
                  </a:ext>
                </a:extLst>
              </p:cNvPr>
              <p:cNvSpPr>
                <a:spLocks noChangeArrowheads="1"/>
              </p:cNvSpPr>
              <p:nvPr/>
            </p:nvSpPr>
            <p:spPr bwMode="auto">
              <a:xfrm>
                <a:off x="35411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8" name="Rectangle 60">
                <a:extLst>
                  <a:ext uri="{FF2B5EF4-FFF2-40B4-BE49-F238E27FC236}">
                    <a16:creationId xmlns:a16="http://schemas.microsoft.com/office/drawing/2014/main" id="{C714A79D-593F-4D51-9527-0F7D44670155}"/>
                  </a:ext>
                </a:extLst>
              </p:cNvPr>
              <p:cNvSpPr>
                <a:spLocks noChangeArrowheads="1"/>
              </p:cNvSpPr>
              <p:nvPr/>
            </p:nvSpPr>
            <p:spPr bwMode="auto">
              <a:xfrm>
                <a:off x="80954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9" name="Rectangle 61">
                <a:extLst>
                  <a:ext uri="{FF2B5EF4-FFF2-40B4-BE49-F238E27FC236}">
                    <a16:creationId xmlns:a16="http://schemas.microsoft.com/office/drawing/2014/main" id="{E7C7988F-856E-46FD-8950-CCDDDA38CF67}"/>
                  </a:ext>
                </a:extLst>
              </p:cNvPr>
              <p:cNvSpPr>
                <a:spLocks noChangeArrowheads="1"/>
              </p:cNvSpPr>
              <p:nvPr/>
            </p:nvSpPr>
            <p:spPr bwMode="auto">
              <a:xfrm>
                <a:off x="1263805"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0" name="Rectangle 62">
                <a:extLst>
                  <a:ext uri="{FF2B5EF4-FFF2-40B4-BE49-F238E27FC236}">
                    <a16:creationId xmlns:a16="http://schemas.microsoft.com/office/drawing/2014/main" id="{6A604DC1-6DD7-4A5F-939D-B7E3D6B44599}"/>
                  </a:ext>
                </a:extLst>
              </p:cNvPr>
              <p:cNvSpPr>
                <a:spLocks noChangeArrowheads="1"/>
              </p:cNvSpPr>
              <p:nvPr/>
            </p:nvSpPr>
            <p:spPr bwMode="auto">
              <a:xfrm>
                <a:off x="1719239"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1" name="Rectangle 63">
                <a:extLst>
                  <a:ext uri="{FF2B5EF4-FFF2-40B4-BE49-F238E27FC236}">
                    <a16:creationId xmlns:a16="http://schemas.microsoft.com/office/drawing/2014/main" id="{5E841B6F-400E-43A2-BA9E-713E1210E2FC}"/>
                  </a:ext>
                </a:extLst>
              </p:cNvPr>
              <p:cNvSpPr>
                <a:spLocks noChangeArrowheads="1"/>
              </p:cNvSpPr>
              <p:nvPr/>
            </p:nvSpPr>
            <p:spPr bwMode="auto">
              <a:xfrm>
                <a:off x="2173502"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2" name="Rectangle 64">
                <a:extLst>
                  <a:ext uri="{FF2B5EF4-FFF2-40B4-BE49-F238E27FC236}">
                    <a16:creationId xmlns:a16="http://schemas.microsoft.com/office/drawing/2014/main" id="{EB3556E4-BBFF-4497-86CB-E08210DD43A4}"/>
                  </a:ext>
                </a:extLst>
              </p:cNvPr>
              <p:cNvSpPr>
                <a:spLocks noChangeArrowheads="1"/>
              </p:cNvSpPr>
              <p:nvPr/>
            </p:nvSpPr>
            <p:spPr bwMode="auto">
              <a:xfrm>
                <a:off x="2628934"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3" name="Rectangle 65">
                <a:extLst>
                  <a:ext uri="{FF2B5EF4-FFF2-40B4-BE49-F238E27FC236}">
                    <a16:creationId xmlns:a16="http://schemas.microsoft.com/office/drawing/2014/main" id="{4ED49176-4A95-47F2-9609-F517D91CE550}"/>
                  </a:ext>
                </a:extLst>
              </p:cNvPr>
              <p:cNvSpPr>
                <a:spLocks noChangeArrowheads="1"/>
              </p:cNvSpPr>
              <p:nvPr/>
            </p:nvSpPr>
            <p:spPr bwMode="auto">
              <a:xfrm>
                <a:off x="3083197"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4" name="Rectangle 66">
                <a:extLst>
                  <a:ext uri="{FF2B5EF4-FFF2-40B4-BE49-F238E27FC236}">
                    <a16:creationId xmlns:a16="http://schemas.microsoft.com/office/drawing/2014/main" id="{C285A21A-D02C-4E2C-9129-0E4FD1439834}"/>
                  </a:ext>
                </a:extLst>
              </p:cNvPr>
              <p:cNvSpPr>
                <a:spLocks noChangeArrowheads="1"/>
              </p:cNvSpPr>
              <p:nvPr/>
            </p:nvSpPr>
            <p:spPr bwMode="auto">
              <a:xfrm>
                <a:off x="3538630"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5" name="Rectangle 67">
                <a:extLst>
                  <a:ext uri="{FF2B5EF4-FFF2-40B4-BE49-F238E27FC236}">
                    <a16:creationId xmlns:a16="http://schemas.microsoft.com/office/drawing/2014/main" id="{0FAC70C0-5E77-440D-AA2C-C5F3A3CEC69B}"/>
                  </a:ext>
                </a:extLst>
              </p:cNvPr>
              <p:cNvSpPr>
                <a:spLocks noChangeArrowheads="1"/>
              </p:cNvSpPr>
              <p:nvPr/>
            </p:nvSpPr>
            <p:spPr bwMode="auto">
              <a:xfrm>
                <a:off x="3992893"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6" name="Rectangle 68">
                <a:extLst>
                  <a:ext uri="{FF2B5EF4-FFF2-40B4-BE49-F238E27FC236}">
                    <a16:creationId xmlns:a16="http://schemas.microsoft.com/office/drawing/2014/main" id="{5463B017-838F-413D-8764-821503622A96}"/>
                  </a:ext>
                </a:extLst>
              </p:cNvPr>
              <p:cNvSpPr>
                <a:spLocks noChangeArrowheads="1"/>
              </p:cNvSpPr>
              <p:nvPr/>
            </p:nvSpPr>
            <p:spPr bwMode="auto">
              <a:xfrm>
                <a:off x="4448326"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7" name="Rectangle 69">
                <a:extLst>
                  <a:ext uri="{FF2B5EF4-FFF2-40B4-BE49-F238E27FC236}">
                    <a16:creationId xmlns:a16="http://schemas.microsoft.com/office/drawing/2014/main" id="{D1A17899-795E-470F-B52B-0EE1A5143D8A}"/>
                  </a:ext>
                </a:extLst>
              </p:cNvPr>
              <p:cNvSpPr>
                <a:spLocks noChangeArrowheads="1"/>
              </p:cNvSpPr>
              <p:nvPr/>
            </p:nvSpPr>
            <p:spPr bwMode="auto">
              <a:xfrm>
                <a:off x="4902589"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8" name="Rectangle 70">
                <a:extLst>
                  <a:ext uri="{FF2B5EF4-FFF2-40B4-BE49-F238E27FC236}">
                    <a16:creationId xmlns:a16="http://schemas.microsoft.com/office/drawing/2014/main" id="{BFA98CD7-C296-4FF8-AEA4-137B730DF3A7}"/>
                  </a:ext>
                </a:extLst>
              </p:cNvPr>
              <p:cNvSpPr>
                <a:spLocks noChangeArrowheads="1"/>
              </p:cNvSpPr>
              <p:nvPr/>
            </p:nvSpPr>
            <p:spPr bwMode="auto">
              <a:xfrm>
                <a:off x="535802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9" name="Rectangle 71">
                <a:extLst>
                  <a:ext uri="{FF2B5EF4-FFF2-40B4-BE49-F238E27FC236}">
                    <a16:creationId xmlns:a16="http://schemas.microsoft.com/office/drawing/2014/main" id="{9F11BA7F-A440-4A5A-9145-C2CBF5DAF0D4}"/>
                  </a:ext>
                </a:extLst>
              </p:cNvPr>
              <p:cNvSpPr>
                <a:spLocks noChangeArrowheads="1"/>
              </p:cNvSpPr>
              <p:nvPr/>
            </p:nvSpPr>
            <p:spPr bwMode="auto">
              <a:xfrm>
                <a:off x="5812285"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0" name="Rectangle 72">
                <a:extLst>
                  <a:ext uri="{FF2B5EF4-FFF2-40B4-BE49-F238E27FC236}">
                    <a16:creationId xmlns:a16="http://schemas.microsoft.com/office/drawing/2014/main" id="{D21FFF55-7EAD-40FA-9864-F5B8971D1414}"/>
                  </a:ext>
                </a:extLst>
              </p:cNvPr>
              <p:cNvSpPr>
                <a:spLocks noChangeArrowheads="1"/>
              </p:cNvSpPr>
              <p:nvPr/>
            </p:nvSpPr>
            <p:spPr bwMode="auto">
              <a:xfrm>
                <a:off x="6267717"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1" name="Rectangle 73">
                <a:extLst>
                  <a:ext uri="{FF2B5EF4-FFF2-40B4-BE49-F238E27FC236}">
                    <a16:creationId xmlns:a16="http://schemas.microsoft.com/office/drawing/2014/main" id="{30F55C85-4BDF-4A1A-A90A-C676A9117308}"/>
                  </a:ext>
                </a:extLst>
              </p:cNvPr>
              <p:cNvSpPr>
                <a:spLocks noChangeArrowheads="1"/>
              </p:cNvSpPr>
              <p:nvPr/>
            </p:nvSpPr>
            <p:spPr bwMode="auto">
              <a:xfrm>
                <a:off x="672198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2" name="Rectangle 74">
                <a:extLst>
                  <a:ext uri="{FF2B5EF4-FFF2-40B4-BE49-F238E27FC236}">
                    <a16:creationId xmlns:a16="http://schemas.microsoft.com/office/drawing/2014/main" id="{CD376222-CE2E-460E-A86D-CEEFFC77F8CE}"/>
                  </a:ext>
                </a:extLst>
              </p:cNvPr>
              <p:cNvSpPr>
                <a:spLocks noChangeArrowheads="1"/>
              </p:cNvSpPr>
              <p:nvPr/>
            </p:nvSpPr>
            <p:spPr bwMode="auto">
              <a:xfrm>
                <a:off x="7177414"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3" name="Rectangle 75">
                <a:extLst>
                  <a:ext uri="{FF2B5EF4-FFF2-40B4-BE49-F238E27FC236}">
                    <a16:creationId xmlns:a16="http://schemas.microsoft.com/office/drawing/2014/main" id="{D9F6E244-E70D-4E98-BE65-616D29AD4DB0}"/>
                  </a:ext>
                </a:extLst>
              </p:cNvPr>
              <p:cNvSpPr>
                <a:spLocks noChangeArrowheads="1"/>
              </p:cNvSpPr>
              <p:nvPr/>
            </p:nvSpPr>
            <p:spPr bwMode="auto">
              <a:xfrm>
                <a:off x="7631676"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4" name="Rectangle 76">
                <a:extLst>
                  <a:ext uri="{FF2B5EF4-FFF2-40B4-BE49-F238E27FC236}">
                    <a16:creationId xmlns:a16="http://schemas.microsoft.com/office/drawing/2014/main" id="{E3B75F8F-57C0-4AD6-92A4-826B4281F4A1}"/>
                  </a:ext>
                </a:extLst>
              </p:cNvPr>
              <p:cNvSpPr>
                <a:spLocks noChangeArrowheads="1"/>
              </p:cNvSpPr>
              <p:nvPr/>
            </p:nvSpPr>
            <p:spPr bwMode="auto">
              <a:xfrm>
                <a:off x="8087109"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5" name="Rectangle 77">
                <a:extLst>
                  <a:ext uri="{FF2B5EF4-FFF2-40B4-BE49-F238E27FC236}">
                    <a16:creationId xmlns:a16="http://schemas.microsoft.com/office/drawing/2014/main" id="{A535E84C-3ECC-4B95-9FA9-A4AD23F2F270}"/>
                  </a:ext>
                </a:extLst>
              </p:cNvPr>
              <p:cNvSpPr>
                <a:spLocks noChangeArrowheads="1"/>
              </p:cNvSpPr>
              <p:nvPr/>
            </p:nvSpPr>
            <p:spPr bwMode="auto">
              <a:xfrm>
                <a:off x="8541372"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6" name="Rectangle 78">
                <a:extLst>
                  <a:ext uri="{FF2B5EF4-FFF2-40B4-BE49-F238E27FC236}">
                    <a16:creationId xmlns:a16="http://schemas.microsoft.com/office/drawing/2014/main" id="{B36D8AB3-727A-44D7-B945-11021E7E565E}"/>
                  </a:ext>
                </a:extLst>
              </p:cNvPr>
              <p:cNvSpPr>
                <a:spLocks noChangeArrowheads="1"/>
              </p:cNvSpPr>
              <p:nvPr/>
            </p:nvSpPr>
            <p:spPr bwMode="auto">
              <a:xfrm>
                <a:off x="8996805"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7" name="Rectangle 79">
                <a:extLst>
                  <a:ext uri="{FF2B5EF4-FFF2-40B4-BE49-F238E27FC236}">
                    <a16:creationId xmlns:a16="http://schemas.microsoft.com/office/drawing/2014/main" id="{D97F58A0-5D6C-414B-81E1-932E36D87F81}"/>
                  </a:ext>
                </a:extLst>
              </p:cNvPr>
              <p:cNvSpPr>
                <a:spLocks noChangeArrowheads="1"/>
              </p:cNvSpPr>
              <p:nvPr/>
            </p:nvSpPr>
            <p:spPr bwMode="auto">
              <a:xfrm>
                <a:off x="9451068"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8" name="Rectangle 80">
                <a:extLst>
                  <a:ext uri="{FF2B5EF4-FFF2-40B4-BE49-F238E27FC236}">
                    <a16:creationId xmlns:a16="http://schemas.microsoft.com/office/drawing/2014/main" id="{34645A3A-2DF2-467B-ADEC-66C2680074AA}"/>
                  </a:ext>
                </a:extLst>
              </p:cNvPr>
              <p:cNvSpPr>
                <a:spLocks noChangeArrowheads="1"/>
              </p:cNvSpPr>
              <p:nvPr/>
            </p:nvSpPr>
            <p:spPr bwMode="auto">
              <a:xfrm>
                <a:off x="9906501"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9" name="Rectangle 81">
                <a:extLst>
                  <a:ext uri="{FF2B5EF4-FFF2-40B4-BE49-F238E27FC236}">
                    <a16:creationId xmlns:a16="http://schemas.microsoft.com/office/drawing/2014/main" id="{2991A0D8-2D5D-4B08-9704-9BFB93B162FC}"/>
                  </a:ext>
                </a:extLst>
              </p:cNvPr>
              <p:cNvSpPr>
                <a:spLocks noChangeArrowheads="1"/>
              </p:cNvSpPr>
              <p:nvPr/>
            </p:nvSpPr>
            <p:spPr bwMode="auto">
              <a:xfrm>
                <a:off x="10360763"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0" name="Rectangle 82">
                <a:extLst>
                  <a:ext uri="{FF2B5EF4-FFF2-40B4-BE49-F238E27FC236}">
                    <a16:creationId xmlns:a16="http://schemas.microsoft.com/office/drawing/2014/main" id="{7128A5D3-8A8E-4A5B-ACA1-5A01DEAE2F4F}"/>
                  </a:ext>
                </a:extLst>
              </p:cNvPr>
              <p:cNvSpPr>
                <a:spLocks noChangeArrowheads="1"/>
              </p:cNvSpPr>
              <p:nvPr/>
            </p:nvSpPr>
            <p:spPr bwMode="auto">
              <a:xfrm>
                <a:off x="10816197"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1" name="Rectangle 83">
                <a:extLst>
                  <a:ext uri="{FF2B5EF4-FFF2-40B4-BE49-F238E27FC236}">
                    <a16:creationId xmlns:a16="http://schemas.microsoft.com/office/drawing/2014/main" id="{D017036E-3A97-4D6A-AA9F-AA9B8E3E0E34}"/>
                  </a:ext>
                </a:extLst>
              </p:cNvPr>
              <p:cNvSpPr>
                <a:spLocks noChangeArrowheads="1"/>
              </p:cNvSpPr>
              <p:nvPr/>
            </p:nvSpPr>
            <p:spPr bwMode="auto">
              <a:xfrm>
                <a:off x="1127046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2" name="Rectangle 84">
                <a:extLst>
                  <a:ext uri="{FF2B5EF4-FFF2-40B4-BE49-F238E27FC236}">
                    <a16:creationId xmlns:a16="http://schemas.microsoft.com/office/drawing/2014/main" id="{5BCCE486-20E6-47E4-96AF-5AFB021736FA}"/>
                  </a:ext>
                </a:extLst>
              </p:cNvPr>
              <p:cNvSpPr>
                <a:spLocks noChangeArrowheads="1"/>
              </p:cNvSpPr>
              <p:nvPr/>
            </p:nvSpPr>
            <p:spPr bwMode="auto">
              <a:xfrm>
                <a:off x="1172589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8" name="Group 17">
              <a:extLst>
                <a:ext uri="{FF2B5EF4-FFF2-40B4-BE49-F238E27FC236}">
                  <a16:creationId xmlns:a16="http://schemas.microsoft.com/office/drawing/2014/main" id="{906BB728-4849-4082-9FF0-0EA3AABEBCF4}"/>
                </a:ext>
              </a:extLst>
            </p:cNvPr>
            <p:cNvGrpSpPr/>
            <p:nvPr/>
          </p:nvGrpSpPr>
          <p:grpSpPr>
            <a:xfrm>
              <a:off x="354110" y="3364507"/>
              <a:ext cx="11480604" cy="109990"/>
              <a:chOff x="354110" y="3364062"/>
              <a:chExt cx="11480604" cy="109990"/>
            </a:xfrm>
            <a:grpFill/>
          </p:grpSpPr>
          <p:sp>
            <p:nvSpPr>
              <p:cNvPr id="181" name="Rectangle 5">
                <a:extLst>
                  <a:ext uri="{FF2B5EF4-FFF2-40B4-BE49-F238E27FC236}">
                    <a16:creationId xmlns:a16="http://schemas.microsoft.com/office/drawing/2014/main" id="{AC28E286-CB3B-41B8-9829-2A09FD0F1C45}"/>
                  </a:ext>
                </a:extLst>
              </p:cNvPr>
              <p:cNvSpPr>
                <a:spLocks noChangeArrowheads="1"/>
              </p:cNvSpPr>
              <p:nvPr/>
            </p:nvSpPr>
            <p:spPr bwMode="auto">
              <a:xfrm>
                <a:off x="35411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2" name="Rectangle 6">
                <a:extLst>
                  <a:ext uri="{FF2B5EF4-FFF2-40B4-BE49-F238E27FC236}">
                    <a16:creationId xmlns:a16="http://schemas.microsoft.com/office/drawing/2014/main" id="{A6CBC9BD-AE25-437A-9246-679B5C4DB89C}"/>
                  </a:ext>
                </a:extLst>
              </p:cNvPr>
              <p:cNvSpPr>
                <a:spLocks noChangeArrowheads="1"/>
              </p:cNvSpPr>
              <p:nvPr/>
            </p:nvSpPr>
            <p:spPr bwMode="auto">
              <a:xfrm>
                <a:off x="80954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3" name="Rectangle 7">
                <a:extLst>
                  <a:ext uri="{FF2B5EF4-FFF2-40B4-BE49-F238E27FC236}">
                    <a16:creationId xmlns:a16="http://schemas.microsoft.com/office/drawing/2014/main" id="{BDB3BE91-D24B-44FB-A0BE-35ABBB231390}"/>
                  </a:ext>
                </a:extLst>
              </p:cNvPr>
              <p:cNvSpPr>
                <a:spLocks noChangeArrowheads="1"/>
              </p:cNvSpPr>
              <p:nvPr/>
            </p:nvSpPr>
            <p:spPr bwMode="auto">
              <a:xfrm>
                <a:off x="1263805"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4" name="Rectangle 8">
                <a:extLst>
                  <a:ext uri="{FF2B5EF4-FFF2-40B4-BE49-F238E27FC236}">
                    <a16:creationId xmlns:a16="http://schemas.microsoft.com/office/drawing/2014/main" id="{02BF76EB-C07C-40D8-ABF9-14A0E81337BD}"/>
                  </a:ext>
                </a:extLst>
              </p:cNvPr>
              <p:cNvSpPr>
                <a:spLocks noChangeArrowheads="1"/>
              </p:cNvSpPr>
              <p:nvPr/>
            </p:nvSpPr>
            <p:spPr bwMode="auto">
              <a:xfrm>
                <a:off x="1719239"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5" name="Rectangle 9">
                <a:extLst>
                  <a:ext uri="{FF2B5EF4-FFF2-40B4-BE49-F238E27FC236}">
                    <a16:creationId xmlns:a16="http://schemas.microsoft.com/office/drawing/2014/main" id="{FC0AC496-1F3F-4359-904E-5527E0BAD729}"/>
                  </a:ext>
                </a:extLst>
              </p:cNvPr>
              <p:cNvSpPr>
                <a:spLocks noChangeArrowheads="1"/>
              </p:cNvSpPr>
              <p:nvPr/>
            </p:nvSpPr>
            <p:spPr bwMode="auto">
              <a:xfrm>
                <a:off x="2173502"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6" name="Rectangle 10">
                <a:extLst>
                  <a:ext uri="{FF2B5EF4-FFF2-40B4-BE49-F238E27FC236}">
                    <a16:creationId xmlns:a16="http://schemas.microsoft.com/office/drawing/2014/main" id="{67A5809D-4B79-4E2A-8B9D-C29BBE187DEB}"/>
                  </a:ext>
                </a:extLst>
              </p:cNvPr>
              <p:cNvSpPr>
                <a:spLocks noChangeArrowheads="1"/>
              </p:cNvSpPr>
              <p:nvPr/>
            </p:nvSpPr>
            <p:spPr bwMode="auto">
              <a:xfrm>
                <a:off x="2628934"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7" name="Rectangle 11">
                <a:extLst>
                  <a:ext uri="{FF2B5EF4-FFF2-40B4-BE49-F238E27FC236}">
                    <a16:creationId xmlns:a16="http://schemas.microsoft.com/office/drawing/2014/main" id="{5FA8A205-5CFE-4939-86AC-E0D585AB2216}"/>
                  </a:ext>
                </a:extLst>
              </p:cNvPr>
              <p:cNvSpPr>
                <a:spLocks noChangeArrowheads="1"/>
              </p:cNvSpPr>
              <p:nvPr/>
            </p:nvSpPr>
            <p:spPr bwMode="auto">
              <a:xfrm>
                <a:off x="3083197"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8" name="Rectangle 12">
                <a:extLst>
                  <a:ext uri="{FF2B5EF4-FFF2-40B4-BE49-F238E27FC236}">
                    <a16:creationId xmlns:a16="http://schemas.microsoft.com/office/drawing/2014/main" id="{553F272B-5533-4FB6-A9F0-875A21EC046E}"/>
                  </a:ext>
                </a:extLst>
              </p:cNvPr>
              <p:cNvSpPr>
                <a:spLocks noChangeArrowheads="1"/>
              </p:cNvSpPr>
              <p:nvPr/>
            </p:nvSpPr>
            <p:spPr bwMode="auto">
              <a:xfrm>
                <a:off x="3538630"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9" name="Rectangle 13">
                <a:extLst>
                  <a:ext uri="{FF2B5EF4-FFF2-40B4-BE49-F238E27FC236}">
                    <a16:creationId xmlns:a16="http://schemas.microsoft.com/office/drawing/2014/main" id="{187F64CB-DEFF-42C8-A80D-BF5D20C7E7BB}"/>
                  </a:ext>
                </a:extLst>
              </p:cNvPr>
              <p:cNvSpPr>
                <a:spLocks noChangeArrowheads="1"/>
              </p:cNvSpPr>
              <p:nvPr/>
            </p:nvSpPr>
            <p:spPr bwMode="auto">
              <a:xfrm>
                <a:off x="3992893"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0" name="Rectangle 14">
                <a:extLst>
                  <a:ext uri="{FF2B5EF4-FFF2-40B4-BE49-F238E27FC236}">
                    <a16:creationId xmlns:a16="http://schemas.microsoft.com/office/drawing/2014/main" id="{D8A81EE6-EC79-451C-8888-B85838267DFF}"/>
                  </a:ext>
                </a:extLst>
              </p:cNvPr>
              <p:cNvSpPr>
                <a:spLocks noChangeArrowheads="1"/>
              </p:cNvSpPr>
              <p:nvPr/>
            </p:nvSpPr>
            <p:spPr bwMode="auto">
              <a:xfrm>
                <a:off x="4448326"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1" name="Rectangle 15">
                <a:extLst>
                  <a:ext uri="{FF2B5EF4-FFF2-40B4-BE49-F238E27FC236}">
                    <a16:creationId xmlns:a16="http://schemas.microsoft.com/office/drawing/2014/main" id="{2F75E8FE-AE95-4C7F-8BE5-50A035B1B1A2}"/>
                  </a:ext>
                </a:extLst>
              </p:cNvPr>
              <p:cNvSpPr>
                <a:spLocks noChangeArrowheads="1"/>
              </p:cNvSpPr>
              <p:nvPr/>
            </p:nvSpPr>
            <p:spPr bwMode="auto">
              <a:xfrm>
                <a:off x="4902589"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2" name="Rectangle 16">
                <a:extLst>
                  <a:ext uri="{FF2B5EF4-FFF2-40B4-BE49-F238E27FC236}">
                    <a16:creationId xmlns:a16="http://schemas.microsoft.com/office/drawing/2014/main" id="{521C11C5-735B-4510-A6D4-19E284955808}"/>
                  </a:ext>
                </a:extLst>
              </p:cNvPr>
              <p:cNvSpPr>
                <a:spLocks noChangeArrowheads="1"/>
              </p:cNvSpPr>
              <p:nvPr/>
            </p:nvSpPr>
            <p:spPr bwMode="auto">
              <a:xfrm>
                <a:off x="535802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3" name="Rectangle 17">
                <a:extLst>
                  <a:ext uri="{FF2B5EF4-FFF2-40B4-BE49-F238E27FC236}">
                    <a16:creationId xmlns:a16="http://schemas.microsoft.com/office/drawing/2014/main" id="{DE053974-1CFB-4C67-9102-E4BA82742CCB}"/>
                  </a:ext>
                </a:extLst>
              </p:cNvPr>
              <p:cNvSpPr>
                <a:spLocks noChangeArrowheads="1"/>
              </p:cNvSpPr>
              <p:nvPr/>
            </p:nvSpPr>
            <p:spPr bwMode="auto">
              <a:xfrm>
                <a:off x="5812285"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4" name="Rectangle 18">
                <a:extLst>
                  <a:ext uri="{FF2B5EF4-FFF2-40B4-BE49-F238E27FC236}">
                    <a16:creationId xmlns:a16="http://schemas.microsoft.com/office/drawing/2014/main" id="{00A33D5E-F49C-4A86-B377-B3598B7EF79A}"/>
                  </a:ext>
                </a:extLst>
              </p:cNvPr>
              <p:cNvSpPr>
                <a:spLocks noChangeArrowheads="1"/>
              </p:cNvSpPr>
              <p:nvPr/>
            </p:nvSpPr>
            <p:spPr bwMode="auto">
              <a:xfrm>
                <a:off x="6267717"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5" name="Rectangle 19">
                <a:extLst>
                  <a:ext uri="{FF2B5EF4-FFF2-40B4-BE49-F238E27FC236}">
                    <a16:creationId xmlns:a16="http://schemas.microsoft.com/office/drawing/2014/main" id="{7B19912A-F019-49AD-A23F-B9B6F8E59878}"/>
                  </a:ext>
                </a:extLst>
              </p:cNvPr>
              <p:cNvSpPr>
                <a:spLocks noChangeArrowheads="1"/>
              </p:cNvSpPr>
              <p:nvPr/>
            </p:nvSpPr>
            <p:spPr bwMode="auto">
              <a:xfrm>
                <a:off x="672198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6" name="Rectangle 20">
                <a:extLst>
                  <a:ext uri="{FF2B5EF4-FFF2-40B4-BE49-F238E27FC236}">
                    <a16:creationId xmlns:a16="http://schemas.microsoft.com/office/drawing/2014/main" id="{0EDE0526-CBA2-4A01-9D59-24F0B138B629}"/>
                  </a:ext>
                </a:extLst>
              </p:cNvPr>
              <p:cNvSpPr>
                <a:spLocks noChangeArrowheads="1"/>
              </p:cNvSpPr>
              <p:nvPr/>
            </p:nvSpPr>
            <p:spPr bwMode="auto">
              <a:xfrm>
                <a:off x="7177414"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7" name="Rectangle 21">
                <a:extLst>
                  <a:ext uri="{FF2B5EF4-FFF2-40B4-BE49-F238E27FC236}">
                    <a16:creationId xmlns:a16="http://schemas.microsoft.com/office/drawing/2014/main" id="{5E66E413-A492-40ED-BCC5-F23480C017DC}"/>
                  </a:ext>
                </a:extLst>
              </p:cNvPr>
              <p:cNvSpPr>
                <a:spLocks noChangeArrowheads="1"/>
              </p:cNvSpPr>
              <p:nvPr/>
            </p:nvSpPr>
            <p:spPr bwMode="auto">
              <a:xfrm>
                <a:off x="7631676"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8" name="Rectangle 22">
                <a:extLst>
                  <a:ext uri="{FF2B5EF4-FFF2-40B4-BE49-F238E27FC236}">
                    <a16:creationId xmlns:a16="http://schemas.microsoft.com/office/drawing/2014/main" id="{6FCFA5F2-AFE6-49D8-BE15-40E90D43FF67}"/>
                  </a:ext>
                </a:extLst>
              </p:cNvPr>
              <p:cNvSpPr>
                <a:spLocks noChangeArrowheads="1"/>
              </p:cNvSpPr>
              <p:nvPr/>
            </p:nvSpPr>
            <p:spPr bwMode="auto">
              <a:xfrm>
                <a:off x="8087109"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9" name="Rectangle 23">
                <a:extLst>
                  <a:ext uri="{FF2B5EF4-FFF2-40B4-BE49-F238E27FC236}">
                    <a16:creationId xmlns:a16="http://schemas.microsoft.com/office/drawing/2014/main" id="{AD7A4E43-F44A-43CF-A9D7-BA4D8B2B2F47}"/>
                  </a:ext>
                </a:extLst>
              </p:cNvPr>
              <p:cNvSpPr>
                <a:spLocks noChangeArrowheads="1"/>
              </p:cNvSpPr>
              <p:nvPr/>
            </p:nvSpPr>
            <p:spPr bwMode="auto">
              <a:xfrm>
                <a:off x="8541372"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0" name="Rectangle 24">
                <a:extLst>
                  <a:ext uri="{FF2B5EF4-FFF2-40B4-BE49-F238E27FC236}">
                    <a16:creationId xmlns:a16="http://schemas.microsoft.com/office/drawing/2014/main" id="{FC2E67AB-58DA-4BCF-81D2-0040BBD96216}"/>
                  </a:ext>
                </a:extLst>
              </p:cNvPr>
              <p:cNvSpPr>
                <a:spLocks noChangeArrowheads="1"/>
              </p:cNvSpPr>
              <p:nvPr/>
            </p:nvSpPr>
            <p:spPr bwMode="auto">
              <a:xfrm>
                <a:off x="8996805"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1" name="Rectangle 25">
                <a:extLst>
                  <a:ext uri="{FF2B5EF4-FFF2-40B4-BE49-F238E27FC236}">
                    <a16:creationId xmlns:a16="http://schemas.microsoft.com/office/drawing/2014/main" id="{C99A6A98-815A-4877-8FE9-06C0CB7E1453}"/>
                  </a:ext>
                </a:extLst>
              </p:cNvPr>
              <p:cNvSpPr>
                <a:spLocks noChangeArrowheads="1"/>
              </p:cNvSpPr>
              <p:nvPr/>
            </p:nvSpPr>
            <p:spPr bwMode="auto">
              <a:xfrm>
                <a:off x="9451068"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2" name="Rectangle 26">
                <a:extLst>
                  <a:ext uri="{FF2B5EF4-FFF2-40B4-BE49-F238E27FC236}">
                    <a16:creationId xmlns:a16="http://schemas.microsoft.com/office/drawing/2014/main" id="{C64F5A0E-D9C8-4999-8349-EA4D5F6ACFA4}"/>
                  </a:ext>
                </a:extLst>
              </p:cNvPr>
              <p:cNvSpPr>
                <a:spLocks noChangeArrowheads="1"/>
              </p:cNvSpPr>
              <p:nvPr/>
            </p:nvSpPr>
            <p:spPr bwMode="auto">
              <a:xfrm>
                <a:off x="9906501"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3" name="Rectangle 27">
                <a:extLst>
                  <a:ext uri="{FF2B5EF4-FFF2-40B4-BE49-F238E27FC236}">
                    <a16:creationId xmlns:a16="http://schemas.microsoft.com/office/drawing/2014/main" id="{6935F975-0CC7-414B-9F9C-44875EF3FCA2}"/>
                  </a:ext>
                </a:extLst>
              </p:cNvPr>
              <p:cNvSpPr>
                <a:spLocks noChangeArrowheads="1"/>
              </p:cNvSpPr>
              <p:nvPr/>
            </p:nvSpPr>
            <p:spPr bwMode="auto">
              <a:xfrm>
                <a:off x="10360763"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4" name="Rectangle 28">
                <a:extLst>
                  <a:ext uri="{FF2B5EF4-FFF2-40B4-BE49-F238E27FC236}">
                    <a16:creationId xmlns:a16="http://schemas.microsoft.com/office/drawing/2014/main" id="{21DEE8DA-7AB4-4341-BEF7-E8343A7BDFC6}"/>
                  </a:ext>
                </a:extLst>
              </p:cNvPr>
              <p:cNvSpPr>
                <a:spLocks noChangeArrowheads="1"/>
              </p:cNvSpPr>
              <p:nvPr/>
            </p:nvSpPr>
            <p:spPr bwMode="auto">
              <a:xfrm>
                <a:off x="10816197"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5" name="Rectangle 29">
                <a:extLst>
                  <a:ext uri="{FF2B5EF4-FFF2-40B4-BE49-F238E27FC236}">
                    <a16:creationId xmlns:a16="http://schemas.microsoft.com/office/drawing/2014/main" id="{AF4FCF43-3009-4229-89F8-D62F91C9267A}"/>
                  </a:ext>
                </a:extLst>
              </p:cNvPr>
              <p:cNvSpPr>
                <a:spLocks noChangeArrowheads="1"/>
              </p:cNvSpPr>
              <p:nvPr/>
            </p:nvSpPr>
            <p:spPr bwMode="auto">
              <a:xfrm>
                <a:off x="1127046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6" name="Rectangle 30">
                <a:extLst>
                  <a:ext uri="{FF2B5EF4-FFF2-40B4-BE49-F238E27FC236}">
                    <a16:creationId xmlns:a16="http://schemas.microsoft.com/office/drawing/2014/main" id="{21EAAE8A-F99B-4A0B-8E7D-566273D5E904}"/>
                  </a:ext>
                </a:extLst>
              </p:cNvPr>
              <p:cNvSpPr>
                <a:spLocks noChangeArrowheads="1"/>
              </p:cNvSpPr>
              <p:nvPr/>
            </p:nvSpPr>
            <p:spPr bwMode="auto">
              <a:xfrm>
                <a:off x="1172589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9" name="Group 18">
              <a:extLst>
                <a:ext uri="{FF2B5EF4-FFF2-40B4-BE49-F238E27FC236}">
                  <a16:creationId xmlns:a16="http://schemas.microsoft.com/office/drawing/2014/main" id="{9899924C-8D1C-46B4-9F38-88AD7EA3A211}"/>
                </a:ext>
              </a:extLst>
            </p:cNvPr>
            <p:cNvGrpSpPr/>
            <p:nvPr/>
          </p:nvGrpSpPr>
          <p:grpSpPr>
            <a:xfrm>
              <a:off x="354110" y="3871219"/>
              <a:ext cx="11480604" cy="108822"/>
              <a:chOff x="354110" y="3872454"/>
              <a:chExt cx="11480604" cy="108822"/>
            </a:xfrm>
            <a:grpFill/>
          </p:grpSpPr>
          <p:sp>
            <p:nvSpPr>
              <p:cNvPr id="155" name="Rectangle 32">
                <a:extLst>
                  <a:ext uri="{FF2B5EF4-FFF2-40B4-BE49-F238E27FC236}">
                    <a16:creationId xmlns:a16="http://schemas.microsoft.com/office/drawing/2014/main" id="{FD0840A3-FF5F-4E9F-AAB6-948A5E4EC0B0}"/>
                  </a:ext>
                </a:extLst>
              </p:cNvPr>
              <p:cNvSpPr>
                <a:spLocks noChangeArrowheads="1"/>
              </p:cNvSpPr>
              <p:nvPr/>
            </p:nvSpPr>
            <p:spPr bwMode="auto">
              <a:xfrm>
                <a:off x="35411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6" name="Rectangle 33">
                <a:extLst>
                  <a:ext uri="{FF2B5EF4-FFF2-40B4-BE49-F238E27FC236}">
                    <a16:creationId xmlns:a16="http://schemas.microsoft.com/office/drawing/2014/main" id="{F50A1B14-0F67-4FC2-88F7-3BE9E0EB2DEB}"/>
                  </a:ext>
                </a:extLst>
              </p:cNvPr>
              <p:cNvSpPr>
                <a:spLocks noChangeArrowheads="1"/>
              </p:cNvSpPr>
              <p:nvPr/>
            </p:nvSpPr>
            <p:spPr bwMode="auto">
              <a:xfrm>
                <a:off x="80954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7" name="Rectangle 34">
                <a:extLst>
                  <a:ext uri="{FF2B5EF4-FFF2-40B4-BE49-F238E27FC236}">
                    <a16:creationId xmlns:a16="http://schemas.microsoft.com/office/drawing/2014/main" id="{0081421C-B014-4BA9-9B01-C495814F1439}"/>
                  </a:ext>
                </a:extLst>
              </p:cNvPr>
              <p:cNvSpPr>
                <a:spLocks noChangeArrowheads="1"/>
              </p:cNvSpPr>
              <p:nvPr/>
            </p:nvSpPr>
            <p:spPr bwMode="auto">
              <a:xfrm>
                <a:off x="1263805"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8" name="Rectangle 35">
                <a:extLst>
                  <a:ext uri="{FF2B5EF4-FFF2-40B4-BE49-F238E27FC236}">
                    <a16:creationId xmlns:a16="http://schemas.microsoft.com/office/drawing/2014/main" id="{F2F01CCA-56ED-486D-8B82-39DC92A848EA}"/>
                  </a:ext>
                </a:extLst>
              </p:cNvPr>
              <p:cNvSpPr>
                <a:spLocks noChangeArrowheads="1"/>
              </p:cNvSpPr>
              <p:nvPr/>
            </p:nvSpPr>
            <p:spPr bwMode="auto">
              <a:xfrm>
                <a:off x="1719239"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9" name="Rectangle 36">
                <a:extLst>
                  <a:ext uri="{FF2B5EF4-FFF2-40B4-BE49-F238E27FC236}">
                    <a16:creationId xmlns:a16="http://schemas.microsoft.com/office/drawing/2014/main" id="{D80D4491-E5C9-4C50-81FD-6FC11F948875}"/>
                  </a:ext>
                </a:extLst>
              </p:cNvPr>
              <p:cNvSpPr>
                <a:spLocks noChangeArrowheads="1"/>
              </p:cNvSpPr>
              <p:nvPr/>
            </p:nvSpPr>
            <p:spPr bwMode="auto">
              <a:xfrm>
                <a:off x="2173502"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0" name="Rectangle 37">
                <a:extLst>
                  <a:ext uri="{FF2B5EF4-FFF2-40B4-BE49-F238E27FC236}">
                    <a16:creationId xmlns:a16="http://schemas.microsoft.com/office/drawing/2014/main" id="{FEC9B9BF-B893-41BF-B931-31F1750D8996}"/>
                  </a:ext>
                </a:extLst>
              </p:cNvPr>
              <p:cNvSpPr>
                <a:spLocks noChangeArrowheads="1"/>
              </p:cNvSpPr>
              <p:nvPr/>
            </p:nvSpPr>
            <p:spPr bwMode="auto">
              <a:xfrm>
                <a:off x="2628934"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1" name="Rectangle 38">
                <a:extLst>
                  <a:ext uri="{FF2B5EF4-FFF2-40B4-BE49-F238E27FC236}">
                    <a16:creationId xmlns:a16="http://schemas.microsoft.com/office/drawing/2014/main" id="{3CAD1EA0-31D2-4388-AC66-BE422B61421C}"/>
                  </a:ext>
                </a:extLst>
              </p:cNvPr>
              <p:cNvSpPr>
                <a:spLocks noChangeArrowheads="1"/>
              </p:cNvSpPr>
              <p:nvPr/>
            </p:nvSpPr>
            <p:spPr bwMode="auto">
              <a:xfrm>
                <a:off x="3083197"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2" name="Rectangle 39">
                <a:extLst>
                  <a:ext uri="{FF2B5EF4-FFF2-40B4-BE49-F238E27FC236}">
                    <a16:creationId xmlns:a16="http://schemas.microsoft.com/office/drawing/2014/main" id="{992B7398-2CE5-4B74-B42B-0E4E9FA210C1}"/>
                  </a:ext>
                </a:extLst>
              </p:cNvPr>
              <p:cNvSpPr>
                <a:spLocks noChangeArrowheads="1"/>
              </p:cNvSpPr>
              <p:nvPr/>
            </p:nvSpPr>
            <p:spPr bwMode="auto">
              <a:xfrm>
                <a:off x="3538630"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3" name="Rectangle 40">
                <a:extLst>
                  <a:ext uri="{FF2B5EF4-FFF2-40B4-BE49-F238E27FC236}">
                    <a16:creationId xmlns:a16="http://schemas.microsoft.com/office/drawing/2014/main" id="{2AC042C8-974E-43A8-B1AB-D62435FE96D7}"/>
                  </a:ext>
                </a:extLst>
              </p:cNvPr>
              <p:cNvSpPr>
                <a:spLocks noChangeArrowheads="1"/>
              </p:cNvSpPr>
              <p:nvPr/>
            </p:nvSpPr>
            <p:spPr bwMode="auto">
              <a:xfrm>
                <a:off x="3992893"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4" name="Rectangle 41">
                <a:extLst>
                  <a:ext uri="{FF2B5EF4-FFF2-40B4-BE49-F238E27FC236}">
                    <a16:creationId xmlns:a16="http://schemas.microsoft.com/office/drawing/2014/main" id="{2D6F1AB9-6712-4B85-8932-7F5F1BCFDA32}"/>
                  </a:ext>
                </a:extLst>
              </p:cNvPr>
              <p:cNvSpPr>
                <a:spLocks noChangeArrowheads="1"/>
              </p:cNvSpPr>
              <p:nvPr/>
            </p:nvSpPr>
            <p:spPr bwMode="auto">
              <a:xfrm>
                <a:off x="4448326"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5" name="Rectangle 42">
                <a:extLst>
                  <a:ext uri="{FF2B5EF4-FFF2-40B4-BE49-F238E27FC236}">
                    <a16:creationId xmlns:a16="http://schemas.microsoft.com/office/drawing/2014/main" id="{80DC2507-35DC-491B-8CB6-90312B184EDE}"/>
                  </a:ext>
                </a:extLst>
              </p:cNvPr>
              <p:cNvSpPr>
                <a:spLocks noChangeArrowheads="1"/>
              </p:cNvSpPr>
              <p:nvPr/>
            </p:nvSpPr>
            <p:spPr bwMode="auto">
              <a:xfrm>
                <a:off x="4902589"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6" name="Rectangle 43">
                <a:extLst>
                  <a:ext uri="{FF2B5EF4-FFF2-40B4-BE49-F238E27FC236}">
                    <a16:creationId xmlns:a16="http://schemas.microsoft.com/office/drawing/2014/main" id="{778102A0-D658-43A1-846D-9B9E4B9AE14F}"/>
                  </a:ext>
                </a:extLst>
              </p:cNvPr>
              <p:cNvSpPr>
                <a:spLocks noChangeArrowheads="1"/>
              </p:cNvSpPr>
              <p:nvPr/>
            </p:nvSpPr>
            <p:spPr bwMode="auto">
              <a:xfrm>
                <a:off x="535802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7" name="Rectangle 44">
                <a:extLst>
                  <a:ext uri="{FF2B5EF4-FFF2-40B4-BE49-F238E27FC236}">
                    <a16:creationId xmlns:a16="http://schemas.microsoft.com/office/drawing/2014/main" id="{0532E36E-F8F7-4121-80C1-216501C391E8}"/>
                  </a:ext>
                </a:extLst>
              </p:cNvPr>
              <p:cNvSpPr>
                <a:spLocks noChangeArrowheads="1"/>
              </p:cNvSpPr>
              <p:nvPr/>
            </p:nvSpPr>
            <p:spPr bwMode="auto">
              <a:xfrm>
                <a:off x="5812285"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8" name="Rectangle 45">
                <a:extLst>
                  <a:ext uri="{FF2B5EF4-FFF2-40B4-BE49-F238E27FC236}">
                    <a16:creationId xmlns:a16="http://schemas.microsoft.com/office/drawing/2014/main" id="{EBD0C1A7-E07E-492D-A5B7-899D81C35912}"/>
                  </a:ext>
                </a:extLst>
              </p:cNvPr>
              <p:cNvSpPr>
                <a:spLocks noChangeArrowheads="1"/>
              </p:cNvSpPr>
              <p:nvPr/>
            </p:nvSpPr>
            <p:spPr bwMode="auto">
              <a:xfrm>
                <a:off x="6267717"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9" name="Rectangle 46">
                <a:extLst>
                  <a:ext uri="{FF2B5EF4-FFF2-40B4-BE49-F238E27FC236}">
                    <a16:creationId xmlns:a16="http://schemas.microsoft.com/office/drawing/2014/main" id="{FF89631E-3434-468A-BE5A-16772FE2F3D2}"/>
                  </a:ext>
                </a:extLst>
              </p:cNvPr>
              <p:cNvSpPr>
                <a:spLocks noChangeArrowheads="1"/>
              </p:cNvSpPr>
              <p:nvPr/>
            </p:nvSpPr>
            <p:spPr bwMode="auto">
              <a:xfrm>
                <a:off x="672198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0" name="Rectangle 47">
                <a:extLst>
                  <a:ext uri="{FF2B5EF4-FFF2-40B4-BE49-F238E27FC236}">
                    <a16:creationId xmlns:a16="http://schemas.microsoft.com/office/drawing/2014/main" id="{C379EE06-9745-42DA-BBC1-A082CA50FB21}"/>
                  </a:ext>
                </a:extLst>
              </p:cNvPr>
              <p:cNvSpPr>
                <a:spLocks noChangeArrowheads="1"/>
              </p:cNvSpPr>
              <p:nvPr/>
            </p:nvSpPr>
            <p:spPr bwMode="auto">
              <a:xfrm>
                <a:off x="7177414"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1" name="Rectangle 48">
                <a:extLst>
                  <a:ext uri="{FF2B5EF4-FFF2-40B4-BE49-F238E27FC236}">
                    <a16:creationId xmlns:a16="http://schemas.microsoft.com/office/drawing/2014/main" id="{06184212-6301-4320-A25C-8350DB2579F9}"/>
                  </a:ext>
                </a:extLst>
              </p:cNvPr>
              <p:cNvSpPr>
                <a:spLocks noChangeArrowheads="1"/>
              </p:cNvSpPr>
              <p:nvPr/>
            </p:nvSpPr>
            <p:spPr bwMode="auto">
              <a:xfrm>
                <a:off x="7631676"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2" name="Rectangle 49">
                <a:extLst>
                  <a:ext uri="{FF2B5EF4-FFF2-40B4-BE49-F238E27FC236}">
                    <a16:creationId xmlns:a16="http://schemas.microsoft.com/office/drawing/2014/main" id="{D81215A9-8DA9-436E-BFD3-672FD476BE6C}"/>
                  </a:ext>
                </a:extLst>
              </p:cNvPr>
              <p:cNvSpPr>
                <a:spLocks noChangeArrowheads="1"/>
              </p:cNvSpPr>
              <p:nvPr/>
            </p:nvSpPr>
            <p:spPr bwMode="auto">
              <a:xfrm>
                <a:off x="8087109"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3" name="Rectangle 50">
                <a:extLst>
                  <a:ext uri="{FF2B5EF4-FFF2-40B4-BE49-F238E27FC236}">
                    <a16:creationId xmlns:a16="http://schemas.microsoft.com/office/drawing/2014/main" id="{7F4705F9-3317-4397-B01E-644775B19C65}"/>
                  </a:ext>
                </a:extLst>
              </p:cNvPr>
              <p:cNvSpPr>
                <a:spLocks noChangeArrowheads="1"/>
              </p:cNvSpPr>
              <p:nvPr/>
            </p:nvSpPr>
            <p:spPr bwMode="auto">
              <a:xfrm>
                <a:off x="8541372"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4" name="Rectangle 51">
                <a:extLst>
                  <a:ext uri="{FF2B5EF4-FFF2-40B4-BE49-F238E27FC236}">
                    <a16:creationId xmlns:a16="http://schemas.microsoft.com/office/drawing/2014/main" id="{2857C00E-FADC-42AA-AA16-38A83D5AF738}"/>
                  </a:ext>
                </a:extLst>
              </p:cNvPr>
              <p:cNvSpPr>
                <a:spLocks noChangeArrowheads="1"/>
              </p:cNvSpPr>
              <p:nvPr/>
            </p:nvSpPr>
            <p:spPr bwMode="auto">
              <a:xfrm>
                <a:off x="8996805"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5" name="Rectangle 52">
                <a:extLst>
                  <a:ext uri="{FF2B5EF4-FFF2-40B4-BE49-F238E27FC236}">
                    <a16:creationId xmlns:a16="http://schemas.microsoft.com/office/drawing/2014/main" id="{74EAC93D-EF3C-4092-B15E-15494A23FEB0}"/>
                  </a:ext>
                </a:extLst>
              </p:cNvPr>
              <p:cNvSpPr>
                <a:spLocks noChangeArrowheads="1"/>
              </p:cNvSpPr>
              <p:nvPr/>
            </p:nvSpPr>
            <p:spPr bwMode="auto">
              <a:xfrm>
                <a:off x="9451068"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6" name="Rectangle 53">
                <a:extLst>
                  <a:ext uri="{FF2B5EF4-FFF2-40B4-BE49-F238E27FC236}">
                    <a16:creationId xmlns:a16="http://schemas.microsoft.com/office/drawing/2014/main" id="{5D3EEE91-37CE-4F2F-905E-D7AFCC6E4567}"/>
                  </a:ext>
                </a:extLst>
              </p:cNvPr>
              <p:cNvSpPr>
                <a:spLocks noChangeArrowheads="1"/>
              </p:cNvSpPr>
              <p:nvPr/>
            </p:nvSpPr>
            <p:spPr bwMode="auto">
              <a:xfrm>
                <a:off x="9906501"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7" name="Rectangle 54">
                <a:extLst>
                  <a:ext uri="{FF2B5EF4-FFF2-40B4-BE49-F238E27FC236}">
                    <a16:creationId xmlns:a16="http://schemas.microsoft.com/office/drawing/2014/main" id="{368F77C6-C453-499B-8B47-39BE1A310EAA}"/>
                  </a:ext>
                </a:extLst>
              </p:cNvPr>
              <p:cNvSpPr>
                <a:spLocks noChangeArrowheads="1"/>
              </p:cNvSpPr>
              <p:nvPr/>
            </p:nvSpPr>
            <p:spPr bwMode="auto">
              <a:xfrm>
                <a:off x="10360763"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8" name="Rectangle 55">
                <a:extLst>
                  <a:ext uri="{FF2B5EF4-FFF2-40B4-BE49-F238E27FC236}">
                    <a16:creationId xmlns:a16="http://schemas.microsoft.com/office/drawing/2014/main" id="{4EB7C421-E508-4232-A011-40643DB79DC5}"/>
                  </a:ext>
                </a:extLst>
              </p:cNvPr>
              <p:cNvSpPr>
                <a:spLocks noChangeArrowheads="1"/>
              </p:cNvSpPr>
              <p:nvPr/>
            </p:nvSpPr>
            <p:spPr bwMode="auto">
              <a:xfrm>
                <a:off x="10816197"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9" name="Rectangle 56">
                <a:extLst>
                  <a:ext uri="{FF2B5EF4-FFF2-40B4-BE49-F238E27FC236}">
                    <a16:creationId xmlns:a16="http://schemas.microsoft.com/office/drawing/2014/main" id="{B7A7C2F9-930E-4B50-9AA3-47FE15F43A0D}"/>
                  </a:ext>
                </a:extLst>
              </p:cNvPr>
              <p:cNvSpPr>
                <a:spLocks noChangeArrowheads="1"/>
              </p:cNvSpPr>
              <p:nvPr/>
            </p:nvSpPr>
            <p:spPr bwMode="auto">
              <a:xfrm>
                <a:off x="1127046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0" name="Rectangle 57">
                <a:extLst>
                  <a:ext uri="{FF2B5EF4-FFF2-40B4-BE49-F238E27FC236}">
                    <a16:creationId xmlns:a16="http://schemas.microsoft.com/office/drawing/2014/main" id="{4ADCC0C0-6310-4ED1-A69B-CF3133EB5565}"/>
                  </a:ext>
                </a:extLst>
              </p:cNvPr>
              <p:cNvSpPr>
                <a:spLocks noChangeArrowheads="1"/>
              </p:cNvSpPr>
              <p:nvPr/>
            </p:nvSpPr>
            <p:spPr bwMode="auto">
              <a:xfrm>
                <a:off x="1172589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0" name="Group 19">
              <a:extLst>
                <a:ext uri="{FF2B5EF4-FFF2-40B4-BE49-F238E27FC236}">
                  <a16:creationId xmlns:a16="http://schemas.microsoft.com/office/drawing/2014/main" id="{8F8A1E95-3088-4CA0-BA17-9F2DBDABF9DB}"/>
                </a:ext>
              </a:extLst>
            </p:cNvPr>
            <p:cNvGrpSpPr/>
            <p:nvPr/>
          </p:nvGrpSpPr>
          <p:grpSpPr>
            <a:xfrm>
              <a:off x="354110" y="4376763"/>
              <a:ext cx="11480604" cy="109990"/>
              <a:chOff x="354110" y="4379678"/>
              <a:chExt cx="11480604" cy="109990"/>
            </a:xfrm>
            <a:grpFill/>
          </p:grpSpPr>
          <p:sp>
            <p:nvSpPr>
              <p:cNvPr id="129" name="Rectangle 59">
                <a:extLst>
                  <a:ext uri="{FF2B5EF4-FFF2-40B4-BE49-F238E27FC236}">
                    <a16:creationId xmlns:a16="http://schemas.microsoft.com/office/drawing/2014/main" id="{EFCB7559-FD17-472B-B7A1-3FFC63C8BCC3}"/>
                  </a:ext>
                </a:extLst>
              </p:cNvPr>
              <p:cNvSpPr>
                <a:spLocks noChangeArrowheads="1"/>
              </p:cNvSpPr>
              <p:nvPr/>
            </p:nvSpPr>
            <p:spPr bwMode="auto">
              <a:xfrm>
                <a:off x="35411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0" name="Rectangle 60">
                <a:extLst>
                  <a:ext uri="{FF2B5EF4-FFF2-40B4-BE49-F238E27FC236}">
                    <a16:creationId xmlns:a16="http://schemas.microsoft.com/office/drawing/2014/main" id="{2DA5B014-05A6-4DC4-A1AF-6B4B382336CC}"/>
                  </a:ext>
                </a:extLst>
              </p:cNvPr>
              <p:cNvSpPr>
                <a:spLocks noChangeArrowheads="1"/>
              </p:cNvSpPr>
              <p:nvPr/>
            </p:nvSpPr>
            <p:spPr bwMode="auto">
              <a:xfrm>
                <a:off x="80954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1" name="Rectangle 61">
                <a:extLst>
                  <a:ext uri="{FF2B5EF4-FFF2-40B4-BE49-F238E27FC236}">
                    <a16:creationId xmlns:a16="http://schemas.microsoft.com/office/drawing/2014/main" id="{FEA4E4F7-8218-4E7C-9E87-224A643273FF}"/>
                  </a:ext>
                </a:extLst>
              </p:cNvPr>
              <p:cNvSpPr>
                <a:spLocks noChangeArrowheads="1"/>
              </p:cNvSpPr>
              <p:nvPr/>
            </p:nvSpPr>
            <p:spPr bwMode="auto">
              <a:xfrm>
                <a:off x="1263805"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2" name="Rectangle 62">
                <a:extLst>
                  <a:ext uri="{FF2B5EF4-FFF2-40B4-BE49-F238E27FC236}">
                    <a16:creationId xmlns:a16="http://schemas.microsoft.com/office/drawing/2014/main" id="{A94D8FC5-1EBD-4EE3-98BE-790ADC20DBFF}"/>
                  </a:ext>
                </a:extLst>
              </p:cNvPr>
              <p:cNvSpPr>
                <a:spLocks noChangeArrowheads="1"/>
              </p:cNvSpPr>
              <p:nvPr/>
            </p:nvSpPr>
            <p:spPr bwMode="auto">
              <a:xfrm>
                <a:off x="1719239"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3" name="Rectangle 63">
                <a:extLst>
                  <a:ext uri="{FF2B5EF4-FFF2-40B4-BE49-F238E27FC236}">
                    <a16:creationId xmlns:a16="http://schemas.microsoft.com/office/drawing/2014/main" id="{30D19DB9-4852-4829-8388-B6807A0BF6DF}"/>
                  </a:ext>
                </a:extLst>
              </p:cNvPr>
              <p:cNvSpPr>
                <a:spLocks noChangeArrowheads="1"/>
              </p:cNvSpPr>
              <p:nvPr/>
            </p:nvSpPr>
            <p:spPr bwMode="auto">
              <a:xfrm>
                <a:off x="2173502"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4" name="Rectangle 64">
                <a:extLst>
                  <a:ext uri="{FF2B5EF4-FFF2-40B4-BE49-F238E27FC236}">
                    <a16:creationId xmlns:a16="http://schemas.microsoft.com/office/drawing/2014/main" id="{084DC439-7F3A-4989-96B7-B29D496E655F}"/>
                  </a:ext>
                </a:extLst>
              </p:cNvPr>
              <p:cNvSpPr>
                <a:spLocks noChangeArrowheads="1"/>
              </p:cNvSpPr>
              <p:nvPr/>
            </p:nvSpPr>
            <p:spPr bwMode="auto">
              <a:xfrm>
                <a:off x="2628934"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5" name="Rectangle 65">
                <a:extLst>
                  <a:ext uri="{FF2B5EF4-FFF2-40B4-BE49-F238E27FC236}">
                    <a16:creationId xmlns:a16="http://schemas.microsoft.com/office/drawing/2014/main" id="{35EB4226-F03D-4819-A4CC-D42233D58851}"/>
                  </a:ext>
                </a:extLst>
              </p:cNvPr>
              <p:cNvSpPr>
                <a:spLocks noChangeArrowheads="1"/>
              </p:cNvSpPr>
              <p:nvPr/>
            </p:nvSpPr>
            <p:spPr bwMode="auto">
              <a:xfrm>
                <a:off x="3083197"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6" name="Rectangle 66">
                <a:extLst>
                  <a:ext uri="{FF2B5EF4-FFF2-40B4-BE49-F238E27FC236}">
                    <a16:creationId xmlns:a16="http://schemas.microsoft.com/office/drawing/2014/main" id="{E00FCAAA-AC7E-4B03-AD5E-74ABD976422E}"/>
                  </a:ext>
                </a:extLst>
              </p:cNvPr>
              <p:cNvSpPr>
                <a:spLocks noChangeArrowheads="1"/>
              </p:cNvSpPr>
              <p:nvPr/>
            </p:nvSpPr>
            <p:spPr bwMode="auto">
              <a:xfrm>
                <a:off x="3538630"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7" name="Rectangle 67">
                <a:extLst>
                  <a:ext uri="{FF2B5EF4-FFF2-40B4-BE49-F238E27FC236}">
                    <a16:creationId xmlns:a16="http://schemas.microsoft.com/office/drawing/2014/main" id="{7D3AA8CA-C2E8-4862-8F87-EFAEFBCFF0CD}"/>
                  </a:ext>
                </a:extLst>
              </p:cNvPr>
              <p:cNvSpPr>
                <a:spLocks noChangeArrowheads="1"/>
              </p:cNvSpPr>
              <p:nvPr/>
            </p:nvSpPr>
            <p:spPr bwMode="auto">
              <a:xfrm>
                <a:off x="3992893"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8" name="Rectangle 68">
                <a:extLst>
                  <a:ext uri="{FF2B5EF4-FFF2-40B4-BE49-F238E27FC236}">
                    <a16:creationId xmlns:a16="http://schemas.microsoft.com/office/drawing/2014/main" id="{217BE0BD-ECA6-4A6D-9864-90AF19AF3022}"/>
                  </a:ext>
                </a:extLst>
              </p:cNvPr>
              <p:cNvSpPr>
                <a:spLocks noChangeArrowheads="1"/>
              </p:cNvSpPr>
              <p:nvPr/>
            </p:nvSpPr>
            <p:spPr bwMode="auto">
              <a:xfrm>
                <a:off x="4448326"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9" name="Rectangle 69">
                <a:extLst>
                  <a:ext uri="{FF2B5EF4-FFF2-40B4-BE49-F238E27FC236}">
                    <a16:creationId xmlns:a16="http://schemas.microsoft.com/office/drawing/2014/main" id="{4367775C-E241-437A-90EC-7A4D13D422E0}"/>
                  </a:ext>
                </a:extLst>
              </p:cNvPr>
              <p:cNvSpPr>
                <a:spLocks noChangeArrowheads="1"/>
              </p:cNvSpPr>
              <p:nvPr/>
            </p:nvSpPr>
            <p:spPr bwMode="auto">
              <a:xfrm>
                <a:off x="4902589"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0" name="Rectangle 70">
                <a:extLst>
                  <a:ext uri="{FF2B5EF4-FFF2-40B4-BE49-F238E27FC236}">
                    <a16:creationId xmlns:a16="http://schemas.microsoft.com/office/drawing/2014/main" id="{45804E6D-FE13-4F7A-A02C-81ED1ACEAFA0}"/>
                  </a:ext>
                </a:extLst>
              </p:cNvPr>
              <p:cNvSpPr>
                <a:spLocks noChangeArrowheads="1"/>
              </p:cNvSpPr>
              <p:nvPr/>
            </p:nvSpPr>
            <p:spPr bwMode="auto">
              <a:xfrm>
                <a:off x="535802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1" name="Rectangle 71">
                <a:extLst>
                  <a:ext uri="{FF2B5EF4-FFF2-40B4-BE49-F238E27FC236}">
                    <a16:creationId xmlns:a16="http://schemas.microsoft.com/office/drawing/2014/main" id="{A09F54AC-51E7-45A0-B639-BFEC5FE67CC8}"/>
                  </a:ext>
                </a:extLst>
              </p:cNvPr>
              <p:cNvSpPr>
                <a:spLocks noChangeArrowheads="1"/>
              </p:cNvSpPr>
              <p:nvPr/>
            </p:nvSpPr>
            <p:spPr bwMode="auto">
              <a:xfrm>
                <a:off x="5812285"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2" name="Rectangle 72">
                <a:extLst>
                  <a:ext uri="{FF2B5EF4-FFF2-40B4-BE49-F238E27FC236}">
                    <a16:creationId xmlns:a16="http://schemas.microsoft.com/office/drawing/2014/main" id="{CA60C1A9-4AD0-4191-96A2-CC1DD32F6F92}"/>
                  </a:ext>
                </a:extLst>
              </p:cNvPr>
              <p:cNvSpPr>
                <a:spLocks noChangeArrowheads="1"/>
              </p:cNvSpPr>
              <p:nvPr/>
            </p:nvSpPr>
            <p:spPr bwMode="auto">
              <a:xfrm>
                <a:off x="6267717"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3" name="Rectangle 73">
                <a:extLst>
                  <a:ext uri="{FF2B5EF4-FFF2-40B4-BE49-F238E27FC236}">
                    <a16:creationId xmlns:a16="http://schemas.microsoft.com/office/drawing/2014/main" id="{9A28ED63-9408-4F16-A85E-E76BA9F9AD02}"/>
                  </a:ext>
                </a:extLst>
              </p:cNvPr>
              <p:cNvSpPr>
                <a:spLocks noChangeArrowheads="1"/>
              </p:cNvSpPr>
              <p:nvPr/>
            </p:nvSpPr>
            <p:spPr bwMode="auto">
              <a:xfrm>
                <a:off x="672198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4" name="Rectangle 74">
                <a:extLst>
                  <a:ext uri="{FF2B5EF4-FFF2-40B4-BE49-F238E27FC236}">
                    <a16:creationId xmlns:a16="http://schemas.microsoft.com/office/drawing/2014/main" id="{8E63D1D1-CF92-468A-B012-24216CA08E04}"/>
                  </a:ext>
                </a:extLst>
              </p:cNvPr>
              <p:cNvSpPr>
                <a:spLocks noChangeArrowheads="1"/>
              </p:cNvSpPr>
              <p:nvPr/>
            </p:nvSpPr>
            <p:spPr bwMode="auto">
              <a:xfrm>
                <a:off x="7177414"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5" name="Rectangle 75">
                <a:extLst>
                  <a:ext uri="{FF2B5EF4-FFF2-40B4-BE49-F238E27FC236}">
                    <a16:creationId xmlns:a16="http://schemas.microsoft.com/office/drawing/2014/main" id="{8FC2CD59-128D-4D06-937E-4505D57D1983}"/>
                  </a:ext>
                </a:extLst>
              </p:cNvPr>
              <p:cNvSpPr>
                <a:spLocks noChangeArrowheads="1"/>
              </p:cNvSpPr>
              <p:nvPr/>
            </p:nvSpPr>
            <p:spPr bwMode="auto">
              <a:xfrm>
                <a:off x="7631676"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6" name="Rectangle 76">
                <a:extLst>
                  <a:ext uri="{FF2B5EF4-FFF2-40B4-BE49-F238E27FC236}">
                    <a16:creationId xmlns:a16="http://schemas.microsoft.com/office/drawing/2014/main" id="{B9A7B9E1-4CEE-41C8-A799-EE4B9AFCD04E}"/>
                  </a:ext>
                </a:extLst>
              </p:cNvPr>
              <p:cNvSpPr>
                <a:spLocks noChangeArrowheads="1"/>
              </p:cNvSpPr>
              <p:nvPr/>
            </p:nvSpPr>
            <p:spPr bwMode="auto">
              <a:xfrm>
                <a:off x="8087109"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7" name="Rectangle 77">
                <a:extLst>
                  <a:ext uri="{FF2B5EF4-FFF2-40B4-BE49-F238E27FC236}">
                    <a16:creationId xmlns:a16="http://schemas.microsoft.com/office/drawing/2014/main" id="{3C824F84-B682-4EA2-AFC1-D56DF71A0CD9}"/>
                  </a:ext>
                </a:extLst>
              </p:cNvPr>
              <p:cNvSpPr>
                <a:spLocks noChangeArrowheads="1"/>
              </p:cNvSpPr>
              <p:nvPr/>
            </p:nvSpPr>
            <p:spPr bwMode="auto">
              <a:xfrm>
                <a:off x="8541372"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8" name="Rectangle 78">
                <a:extLst>
                  <a:ext uri="{FF2B5EF4-FFF2-40B4-BE49-F238E27FC236}">
                    <a16:creationId xmlns:a16="http://schemas.microsoft.com/office/drawing/2014/main" id="{154DDE76-05F9-405C-86DB-477B87DBB847}"/>
                  </a:ext>
                </a:extLst>
              </p:cNvPr>
              <p:cNvSpPr>
                <a:spLocks noChangeArrowheads="1"/>
              </p:cNvSpPr>
              <p:nvPr/>
            </p:nvSpPr>
            <p:spPr bwMode="auto">
              <a:xfrm>
                <a:off x="8996805"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9" name="Rectangle 79">
                <a:extLst>
                  <a:ext uri="{FF2B5EF4-FFF2-40B4-BE49-F238E27FC236}">
                    <a16:creationId xmlns:a16="http://schemas.microsoft.com/office/drawing/2014/main" id="{28217A81-8951-475F-9F90-88B99F13D6E5}"/>
                  </a:ext>
                </a:extLst>
              </p:cNvPr>
              <p:cNvSpPr>
                <a:spLocks noChangeArrowheads="1"/>
              </p:cNvSpPr>
              <p:nvPr/>
            </p:nvSpPr>
            <p:spPr bwMode="auto">
              <a:xfrm>
                <a:off x="9451068"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0" name="Rectangle 80">
                <a:extLst>
                  <a:ext uri="{FF2B5EF4-FFF2-40B4-BE49-F238E27FC236}">
                    <a16:creationId xmlns:a16="http://schemas.microsoft.com/office/drawing/2014/main" id="{DD226742-8914-401E-8D78-93F56B2E4813}"/>
                  </a:ext>
                </a:extLst>
              </p:cNvPr>
              <p:cNvSpPr>
                <a:spLocks noChangeArrowheads="1"/>
              </p:cNvSpPr>
              <p:nvPr/>
            </p:nvSpPr>
            <p:spPr bwMode="auto">
              <a:xfrm>
                <a:off x="9906501"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1" name="Rectangle 81">
                <a:extLst>
                  <a:ext uri="{FF2B5EF4-FFF2-40B4-BE49-F238E27FC236}">
                    <a16:creationId xmlns:a16="http://schemas.microsoft.com/office/drawing/2014/main" id="{B0E1AE86-33D6-4D1D-BC23-EA8A4AF1CFD2}"/>
                  </a:ext>
                </a:extLst>
              </p:cNvPr>
              <p:cNvSpPr>
                <a:spLocks noChangeArrowheads="1"/>
              </p:cNvSpPr>
              <p:nvPr/>
            </p:nvSpPr>
            <p:spPr bwMode="auto">
              <a:xfrm>
                <a:off x="10360763"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2" name="Rectangle 82">
                <a:extLst>
                  <a:ext uri="{FF2B5EF4-FFF2-40B4-BE49-F238E27FC236}">
                    <a16:creationId xmlns:a16="http://schemas.microsoft.com/office/drawing/2014/main" id="{CCA69695-3790-4A9F-9CC1-5EBCB1C96DF5}"/>
                  </a:ext>
                </a:extLst>
              </p:cNvPr>
              <p:cNvSpPr>
                <a:spLocks noChangeArrowheads="1"/>
              </p:cNvSpPr>
              <p:nvPr/>
            </p:nvSpPr>
            <p:spPr bwMode="auto">
              <a:xfrm>
                <a:off x="10816197"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3" name="Rectangle 83">
                <a:extLst>
                  <a:ext uri="{FF2B5EF4-FFF2-40B4-BE49-F238E27FC236}">
                    <a16:creationId xmlns:a16="http://schemas.microsoft.com/office/drawing/2014/main" id="{E75DD56F-C446-4037-8A60-A6C1A44E8CF2}"/>
                  </a:ext>
                </a:extLst>
              </p:cNvPr>
              <p:cNvSpPr>
                <a:spLocks noChangeArrowheads="1"/>
              </p:cNvSpPr>
              <p:nvPr/>
            </p:nvSpPr>
            <p:spPr bwMode="auto">
              <a:xfrm>
                <a:off x="1127046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4" name="Rectangle 84">
                <a:extLst>
                  <a:ext uri="{FF2B5EF4-FFF2-40B4-BE49-F238E27FC236}">
                    <a16:creationId xmlns:a16="http://schemas.microsoft.com/office/drawing/2014/main" id="{3658AAE9-4C55-47F2-9C83-497627EC28DA}"/>
                  </a:ext>
                </a:extLst>
              </p:cNvPr>
              <p:cNvSpPr>
                <a:spLocks noChangeArrowheads="1"/>
              </p:cNvSpPr>
              <p:nvPr/>
            </p:nvSpPr>
            <p:spPr bwMode="auto">
              <a:xfrm>
                <a:off x="1172589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1" name="Group 20">
              <a:extLst>
                <a:ext uri="{FF2B5EF4-FFF2-40B4-BE49-F238E27FC236}">
                  <a16:creationId xmlns:a16="http://schemas.microsoft.com/office/drawing/2014/main" id="{909F6D0B-FF49-4CC2-90DB-BE84FEA93E9F}"/>
                </a:ext>
              </a:extLst>
            </p:cNvPr>
            <p:cNvGrpSpPr/>
            <p:nvPr/>
          </p:nvGrpSpPr>
          <p:grpSpPr>
            <a:xfrm>
              <a:off x="354110" y="4883475"/>
              <a:ext cx="11480604" cy="109990"/>
              <a:chOff x="354110" y="4888062"/>
              <a:chExt cx="11480604" cy="109990"/>
            </a:xfrm>
            <a:grpFill/>
          </p:grpSpPr>
          <p:sp>
            <p:nvSpPr>
              <p:cNvPr id="103" name="Rectangle 5">
                <a:extLst>
                  <a:ext uri="{FF2B5EF4-FFF2-40B4-BE49-F238E27FC236}">
                    <a16:creationId xmlns:a16="http://schemas.microsoft.com/office/drawing/2014/main" id="{5B16BA60-1923-4CB8-AC58-3FA97E97824E}"/>
                  </a:ext>
                </a:extLst>
              </p:cNvPr>
              <p:cNvSpPr>
                <a:spLocks noChangeArrowheads="1"/>
              </p:cNvSpPr>
              <p:nvPr/>
            </p:nvSpPr>
            <p:spPr bwMode="auto">
              <a:xfrm>
                <a:off x="35411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4" name="Rectangle 6">
                <a:extLst>
                  <a:ext uri="{FF2B5EF4-FFF2-40B4-BE49-F238E27FC236}">
                    <a16:creationId xmlns:a16="http://schemas.microsoft.com/office/drawing/2014/main" id="{5472B612-6D9A-49B7-A1A5-EF7EBDCE08E2}"/>
                  </a:ext>
                </a:extLst>
              </p:cNvPr>
              <p:cNvSpPr>
                <a:spLocks noChangeArrowheads="1"/>
              </p:cNvSpPr>
              <p:nvPr/>
            </p:nvSpPr>
            <p:spPr bwMode="auto">
              <a:xfrm>
                <a:off x="80954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5" name="Rectangle 7">
                <a:extLst>
                  <a:ext uri="{FF2B5EF4-FFF2-40B4-BE49-F238E27FC236}">
                    <a16:creationId xmlns:a16="http://schemas.microsoft.com/office/drawing/2014/main" id="{19A7F840-07E0-4852-B348-40D8EB614858}"/>
                  </a:ext>
                </a:extLst>
              </p:cNvPr>
              <p:cNvSpPr>
                <a:spLocks noChangeArrowheads="1"/>
              </p:cNvSpPr>
              <p:nvPr/>
            </p:nvSpPr>
            <p:spPr bwMode="auto">
              <a:xfrm>
                <a:off x="1263805"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6" name="Rectangle 8">
                <a:extLst>
                  <a:ext uri="{FF2B5EF4-FFF2-40B4-BE49-F238E27FC236}">
                    <a16:creationId xmlns:a16="http://schemas.microsoft.com/office/drawing/2014/main" id="{F501C6E7-9683-4F5F-ADB4-D120A8CE23AC}"/>
                  </a:ext>
                </a:extLst>
              </p:cNvPr>
              <p:cNvSpPr>
                <a:spLocks noChangeArrowheads="1"/>
              </p:cNvSpPr>
              <p:nvPr/>
            </p:nvSpPr>
            <p:spPr bwMode="auto">
              <a:xfrm>
                <a:off x="1719239"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7" name="Rectangle 9">
                <a:extLst>
                  <a:ext uri="{FF2B5EF4-FFF2-40B4-BE49-F238E27FC236}">
                    <a16:creationId xmlns:a16="http://schemas.microsoft.com/office/drawing/2014/main" id="{6B0B292A-E263-45E9-8363-AB5BA07DC7ED}"/>
                  </a:ext>
                </a:extLst>
              </p:cNvPr>
              <p:cNvSpPr>
                <a:spLocks noChangeArrowheads="1"/>
              </p:cNvSpPr>
              <p:nvPr/>
            </p:nvSpPr>
            <p:spPr bwMode="auto">
              <a:xfrm>
                <a:off x="2173502"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8" name="Rectangle 10">
                <a:extLst>
                  <a:ext uri="{FF2B5EF4-FFF2-40B4-BE49-F238E27FC236}">
                    <a16:creationId xmlns:a16="http://schemas.microsoft.com/office/drawing/2014/main" id="{F6D80E9D-A930-4211-B815-FA67CF10A554}"/>
                  </a:ext>
                </a:extLst>
              </p:cNvPr>
              <p:cNvSpPr>
                <a:spLocks noChangeArrowheads="1"/>
              </p:cNvSpPr>
              <p:nvPr/>
            </p:nvSpPr>
            <p:spPr bwMode="auto">
              <a:xfrm>
                <a:off x="2628934"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9" name="Rectangle 11">
                <a:extLst>
                  <a:ext uri="{FF2B5EF4-FFF2-40B4-BE49-F238E27FC236}">
                    <a16:creationId xmlns:a16="http://schemas.microsoft.com/office/drawing/2014/main" id="{75CB23DF-89C3-4513-88A0-E31FACFB7D19}"/>
                  </a:ext>
                </a:extLst>
              </p:cNvPr>
              <p:cNvSpPr>
                <a:spLocks noChangeArrowheads="1"/>
              </p:cNvSpPr>
              <p:nvPr/>
            </p:nvSpPr>
            <p:spPr bwMode="auto">
              <a:xfrm>
                <a:off x="3083197"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0" name="Rectangle 12">
                <a:extLst>
                  <a:ext uri="{FF2B5EF4-FFF2-40B4-BE49-F238E27FC236}">
                    <a16:creationId xmlns:a16="http://schemas.microsoft.com/office/drawing/2014/main" id="{792B94F3-12D9-42E8-91C9-DE5D158733B4}"/>
                  </a:ext>
                </a:extLst>
              </p:cNvPr>
              <p:cNvSpPr>
                <a:spLocks noChangeArrowheads="1"/>
              </p:cNvSpPr>
              <p:nvPr/>
            </p:nvSpPr>
            <p:spPr bwMode="auto">
              <a:xfrm>
                <a:off x="3538630"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1" name="Rectangle 13">
                <a:extLst>
                  <a:ext uri="{FF2B5EF4-FFF2-40B4-BE49-F238E27FC236}">
                    <a16:creationId xmlns:a16="http://schemas.microsoft.com/office/drawing/2014/main" id="{F5C29CE0-8ED9-4F8F-B865-6A66D95AA6F5}"/>
                  </a:ext>
                </a:extLst>
              </p:cNvPr>
              <p:cNvSpPr>
                <a:spLocks noChangeArrowheads="1"/>
              </p:cNvSpPr>
              <p:nvPr/>
            </p:nvSpPr>
            <p:spPr bwMode="auto">
              <a:xfrm>
                <a:off x="3992893"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2" name="Rectangle 14">
                <a:extLst>
                  <a:ext uri="{FF2B5EF4-FFF2-40B4-BE49-F238E27FC236}">
                    <a16:creationId xmlns:a16="http://schemas.microsoft.com/office/drawing/2014/main" id="{E1288316-CFF0-4D0C-A6EA-50B406EBF659}"/>
                  </a:ext>
                </a:extLst>
              </p:cNvPr>
              <p:cNvSpPr>
                <a:spLocks noChangeArrowheads="1"/>
              </p:cNvSpPr>
              <p:nvPr/>
            </p:nvSpPr>
            <p:spPr bwMode="auto">
              <a:xfrm>
                <a:off x="4448326"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3" name="Rectangle 15">
                <a:extLst>
                  <a:ext uri="{FF2B5EF4-FFF2-40B4-BE49-F238E27FC236}">
                    <a16:creationId xmlns:a16="http://schemas.microsoft.com/office/drawing/2014/main" id="{4BF70EA3-0A87-40BD-94BF-76AAEC816C87}"/>
                  </a:ext>
                </a:extLst>
              </p:cNvPr>
              <p:cNvSpPr>
                <a:spLocks noChangeArrowheads="1"/>
              </p:cNvSpPr>
              <p:nvPr/>
            </p:nvSpPr>
            <p:spPr bwMode="auto">
              <a:xfrm>
                <a:off x="4902589"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4" name="Rectangle 16">
                <a:extLst>
                  <a:ext uri="{FF2B5EF4-FFF2-40B4-BE49-F238E27FC236}">
                    <a16:creationId xmlns:a16="http://schemas.microsoft.com/office/drawing/2014/main" id="{8AC49DAE-1800-40B4-908D-DACDDBFF2135}"/>
                  </a:ext>
                </a:extLst>
              </p:cNvPr>
              <p:cNvSpPr>
                <a:spLocks noChangeArrowheads="1"/>
              </p:cNvSpPr>
              <p:nvPr/>
            </p:nvSpPr>
            <p:spPr bwMode="auto">
              <a:xfrm>
                <a:off x="535802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5" name="Rectangle 17">
                <a:extLst>
                  <a:ext uri="{FF2B5EF4-FFF2-40B4-BE49-F238E27FC236}">
                    <a16:creationId xmlns:a16="http://schemas.microsoft.com/office/drawing/2014/main" id="{236BF9F5-A935-4DA3-A4A9-52DD30165B37}"/>
                  </a:ext>
                </a:extLst>
              </p:cNvPr>
              <p:cNvSpPr>
                <a:spLocks noChangeArrowheads="1"/>
              </p:cNvSpPr>
              <p:nvPr/>
            </p:nvSpPr>
            <p:spPr bwMode="auto">
              <a:xfrm>
                <a:off x="5812285"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6" name="Rectangle 18">
                <a:extLst>
                  <a:ext uri="{FF2B5EF4-FFF2-40B4-BE49-F238E27FC236}">
                    <a16:creationId xmlns:a16="http://schemas.microsoft.com/office/drawing/2014/main" id="{97FE846A-6C60-49BD-8759-77095BC24777}"/>
                  </a:ext>
                </a:extLst>
              </p:cNvPr>
              <p:cNvSpPr>
                <a:spLocks noChangeArrowheads="1"/>
              </p:cNvSpPr>
              <p:nvPr/>
            </p:nvSpPr>
            <p:spPr bwMode="auto">
              <a:xfrm>
                <a:off x="6267717"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7" name="Rectangle 19">
                <a:extLst>
                  <a:ext uri="{FF2B5EF4-FFF2-40B4-BE49-F238E27FC236}">
                    <a16:creationId xmlns:a16="http://schemas.microsoft.com/office/drawing/2014/main" id="{FA924FA8-FE97-40A1-852B-77A498A7C449}"/>
                  </a:ext>
                </a:extLst>
              </p:cNvPr>
              <p:cNvSpPr>
                <a:spLocks noChangeArrowheads="1"/>
              </p:cNvSpPr>
              <p:nvPr/>
            </p:nvSpPr>
            <p:spPr bwMode="auto">
              <a:xfrm>
                <a:off x="672198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8" name="Rectangle 20">
                <a:extLst>
                  <a:ext uri="{FF2B5EF4-FFF2-40B4-BE49-F238E27FC236}">
                    <a16:creationId xmlns:a16="http://schemas.microsoft.com/office/drawing/2014/main" id="{3C593FAE-CE47-48A5-AC85-6174EAC0A21E}"/>
                  </a:ext>
                </a:extLst>
              </p:cNvPr>
              <p:cNvSpPr>
                <a:spLocks noChangeArrowheads="1"/>
              </p:cNvSpPr>
              <p:nvPr/>
            </p:nvSpPr>
            <p:spPr bwMode="auto">
              <a:xfrm>
                <a:off x="7177414"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9" name="Rectangle 21">
                <a:extLst>
                  <a:ext uri="{FF2B5EF4-FFF2-40B4-BE49-F238E27FC236}">
                    <a16:creationId xmlns:a16="http://schemas.microsoft.com/office/drawing/2014/main" id="{E2228A57-948E-4482-9E06-D9E725176DF9}"/>
                  </a:ext>
                </a:extLst>
              </p:cNvPr>
              <p:cNvSpPr>
                <a:spLocks noChangeArrowheads="1"/>
              </p:cNvSpPr>
              <p:nvPr/>
            </p:nvSpPr>
            <p:spPr bwMode="auto">
              <a:xfrm>
                <a:off x="7631676"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0" name="Rectangle 22">
                <a:extLst>
                  <a:ext uri="{FF2B5EF4-FFF2-40B4-BE49-F238E27FC236}">
                    <a16:creationId xmlns:a16="http://schemas.microsoft.com/office/drawing/2014/main" id="{1EF13CFA-22CA-4C10-BE90-D5CC115A891A}"/>
                  </a:ext>
                </a:extLst>
              </p:cNvPr>
              <p:cNvSpPr>
                <a:spLocks noChangeArrowheads="1"/>
              </p:cNvSpPr>
              <p:nvPr/>
            </p:nvSpPr>
            <p:spPr bwMode="auto">
              <a:xfrm>
                <a:off x="8087109"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1" name="Rectangle 23">
                <a:extLst>
                  <a:ext uri="{FF2B5EF4-FFF2-40B4-BE49-F238E27FC236}">
                    <a16:creationId xmlns:a16="http://schemas.microsoft.com/office/drawing/2014/main" id="{0E8E90A3-1641-4E9B-A194-D5F117F9AEF4}"/>
                  </a:ext>
                </a:extLst>
              </p:cNvPr>
              <p:cNvSpPr>
                <a:spLocks noChangeArrowheads="1"/>
              </p:cNvSpPr>
              <p:nvPr/>
            </p:nvSpPr>
            <p:spPr bwMode="auto">
              <a:xfrm>
                <a:off x="8541372"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2" name="Rectangle 24">
                <a:extLst>
                  <a:ext uri="{FF2B5EF4-FFF2-40B4-BE49-F238E27FC236}">
                    <a16:creationId xmlns:a16="http://schemas.microsoft.com/office/drawing/2014/main" id="{A68EDFEF-E0D3-402A-9521-3DF38E4B8F5F}"/>
                  </a:ext>
                </a:extLst>
              </p:cNvPr>
              <p:cNvSpPr>
                <a:spLocks noChangeArrowheads="1"/>
              </p:cNvSpPr>
              <p:nvPr/>
            </p:nvSpPr>
            <p:spPr bwMode="auto">
              <a:xfrm>
                <a:off x="8996805"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3" name="Rectangle 25">
                <a:extLst>
                  <a:ext uri="{FF2B5EF4-FFF2-40B4-BE49-F238E27FC236}">
                    <a16:creationId xmlns:a16="http://schemas.microsoft.com/office/drawing/2014/main" id="{CCF9D944-04E9-47A8-9177-AFC8A6780FC7}"/>
                  </a:ext>
                </a:extLst>
              </p:cNvPr>
              <p:cNvSpPr>
                <a:spLocks noChangeArrowheads="1"/>
              </p:cNvSpPr>
              <p:nvPr/>
            </p:nvSpPr>
            <p:spPr bwMode="auto">
              <a:xfrm>
                <a:off x="9451068"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4" name="Rectangle 26">
                <a:extLst>
                  <a:ext uri="{FF2B5EF4-FFF2-40B4-BE49-F238E27FC236}">
                    <a16:creationId xmlns:a16="http://schemas.microsoft.com/office/drawing/2014/main" id="{ABDECE26-FC06-416E-A783-A77B3FFA3AF7}"/>
                  </a:ext>
                </a:extLst>
              </p:cNvPr>
              <p:cNvSpPr>
                <a:spLocks noChangeArrowheads="1"/>
              </p:cNvSpPr>
              <p:nvPr/>
            </p:nvSpPr>
            <p:spPr bwMode="auto">
              <a:xfrm>
                <a:off x="9906501"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5" name="Rectangle 27">
                <a:extLst>
                  <a:ext uri="{FF2B5EF4-FFF2-40B4-BE49-F238E27FC236}">
                    <a16:creationId xmlns:a16="http://schemas.microsoft.com/office/drawing/2014/main" id="{1F81018F-D062-471E-8E4D-BF55555F50D6}"/>
                  </a:ext>
                </a:extLst>
              </p:cNvPr>
              <p:cNvSpPr>
                <a:spLocks noChangeArrowheads="1"/>
              </p:cNvSpPr>
              <p:nvPr/>
            </p:nvSpPr>
            <p:spPr bwMode="auto">
              <a:xfrm>
                <a:off x="10360763"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6" name="Rectangle 28">
                <a:extLst>
                  <a:ext uri="{FF2B5EF4-FFF2-40B4-BE49-F238E27FC236}">
                    <a16:creationId xmlns:a16="http://schemas.microsoft.com/office/drawing/2014/main" id="{75BC1DFB-E2E0-44A2-8449-1511B5F4C286}"/>
                  </a:ext>
                </a:extLst>
              </p:cNvPr>
              <p:cNvSpPr>
                <a:spLocks noChangeArrowheads="1"/>
              </p:cNvSpPr>
              <p:nvPr/>
            </p:nvSpPr>
            <p:spPr bwMode="auto">
              <a:xfrm>
                <a:off x="10816197"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7" name="Rectangle 29">
                <a:extLst>
                  <a:ext uri="{FF2B5EF4-FFF2-40B4-BE49-F238E27FC236}">
                    <a16:creationId xmlns:a16="http://schemas.microsoft.com/office/drawing/2014/main" id="{FE671700-5C5E-4E82-8FDC-49E44FF73998}"/>
                  </a:ext>
                </a:extLst>
              </p:cNvPr>
              <p:cNvSpPr>
                <a:spLocks noChangeArrowheads="1"/>
              </p:cNvSpPr>
              <p:nvPr/>
            </p:nvSpPr>
            <p:spPr bwMode="auto">
              <a:xfrm>
                <a:off x="1127046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8" name="Rectangle 30">
                <a:extLst>
                  <a:ext uri="{FF2B5EF4-FFF2-40B4-BE49-F238E27FC236}">
                    <a16:creationId xmlns:a16="http://schemas.microsoft.com/office/drawing/2014/main" id="{367003AF-BC87-4F81-81EB-3D09A24C9934}"/>
                  </a:ext>
                </a:extLst>
              </p:cNvPr>
              <p:cNvSpPr>
                <a:spLocks noChangeArrowheads="1"/>
              </p:cNvSpPr>
              <p:nvPr/>
            </p:nvSpPr>
            <p:spPr bwMode="auto">
              <a:xfrm>
                <a:off x="1172589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2" name="Group 21">
              <a:extLst>
                <a:ext uri="{FF2B5EF4-FFF2-40B4-BE49-F238E27FC236}">
                  <a16:creationId xmlns:a16="http://schemas.microsoft.com/office/drawing/2014/main" id="{5E7D7A4E-C314-4987-9657-060E28CAA6A0}"/>
                </a:ext>
              </a:extLst>
            </p:cNvPr>
            <p:cNvGrpSpPr/>
            <p:nvPr/>
          </p:nvGrpSpPr>
          <p:grpSpPr>
            <a:xfrm>
              <a:off x="354110" y="5390187"/>
              <a:ext cx="11480604" cy="108822"/>
              <a:chOff x="354110" y="5396454"/>
              <a:chExt cx="11480604" cy="108822"/>
            </a:xfrm>
            <a:grpFill/>
          </p:grpSpPr>
          <p:sp>
            <p:nvSpPr>
              <p:cNvPr id="77" name="Rectangle 32">
                <a:extLst>
                  <a:ext uri="{FF2B5EF4-FFF2-40B4-BE49-F238E27FC236}">
                    <a16:creationId xmlns:a16="http://schemas.microsoft.com/office/drawing/2014/main" id="{8E8A1AC8-CA63-4F37-A8CF-FF832D8BE474}"/>
                  </a:ext>
                </a:extLst>
              </p:cNvPr>
              <p:cNvSpPr>
                <a:spLocks noChangeArrowheads="1"/>
              </p:cNvSpPr>
              <p:nvPr/>
            </p:nvSpPr>
            <p:spPr bwMode="auto">
              <a:xfrm>
                <a:off x="35411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8" name="Rectangle 33">
                <a:extLst>
                  <a:ext uri="{FF2B5EF4-FFF2-40B4-BE49-F238E27FC236}">
                    <a16:creationId xmlns:a16="http://schemas.microsoft.com/office/drawing/2014/main" id="{628E2734-FDDB-44A3-9AF2-03978429626B}"/>
                  </a:ext>
                </a:extLst>
              </p:cNvPr>
              <p:cNvSpPr>
                <a:spLocks noChangeArrowheads="1"/>
              </p:cNvSpPr>
              <p:nvPr/>
            </p:nvSpPr>
            <p:spPr bwMode="auto">
              <a:xfrm>
                <a:off x="80954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9" name="Rectangle 34">
                <a:extLst>
                  <a:ext uri="{FF2B5EF4-FFF2-40B4-BE49-F238E27FC236}">
                    <a16:creationId xmlns:a16="http://schemas.microsoft.com/office/drawing/2014/main" id="{088CF2A2-82EB-4956-973F-6A38CD7EA059}"/>
                  </a:ext>
                </a:extLst>
              </p:cNvPr>
              <p:cNvSpPr>
                <a:spLocks noChangeArrowheads="1"/>
              </p:cNvSpPr>
              <p:nvPr/>
            </p:nvSpPr>
            <p:spPr bwMode="auto">
              <a:xfrm>
                <a:off x="1263805"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0" name="Rectangle 35">
                <a:extLst>
                  <a:ext uri="{FF2B5EF4-FFF2-40B4-BE49-F238E27FC236}">
                    <a16:creationId xmlns:a16="http://schemas.microsoft.com/office/drawing/2014/main" id="{C040EEA9-3095-4F30-8483-23F37448C258}"/>
                  </a:ext>
                </a:extLst>
              </p:cNvPr>
              <p:cNvSpPr>
                <a:spLocks noChangeArrowheads="1"/>
              </p:cNvSpPr>
              <p:nvPr/>
            </p:nvSpPr>
            <p:spPr bwMode="auto">
              <a:xfrm>
                <a:off x="1719239"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1" name="Rectangle 36">
                <a:extLst>
                  <a:ext uri="{FF2B5EF4-FFF2-40B4-BE49-F238E27FC236}">
                    <a16:creationId xmlns:a16="http://schemas.microsoft.com/office/drawing/2014/main" id="{749693CE-451B-4AFB-88A8-C12ED178EA24}"/>
                  </a:ext>
                </a:extLst>
              </p:cNvPr>
              <p:cNvSpPr>
                <a:spLocks noChangeArrowheads="1"/>
              </p:cNvSpPr>
              <p:nvPr/>
            </p:nvSpPr>
            <p:spPr bwMode="auto">
              <a:xfrm>
                <a:off x="2173502"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2" name="Rectangle 37">
                <a:extLst>
                  <a:ext uri="{FF2B5EF4-FFF2-40B4-BE49-F238E27FC236}">
                    <a16:creationId xmlns:a16="http://schemas.microsoft.com/office/drawing/2014/main" id="{30280489-C791-44E8-963D-1255607CDB5F}"/>
                  </a:ext>
                </a:extLst>
              </p:cNvPr>
              <p:cNvSpPr>
                <a:spLocks noChangeArrowheads="1"/>
              </p:cNvSpPr>
              <p:nvPr/>
            </p:nvSpPr>
            <p:spPr bwMode="auto">
              <a:xfrm>
                <a:off x="2628934"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3" name="Rectangle 38">
                <a:extLst>
                  <a:ext uri="{FF2B5EF4-FFF2-40B4-BE49-F238E27FC236}">
                    <a16:creationId xmlns:a16="http://schemas.microsoft.com/office/drawing/2014/main" id="{8CC74FC2-413D-4801-AE6D-107C3B112929}"/>
                  </a:ext>
                </a:extLst>
              </p:cNvPr>
              <p:cNvSpPr>
                <a:spLocks noChangeArrowheads="1"/>
              </p:cNvSpPr>
              <p:nvPr/>
            </p:nvSpPr>
            <p:spPr bwMode="auto">
              <a:xfrm>
                <a:off x="3083197"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4" name="Rectangle 39">
                <a:extLst>
                  <a:ext uri="{FF2B5EF4-FFF2-40B4-BE49-F238E27FC236}">
                    <a16:creationId xmlns:a16="http://schemas.microsoft.com/office/drawing/2014/main" id="{B285A8B1-8801-46CD-91B8-97CE12F31990}"/>
                  </a:ext>
                </a:extLst>
              </p:cNvPr>
              <p:cNvSpPr>
                <a:spLocks noChangeArrowheads="1"/>
              </p:cNvSpPr>
              <p:nvPr/>
            </p:nvSpPr>
            <p:spPr bwMode="auto">
              <a:xfrm>
                <a:off x="3538630"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5" name="Rectangle 40">
                <a:extLst>
                  <a:ext uri="{FF2B5EF4-FFF2-40B4-BE49-F238E27FC236}">
                    <a16:creationId xmlns:a16="http://schemas.microsoft.com/office/drawing/2014/main" id="{2DCB03A8-663D-4DCB-A3A5-59C55ED30496}"/>
                  </a:ext>
                </a:extLst>
              </p:cNvPr>
              <p:cNvSpPr>
                <a:spLocks noChangeArrowheads="1"/>
              </p:cNvSpPr>
              <p:nvPr/>
            </p:nvSpPr>
            <p:spPr bwMode="auto">
              <a:xfrm>
                <a:off x="3992893"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6" name="Rectangle 41">
                <a:extLst>
                  <a:ext uri="{FF2B5EF4-FFF2-40B4-BE49-F238E27FC236}">
                    <a16:creationId xmlns:a16="http://schemas.microsoft.com/office/drawing/2014/main" id="{5407D7A5-9403-4899-B30F-57F9270DFA23}"/>
                  </a:ext>
                </a:extLst>
              </p:cNvPr>
              <p:cNvSpPr>
                <a:spLocks noChangeArrowheads="1"/>
              </p:cNvSpPr>
              <p:nvPr/>
            </p:nvSpPr>
            <p:spPr bwMode="auto">
              <a:xfrm>
                <a:off x="4448326"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7" name="Rectangle 42">
                <a:extLst>
                  <a:ext uri="{FF2B5EF4-FFF2-40B4-BE49-F238E27FC236}">
                    <a16:creationId xmlns:a16="http://schemas.microsoft.com/office/drawing/2014/main" id="{A5A712A8-2D9C-4566-93D7-A554219464B6}"/>
                  </a:ext>
                </a:extLst>
              </p:cNvPr>
              <p:cNvSpPr>
                <a:spLocks noChangeArrowheads="1"/>
              </p:cNvSpPr>
              <p:nvPr/>
            </p:nvSpPr>
            <p:spPr bwMode="auto">
              <a:xfrm>
                <a:off x="4902589"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8" name="Rectangle 43">
                <a:extLst>
                  <a:ext uri="{FF2B5EF4-FFF2-40B4-BE49-F238E27FC236}">
                    <a16:creationId xmlns:a16="http://schemas.microsoft.com/office/drawing/2014/main" id="{4B61ED17-0B4A-42B3-B859-84E6FBD9F9B9}"/>
                  </a:ext>
                </a:extLst>
              </p:cNvPr>
              <p:cNvSpPr>
                <a:spLocks noChangeArrowheads="1"/>
              </p:cNvSpPr>
              <p:nvPr/>
            </p:nvSpPr>
            <p:spPr bwMode="auto">
              <a:xfrm>
                <a:off x="535802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9" name="Rectangle 44">
                <a:extLst>
                  <a:ext uri="{FF2B5EF4-FFF2-40B4-BE49-F238E27FC236}">
                    <a16:creationId xmlns:a16="http://schemas.microsoft.com/office/drawing/2014/main" id="{7FF71609-E043-4DD4-BBED-210943BF31DB}"/>
                  </a:ext>
                </a:extLst>
              </p:cNvPr>
              <p:cNvSpPr>
                <a:spLocks noChangeArrowheads="1"/>
              </p:cNvSpPr>
              <p:nvPr/>
            </p:nvSpPr>
            <p:spPr bwMode="auto">
              <a:xfrm>
                <a:off x="5812285"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0" name="Rectangle 45">
                <a:extLst>
                  <a:ext uri="{FF2B5EF4-FFF2-40B4-BE49-F238E27FC236}">
                    <a16:creationId xmlns:a16="http://schemas.microsoft.com/office/drawing/2014/main" id="{9107E37E-3623-4410-8CEA-DA33995A6AC6}"/>
                  </a:ext>
                </a:extLst>
              </p:cNvPr>
              <p:cNvSpPr>
                <a:spLocks noChangeArrowheads="1"/>
              </p:cNvSpPr>
              <p:nvPr/>
            </p:nvSpPr>
            <p:spPr bwMode="auto">
              <a:xfrm>
                <a:off x="6267717"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1" name="Rectangle 46">
                <a:extLst>
                  <a:ext uri="{FF2B5EF4-FFF2-40B4-BE49-F238E27FC236}">
                    <a16:creationId xmlns:a16="http://schemas.microsoft.com/office/drawing/2014/main" id="{B83800E2-BDEE-48AC-9D9F-0B03C123FB62}"/>
                  </a:ext>
                </a:extLst>
              </p:cNvPr>
              <p:cNvSpPr>
                <a:spLocks noChangeArrowheads="1"/>
              </p:cNvSpPr>
              <p:nvPr/>
            </p:nvSpPr>
            <p:spPr bwMode="auto">
              <a:xfrm>
                <a:off x="672198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2" name="Rectangle 47">
                <a:extLst>
                  <a:ext uri="{FF2B5EF4-FFF2-40B4-BE49-F238E27FC236}">
                    <a16:creationId xmlns:a16="http://schemas.microsoft.com/office/drawing/2014/main" id="{924E8ED7-0B54-488C-86FD-838BEC6C72BA}"/>
                  </a:ext>
                </a:extLst>
              </p:cNvPr>
              <p:cNvSpPr>
                <a:spLocks noChangeArrowheads="1"/>
              </p:cNvSpPr>
              <p:nvPr/>
            </p:nvSpPr>
            <p:spPr bwMode="auto">
              <a:xfrm>
                <a:off x="7177414"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3" name="Rectangle 48">
                <a:extLst>
                  <a:ext uri="{FF2B5EF4-FFF2-40B4-BE49-F238E27FC236}">
                    <a16:creationId xmlns:a16="http://schemas.microsoft.com/office/drawing/2014/main" id="{5E731C89-5DF4-4419-9A67-52BAEC37335F}"/>
                  </a:ext>
                </a:extLst>
              </p:cNvPr>
              <p:cNvSpPr>
                <a:spLocks noChangeArrowheads="1"/>
              </p:cNvSpPr>
              <p:nvPr/>
            </p:nvSpPr>
            <p:spPr bwMode="auto">
              <a:xfrm>
                <a:off x="7631676"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4" name="Rectangle 49">
                <a:extLst>
                  <a:ext uri="{FF2B5EF4-FFF2-40B4-BE49-F238E27FC236}">
                    <a16:creationId xmlns:a16="http://schemas.microsoft.com/office/drawing/2014/main" id="{D7B0E779-6D3D-4414-91BB-C1BBE6380DF5}"/>
                  </a:ext>
                </a:extLst>
              </p:cNvPr>
              <p:cNvSpPr>
                <a:spLocks noChangeArrowheads="1"/>
              </p:cNvSpPr>
              <p:nvPr/>
            </p:nvSpPr>
            <p:spPr bwMode="auto">
              <a:xfrm>
                <a:off x="8087109"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5" name="Rectangle 50">
                <a:extLst>
                  <a:ext uri="{FF2B5EF4-FFF2-40B4-BE49-F238E27FC236}">
                    <a16:creationId xmlns:a16="http://schemas.microsoft.com/office/drawing/2014/main" id="{E846AB63-6AAB-4E86-B4BA-7853BD602178}"/>
                  </a:ext>
                </a:extLst>
              </p:cNvPr>
              <p:cNvSpPr>
                <a:spLocks noChangeArrowheads="1"/>
              </p:cNvSpPr>
              <p:nvPr/>
            </p:nvSpPr>
            <p:spPr bwMode="auto">
              <a:xfrm>
                <a:off x="8541372"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6" name="Rectangle 51">
                <a:extLst>
                  <a:ext uri="{FF2B5EF4-FFF2-40B4-BE49-F238E27FC236}">
                    <a16:creationId xmlns:a16="http://schemas.microsoft.com/office/drawing/2014/main" id="{D05AC798-949B-4443-ADBB-917EF526FE1B}"/>
                  </a:ext>
                </a:extLst>
              </p:cNvPr>
              <p:cNvSpPr>
                <a:spLocks noChangeArrowheads="1"/>
              </p:cNvSpPr>
              <p:nvPr/>
            </p:nvSpPr>
            <p:spPr bwMode="auto">
              <a:xfrm>
                <a:off x="8996805"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7" name="Rectangle 52">
                <a:extLst>
                  <a:ext uri="{FF2B5EF4-FFF2-40B4-BE49-F238E27FC236}">
                    <a16:creationId xmlns:a16="http://schemas.microsoft.com/office/drawing/2014/main" id="{8B3E2107-60AF-4064-A551-A333E6249CE7}"/>
                  </a:ext>
                </a:extLst>
              </p:cNvPr>
              <p:cNvSpPr>
                <a:spLocks noChangeArrowheads="1"/>
              </p:cNvSpPr>
              <p:nvPr/>
            </p:nvSpPr>
            <p:spPr bwMode="auto">
              <a:xfrm>
                <a:off x="9451068"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8" name="Rectangle 53">
                <a:extLst>
                  <a:ext uri="{FF2B5EF4-FFF2-40B4-BE49-F238E27FC236}">
                    <a16:creationId xmlns:a16="http://schemas.microsoft.com/office/drawing/2014/main" id="{055FD3E8-A340-4393-92E1-4FD68288FDBC}"/>
                  </a:ext>
                </a:extLst>
              </p:cNvPr>
              <p:cNvSpPr>
                <a:spLocks noChangeArrowheads="1"/>
              </p:cNvSpPr>
              <p:nvPr/>
            </p:nvSpPr>
            <p:spPr bwMode="auto">
              <a:xfrm>
                <a:off x="9906501"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9" name="Rectangle 54">
                <a:extLst>
                  <a:ext uri="{FF2B5EF4-FFF2-40B4-BE49-F238E27FC236}">
                    <a16:creationId xmlns:a16="http://schemas.microsoft.com/office/drawing/2014/main" id="{C18C5E0E-D82C-4F82-A0E3-6BE9AAF75E27}"/>
                  </a:ext>
                </a:extLst>
              </p:cNvPr>
              <p:cNvSpPr>
                <a:spLocks noChangeArrowheads="1"/>
              </p:cNvSpPr>
              <p:nvPr/>
            </p:nvSpPr>
            <p:spPr bwMode="auto">
              <a:xfrm>
                <a:off x="10360763"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0" name="Rectangle 55">
                <a:extLst>
                  <a:ext uri="{FF2B5EF4-FFF2-40B4-BE49-F238E27FC236}">
                    <a16:creationId xmlns:a16="http://schemas.microsoft.com/office/drawing/2014/main" id="{677F5FC4-34F3-400A-9970-A7EA63DB4B53}"/>
                  </a:ext>
                </a:extLst>
              </p:cNvPr>
              <p:cNvSpPr>
                <a:spLocks noChangeArrowheads="1"/>
              </p:cNvSpPr>
              <p:nvPr/>
            </p:nvSpPr>
            <p:spPr bwMode="auto">
              <a:xfrm>
                <a:off x="10816197"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1" name="Rectangle 56">
                <a:extLst>
                  <a:ext uri="{FF2B5EF4-FFF2-40B4-BE49-F238E27FC236}">
                    <a16:creationId xmlns:a16="http://schemas.microsoft.com/office/drawing/2014/main" id="{2A4794CF-928E-4F8E-A532-7800E5996BB3}"/>
                  </a:ext>
                </a:extLst>
              </p:cNvPr>
              <p:cNvSpPr>
                <a:spLocks noChangeArrowheads="1"/>
              </p:cNvSpPr>
              <p:nvPr/>
            </p:nvSpPr>
            <p:spPr bwMode="auto">
              <a:xfrm>
                <a:off x="1127046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2" name="Rectangle 57">
                <a:extLst>
                  <a:ext uri="{FF2B5EF4-FFF2-40B4-BE49-F238E27FC236}">
                    <a16:creationId xmlns:a16="http://schemas.microsoft.com/office/drawing/2014/main" id="{E4F63079-D99A-4ECA-AE8B-8E93D4295604}"/>
                  </a:ext>
                </a:extLst>
              </p:cNvPr>
              <p:cNvSpPr>
                <a:spLocks noChangeArrowheads="1"/>
              </p:cNvSpPr>
              <p:nvPr/>
            </p:nvSpPr>
            <p:spPr bwMode="auto">
              <a:xfrm>
                <a:off x="1172589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3" name="Group 22">
              <a:extLst>
                <a:ext uri="{FF2B5EF4-FFF2-40B4-BE49-F238E27FC236}">
                  <a16:creationId xmlns:a16="http://schemas.microsoft.com/office/drawing/2014/main" id="{8F81BE07-E676-45EB-9AFA-7BF1FBB657A2}"/>
                </a:ext>
              </a:extLst>
            </p:cNvPr>
            <p:cNvGrpSpPr/>
            <p:nvPr/>
          </p:nvGrpSpPr>
          <p:grpSpPr>
            <a:xfrm>
              <a:off x="354110" y="5895731"/>
              <a:ext cx="11480604" cy="109990"/>
              <a:chOff x="354110" y="5903678"/>
              <a:chExt cx="11480604" cy="109990"/>
            </a:xfrm>
            <a:grpFill/>
          </p:grpSpPr>
          <p:sp>
            <p:nvSpPr>
              <p:cNvPr id="51" name="Rectangle 59">
                <a:extLst>
                  <a:ext uri="{FF2B5EF4-FFF2-40B4-BE49-F238E27FC236}">
                    <a16:creationId xmlns:a16="http://schemas.microsoft.com/office/drawing/2014/main" id="{90F41A19-F592-419E-BB70-0A26A5A2C993}"/>
                  </a:ext>
                </a:extLst>
              </p:cNvPr>
              <p:cNvSpPr>
                <a:spLocks noChangeArrowheads="1"/>
              </p:cNvSpPr>
              <p:nvPr/>
            </p:nvSpPr>
            <p:spPr bwMode="auto">
              <a:xfrm>
                <a:off x="35411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 name="Rectangle 60">
                <a:extLst>
                  <a:ext uri="{FF2B5EF4-FFF2-40B4-BE49-F238E27FC236}">
                    <a16:creationId xmlns:a16="http://schemas.microsoft.com/office/drawing/2014/main" id="{1469FDD4-E3FD-413E-AE75-22EE1F631B63}"/>
                  </a:ext>
                </a:extLst>
              </p:cNvPr>
              <p:cNvSpPr>
                <a:spLocks noChangeArrowheads="1"/>
              </p:cNvSpPr>
              <p:nvPr/>
            </p:nvSpPr>
            <p:spPr bwMode="auto">
              <a:xfrm>
                <a:off x="80954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 name="Rectangle 61">
                <a:extLst>
                  <a:ext uri="{FF2B5EF4-FFF2-40B4-BE49-F238E27FC236}">
                    <a16:creationId xmlns:a16="http://schemas.microsoft.com/office/drawing/2014/main" id="{FE475E5D-8646-4FC9-BFFB-619E2D0E25ED}"/>
                  </a:ext>
                </a:extLst>
              </p:cNvPr>
              <p:cNvSpPr>
                <a:spLocks noChangeArrowheads="1"/>
              </p:cNvSpPr>
              <p:nvPr/>
            </p:nvSpPr>
            <p:spPr bwMode="auto">
              <a:xfrm>
                <a:off x="126380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 name="Rectangle 62">
                <a:extLst>
                  <a:ext uri="{FF2B5EF4-FFF2-40B4-BE49-F238E27FC236}">
                    <a16:creationId xmlns:a16="http://schemas.microsoft.com/office/drawing/2014/main" id="{3D36A72E-C554-4C3C-9B1B-6CB10E5F62BE}"/>
                  </a:ext>
                </a:extLst>
              </p:cNvPr>
              <p:cNvSpPr>
                <a:spLocks noChangeArrowheads="1"/>
              </p:cNvSpPr>
              <p:nvPr/>
            </p:nvSpPr>
            <p:spPr bwMode="auto">
              <a:xfrm>
                <a:off x="171923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 name="Rectangle 63">
                <a:extLst>
                  <a:ext uri="{FF2B5EF4-FFF2-40B4-BE49-F238E27FC236}">
                    <a16:creationId xmlns:a16="http://schemas.microsoft.com/office/drawing/2014/main" id="{7A4E6F93-4FD1-43BD-92BD-564F60D0B6DD}"/>
                  </a:ext>
                </a:extLst>
              </p:cNvPr>
              <p:cNvSpPr>
                <a:spLocks noChangeArrowheads="1"/>
              </p:cNvSpPr>
              <p:nvPr/>
            </p:nvSpPr>
            <p:spPr bwMode="auto">
              <a:xfrm>
                <a:off x="217350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 name="Rectangle 64">
                <a:extLst>
                  <a:ext uri="{FF2B5EF4-FFF2-40B4-BE49-F238E27FC236}">
                    <a16:creationId xmlns:a16="http://schemas.microsoft.com/office/drawing/2014/main" id="{91390BA3-956A-4FEA-961B-6154DE6FB764}"/>
                  </a:ext>
                </a:extLst>
              </p:cNvPr>
              <p:cNvSpPr>
                <a:spLocks noChangeArrowheads="1"/>
              </p:cNvSpPr>
              <p:nvPr/>
            </p:nvSpPr>
            <p:spPr bwMode="auto">
              <a:xfrm>
                <a:off x="262893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 name="Rectangle 65">
                <a:extLst>
                  <a:ext uri="{FF2B5EF4-FFF2-40B4-BE49-F238E27FC236}">
                    <a16:creationId xmlns:a16="http://schemas.microsoft.com/office/drawing/2014/main" id="{3BDA4482-76BD-4B95-9A99-C9D97E68F675}"/>
                  </a:ext>
                </a:extLst>
              </p:cNvPr>
              <p:cNvSpPr>
                <a:spLocks noChangeArrowheads="1"/>
              </p:cNvSpPr>
              <p:nvPr/>
            </p:nvSpPr>
            <p:spPr bwMode="auto">
              <a:xfrm>
                <a:off x="3083197"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 name="Rectangle 66">
                <a:extLst>
                  <a:ext uri="{FF2B5EF4-FFF2-40B4-BE49-F238E27FC236}">
                    <a16:creationId xmlns:a16="http://schemas.microsoft.com/office/drawing/2014/main" id="{7C89DCF1-7783-4715-A5F6-F69C325A84FE}"/>
                  </a:ext>
                </a:extLst>
              </p:cNvPr>
              <p:cNvSpPr>
                <a:spLocks noChangeArrowheads="1"/>
              </p:cNvSpPr>
              <p:nvPr/>
            </p:nvSpPr>
            <p:spPr bwMode="auto">
              <a:xfrm>
                <a:off x="3538630"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 name="Rectangle 67">
                <a:extLst>
                  <a:ext uri="{FF2B5EF4-FFF2-40B4-BE49-F238E27FC236}">
                    <a16:creationId xmlns:a16="http://schemas.microsoft.com/office/drawing/2014/main" id="{C358A697-8E33-4B4A-8E88-7C19923AD434}"/>
                  </a:ext>
                </a:extLst>
              </p:cNvPr>
              <p:cNvSpPr>
                <a:spLocks noChangeArrowheads="1"/>
              </p:cNvSpPr>
              <p:nvPr/>
            </p:nvSpPr>
            <p:spPr bwMode="auto">
              <a:xfrm>
                <a:off x="399289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 name="Rectangle 68">
                <a:extLst>
                  <a:ext uri="{FF2B5EF4-FFF2-40B4-BE49-F238E27FC236}">
                    <a16:creationId xmlns:a16="http://schemas.microsoft.com/office/drawing/2014/main" id="{8716A687-A14A-4B91-AB47-EC1722AF30AA}"/>
                  </a:ext>
                </a:extLst>
              </p:cNvPr>
              <p:cNvSpPr>
                <a:spLocks noChangeArrowheads="1"/>
              </p:cNvSpPr>
              <p:nvPr/>
            </p:nvSpPr>
            <p:spPr bwMode="auto">
              <a:xfrm>
                <a:off x="4448326"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 name="Rectangle 69">
                <a:extLst>
                  <a:ext uri="{FF2B5EF4-FFF2-40B4-BE49-F238E27FC236}">
                    <a16:creationId xmlns:a16="http://schemas.microsoft.com/office/drawing/2014/main" id="{3597BC4D-A8AB-476D-A463-DDA92D6194C6}"/>
                  </a:ext>
                </a:extLst>
              </p:cNvPr>
              <p:cNvSpPr>
                <a:spLocks noChangeArrowheads="1"/>
              </p:cNvSpPr>
              <p:nvPr/>
            </p:nvSpPr>
            <p:spPr bwMode="auto">
              <a:xfrm>
                <a:off x="4902589"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 name="Rectangle 70">
                <a:extLst>
                  <a:ext uri="{FF2B5EF4-FFF2-40B4-BE49-F238E27FC236}">
                    <a16:creationId xmlns:a16="http://schemas.microsoft.com/office/drawing/2014/main" id="{3D5FE933-374E-4D22-95B5-F8B154CFC294}"/>
                  </a:ext>
                </a:extLst>
              </p:cNvPr>
              <p:cNvSpPr>
                <a:spLocks noChangeArrowheads="1"/>
              </p:cNvSpPr>
              <p:nvPr/>
            </p:nvSpPr>
            <p:spPr bwMode="auto">
              <a:xfrm>
                <a:off x="535802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 name="Rectangle 71">
                <a:extLst>
                  <a:ext uri="{FF2B5EF4-FFF2-40B4-BE49-F238E27FC236}">
                    <a16:creationId xmlns:a16="http://schemas.microsoft.com/office/drawing/2014/main" id="{4DA4C424-BC57-46B1-8A19-98F4A1F4BC56}"/>
                  </a:ext>
                </a:extLst>
              </p:cNvPr>
              <p:cNvSpPr>
                <a:spLocks noChangeArrowheads="1"/>
              </p:cNvSpPr>
              <p:nvPr/>
            </p:nvSpPr>
            <p:spPr bwMode="auto">
              <a:xfrm>
                <a:off x="581228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 name="Rectangle 72">
                <a:extLst>
                  <a:ext uri="{FF2B5EF4-FFF2-40B4-BE49-F238E27FC236}">
                    <a16:creationId xmlns:a16="http://schemas.microsoft.com/office/drawing/2014/main" id="{8072EEA5-91EE-47E9-9C82-96966E37CB87}"/>
                  </a:ext>
                </a:extLst>
              </p:cNvPr>
              <p:cNvSpPr>
                <a:spLocks noChangeArrowheads="1"/>
              </p:cNvSpPr>
              <p:nvPr/>
            </p:nvSpPr>
            <p:spPr bwMode="auto">
              <a:xfrm>
                <a:off x="626771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 name="Rectangle 73">
                <a:extLst>
                  <a:ext uri="{FF2B5EF4-FFF2-40B4-BE49-F238E27FC236}">
                    <a16:creationId xmlns:a16="http://schemas.microsoft.com/office/drawing/2014/main" id="{D2366CD8-B517-40C0-8E52-217CE8F16474}"/>
                  </a:ext>
                </a:extLst>
              </p:cNvPr>
              <p:cNvSpPr>
                <a:spLocks noChangeArrowheads="1"/>
              </p:cNvSpPr>
              <p:nvPr/>
            </p:nvSpPr>
            <p:spPr bwMode="auto">
              <a:xfrm>
                <a:off x="672198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 name="Rectangle 74">
                <a:extLst>
                  <a:ext uri="{FF2B5EF4-FFF2-40B4-BE49-F238E27FC236}">
                    <a16:creationId xmlns:a16="http://schemas.microsoft.com/office/drawing/2014/main" id="{2739573F-C01A-4A42-BDB4-F8717CD6555C}"/>
                  </a:ext>
                </a:extLst>
              </p:cNvPr>
              <p:cNvSpPr>
                <a:spLocks noChangeArrowheads="1"/>
              </p:cNvSpPr>
              <p:nvPr/>
            </p:nvSpPr>
            <p:spPr bwMode="auto">
              <a:xfrm>
                <a:off x="717741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 name="Rectangle 75">
                <a:extLst>
                  <a:ext uri="{FF2B5EF4-FFF2-40B4-BE49-F238E27FC236}">
                    <a16:creationId xmlns:a16="http://schemas.microsoft.com/office/drawing/2014/main" id="{94A56444-668B-41B0-8986-65EB2B4A3200}"/>
                  </a:ext>
                </a:extLst>
              </p:cNvPr>
              <p:cNvSpPr>
                <a:spLocks noChangeArrowheads="1"/>
              </p:cNvSpPr>
              <p:nvPr/>
            </p:nvSpPr>
            <p:spPr bwMode="auto">
              <a:xfrm>
                <a:off x="7631676"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 name="Rectangle 76">
                <a:extLst>
                  <a:ext uri="{FF2B5EF4-FFF2-40B4-BE49-F238E27FC236}">
                    <a16:creationId xmlns:a16="http://schemas.microsoft.com/office/drawing/2014/main" id="{B2CFF404-368E-4A76-A2CA-471611869B48}"/>
                  </a:ext>
                </a:extLst>
              </p:cNvPr>
              <p:cNvSpPr>
                <a:spLocks noChangeArrowheads="1"/>
              </p:cNvSpPr>
              <p:nvPr/>
            </p:nvSpPr>
            <p:spPr bwMode="auto">
              <a:xfrm>
                <a:off x="808710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 name="Rectangle 77">
                <a:extLst>
                  <a:ext uri="{FF2B5EF4-FFF2-40B4-BE49-F238E27FC236}">
                    <a16:creationId xmlns:a16="http://schemas.microsoft.com/office/drawing/2014/main" id="{3B1857CC-9DC7-43E3-98B6-0DCBB2DC18B3}"/>
                  </a:ext>
                </a:extLst>
              </p:cNvPr>
              <p:cNvSpPr>
                <a:spLocks noChangeArrowheads="1"/>
              </p:cNvSpPr>
              <p:nvPr/>
            </p:nvSpPr>
            <p:spPr bwMode="auto">
              <a:xfrm>
                <a:off x="854137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 name="Rectangle 78">
                <a:extLst>
                  <a:ext uri="{FF2B5EF4-FFF2-40B4-BE49-F238E27FC236}">
                    <a16:creationId xmlns:a16="http://schemas.microsoft.com/office/drawing/2014/main" id="{13C3C468-F3E2-4B75-BB66-184F85DD01B0}"/>
                  </a:ext>
                </a:extLst>
              </p:cNvPr>
              <p:cNvSpPr>
                <a:spLocks noChangeArrowheads="1"/>
              </p:cNvSpPr>
              <p:nvPr/>
            </p:nvSpPr>
            <p:spPr bwMode="auto">
              <a:xfrm>
                <a:off x="8996805"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 name="Rectangle 79">
                <a:extLst>
                  <a:ext uri="{FF2B5EF4-FFF2-40B4-BE49-F238E27FC236}">
                    <a16:creationId xmlns:a16="http://schemas.microsoft.com/office/drawing/2014/main" id="{1A0E9336-6E7F-4174-BB8B-7B675743AA41}"/>
                  </a:ext>
                </a:extLst>
              </p:cNvPr>
              <p:cNvSpPr>
                <a:spLocks noChangeArrowheads="1"/>
              </p:cNvSpPr>
              <p:nvPr/>
            </p:nvSpPr>
            <p:spPr bwMode="auto">
              <a:xfrm>
                <a:off x="9451068"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 name="Rectangle 80">
                <a:extLst>
                  <a:ext uri="{FF2B5EF4-FFF2-40B4-BE49-F238E27FC236}">
                    <a16:creationId xmlns:a16="http://schemas.microsoft.com/office/drawing/2014/main" id="{1AB6293C-8454-4149-8126-EFE23BCE434D}"/>
                  </a:ext>
                </a:extLst>
              </p:cNvPr>
              <p:cNvSpPr>
                <a:spLocks noChangeArrowheads="1"/>
              </p:cNvSpPr>
              <p:nvPr/>
            </p:nvSpPr>
            <p:spPr bwMode="auto">
              <a:xfrm>
                <a:off x="9906501"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 name="Rectangle 81">
                <a:extLst>
                  <a:ext uri="{FF2B5EF4-FFF2-40B4-BE49-F238E27FC236}">
                    <a16:creationId xmlns:a16="http://schemas.microsoft.com/office/drawing/2014/main" id="{BAE4953B-46B2-4552-8D6A-C67D4FCB3D6C}"/>
                  </a:ext>
                </a:extLst>
              </p:cNvPr>
              <p:cNvSpPr>
                <a:spLocks noChangeArrowheads="1"/>
              </p:cNvSpPr>
              <p:nvPr/>
            </p:nvSpPr>
            <p:spPr bwMode="auto">
              <a:xfrm>
                <a:off x="1036076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 name="Rectangle 82">
                <a:extLst>
                  <a:ext uri="{FF2B5EF4-FFF2-40B4-BE49-F238E27FC236}">
                    <a16:creationId xmlns:a16="http://schemas.microsoft.com/office/drawing/2014/main" id="{40C5CC0E-449E-4E60-822F-5A4AB69E541C}"/>
                  </a:ext>
                </a:extLst>
              </p:cNvPr>
              <p:cNvSpPr>
                <a:spLocks noChangeArrowheads="1"/>
              </p:cNvSpPr>
              <p:nvPr/>
            </p:nvSpPr>
            <p:spPr bwMode="auto">
              <a:xfrm>
                <a:off x="1081619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 name="Rectangle 83">
                <a:extLst>
                  <a:ext uri="{FF2B5EF4-FFF2-40B4-BE49-F238E27FC236}">
                    <a16:creationId xmlns:a16="http://schemas.microsoft.com/office/drawing/2014/main" id="{B2688373-3DD7-4956-8759-7CB2AF735B51}"/>
                  </a:ext>
                </a:extLst>
              </p:cNvPr>
              <p:cNvSpPr>
                <a:spLocks noChangeArrowheads="1"/>
              </p:cNvSpPr>
              <p:nvPr/>
            </p:nvSpPr>
            <p:spPr bwMode="auto">
              <a:xfrm>
                <a:off x="1127046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 name="Rectangle 84">
                <a:extLst>
                  <a:ext uri="{FF2B5EF4-FFF2-40B4-BE49-F238E27FC236}">
                    <a16:creationId xmlns:a16="http://schemas.microsoft.com/office/drawing/2014/main" id="{50B8E454-F10F-456B-81ED-301B191CA48D}"/>
                  </a:ext>
                </a:extLst>
              </p:cNvPr>
              <p:cNvSpPr>
                <a:spLocks noChangeArrowheads="1"/>
              </p:cNvSpPr>
              <p:nvPr/>
            </p:nvSpPr>
            <p:spPr bwMode="auto">
              <a:xfrm>
                <a:off x="1172589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4" name="Group 23">
              <a:extLst>
                <a:ext uri="{FF2B5EF4-FFF2-40B4-BE49-F238E27FC236}">
                  <a16:creationId xmlns:a16="http://schemas.microsoft.com/office/drawing/2014/main" id="{960ABA5C-8D36-4AAD-9494-669B8A3E9E86}"/>
                </a:ext>
              </a:extLst>
            </p:cNvPr>
            <p:cNvGrpSpPr/>
            <p:nvPr/>
          </p:nvGrpSpPr>
          <p:grpSpPr>
            <a:xfrm>
              <a:off x="354110" y="6402442"/>
              <a:ext cx="11480604" cy="109990"/>
              <a:chOff x="354110" y="5903678"/>
              <a:chExt cx="11480604" cy="109990"/>
            </a:xfrm>
            <a:grpFill/>
          </p:grpSpPr>
          <p:sp>
            <p:nvSpPr>
              <p:cNvPr id="25" name="Rectangle 59">
                <a:extLst>
                  <a:ext uri="{FF2B5EF4-FFF2-40B4-BE49-F238E27FC236}">
                    <a16:creationId xmlns:a16="http://schemas.microsoft.com/office/drawing/2014/main" id="{9006E5F9-87EA-4BFF-AC26-08D7B4E65589}"/>
                  </a:ext>
                </a:extLst>
              </p:cNvPr>
              <p:cNvSpPr>
                <a:spLocks noChangeArrowheads="1"/>
              </p:cNvSpPr>
              <p:nvPr/>
            </p:nvSpPr>
            <p:spPr bwMode="auto">
              <a:xfrm>
                <a:off x="35411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 name="Rectangle 60">
                <a:extLst>
                  <a:ext uri="{FF2B5EF4-FFF2-40B4-BE49-F238E27FC236}">
                    <a16:creationId xmlns:a16="http://schemas.microsoft.com/office/drawing/2014/main" id="{40F26277-619B-41A3-9D5F-A02E6914E16A}"/>
                  </a:ext>
                </a:extLst>
              </p:cNvPr>
              <p:cNvSpPr>
                <a:spLocks noChangeArrowheads="1"/>
              </p:cNvSpPr>
              <p:nvPr/>
            </p:nvSpPr>
            <p:spPr bwMode="auto">
              <a:xfrm>
                <a:off x="80954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 name="Rectangle 61">
                <a:extLst>
                  <a:ext uri="{FF2B5EF4-FFF2-40B4-BE49-F238E27FC236}">
                    <a16:creationId xmlns:a16="http://schemas.microsoft.com/office/drawing/2014/main" id="{23DB5C85-827B-49AF-BC96-24E7ABDAD9B3}"/>
                  </a:ext>
                </a:extLst>
              </p:cNvPr>
              <p:cNvSpPr>
                <a:spLocks noChangeArrowheads="1"/>
              </p:cNvSpPr>
              <p:nvPr/>
            </p:nvSpPr>
            <p:spPr bwMode="auto">
              <a:xfrm>
                <a:off x="126380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 name="Rectangle 62">
                <a:extLst>
                  <a:ext uri="{FF2B5EF4-FFF2-40B4-BE49-F238E27FC236}">
                    <a16:creationId xmlns:a16="http://schemas.microsoft.com/office/drawing/2014/main" id="{847A0A99-2056-4E0E-8A5A-2CBCA33AFFD3}"/>
                  </a:ext>
                </a:extLst>
              </p:cNvPr>
              <p:cNvSpPr>
                <a:spLocks noChangeArrowheads="1"/>
              </p:cNvSpPr>
              <p:nvPr/>
            </p:nvSpPr>
            <p:spPr bwMode="auto">
              <a:xfrm>
                <a:off x="171923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 name="Rectangle 63">
                <a:extLst>
                  <a:ext uri="{FF2B5EF4-FFF2-40B4-BE49-F238E27FC236}">
                    <a16:creationId xmlns:a16="http://schemas.microsoft.com/office/drawing/2014/main" id="{5474EE8D-D88A-47FF-9107-09082030E050}"/>
                  </a:ext>
                </a:extLst>
              </p:cNvPr>
              <p:cNvSpPr>
                <a:spLocks noChangeArrowheads="1"/>
              </p:cNvSpPr>
              <p:nvPr/>
            </p:nvSpPr>
            <p:spPr bwMode="auto">
              <a:xfrm>
                <a:off x="217350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 name="Rectangle 64">
                <a:extLst>
                  <a:ext uri="{FF2B5EF4-FFF2-40B4-BE49-F238E27FC236}">
                    <a16:creationId xmlns:a16="http://schemas.microsoft.com/office/drawing/2014/main" id="{0EC4B1DB-FB22-4303-B2D7-5E60C557A837}"/>
                  </a:ext>
                </a:extLst>
              </p:cNvPr>
              <p:cNvSpPr>
                <a:spLocks noChangeArrowheads="1"/>
              </p:cNvSpPr>
              <p:nvPr/>
            </p:nvSpPr>
            <p:spPr bwMode="auto">
              <a:xfrm>
                <a:off x="262893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 name="Rectangle 65">
                <a:extLst>
                  <a:ext uri="{FF2B5EF4-FFF2-40B4-BE49-F238E27FC236}">
                    <a16:creationId xmlns:a16="http://schemas.microsoft.com/office/drawing/2014/main" id="{B5127279-9249-47F2-8A42-1F7F68517E9D}"/>
                  </a:ext>
                </a:extLst>
              </p:cNvPr>
              <p:cNvSpPr>
                <a:spLocks noChangeArrowheads="1"/>
              </p:cNvSpPr>
              <p:nvPr/>
            </p:nvSpPr>
            <p:spPr bwMode="auto">
              <a:xfrm>
                <a:off x="3083197"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 name="Rectangle 66">
                <a:extLst>
                  <a:ext uri="{FF2B5EF4-FFF2-40B4-BE49-F238E27FC236}">
                    <a16:creationId xmlns:a16="http://schemas.microsoft.com/office/drawing/2014/main" id="{4BE3E747-CD2D-4EA9-8A1C-AFC94F640398}"/>
                  </a:ext>
                </a:extLst>
              </p:cNvPr>
              <p:cNvSpPr>
                <a:spLocks noChangeArrowheads="1"/>
              </p:cNvSpPr>
              <p:nvPr/>
            </p:nvSpPr>
            <p:spPr bwMode="auto">
              <a:xfrm>
                <a:off x="3538630"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 name="Rectangle 67">
                <a:extLst>
                  <a:ext uri="{FF2B5EF4-FFF2-40B4-BE49-F238E27FC236}">
                    <a16:creationId xmlns:a16="http://schemas.microsoft.com/office/drawing/2014/main" id="{844450CC-44D2-4CFB-9D82-BA80F0CA0E8F}"/>
                  </a:ext>
                </a:extLst>
              </p:cNvPr>
              <p:cNvSpPr>
                <a:spLocks noChangeArrowheads="1"/>
              </p:cNvSpPr>
              <p:nvPr/>
            </p:nvSpPr>
            <p:spPr bwMode="auto">
              <a:xfrm>
                <a:off x="399289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 name="Rectangle 68">
                <a:extLst>
                  <a:ext uri="{FF2B5EF4-FFF2-40B4-BE49-F238E27FC236}">
                    <a16:creationId xmlns:a16="http://schemas.microsoft.com/office/drawing/2014/main" id="{56C9C6B8-074B-4807-A953-D5D69AEE2FA6}"/>
                  </a:ext>
                </a:extLst>
              </p:cNvPr>
              <p:cNvSpPr>
                <a:spLocks noChangeArrowheads="1"/>
              </p:cNvSpPr>
              <p:nvPr/>
            </p:nvSpPr>
            <p:spPr bwMode="auto">
              <a:xfrm>
                <a:off x="4448326"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 name="Rectangle 69">
                <a:extLst>
                  <a:ext uri="{FF2B5EF4-FFF2-40B4-BE49-F238E27FC236}">
                    <a16:creationId xmlns:a16="http://schemas.microsoft.com/office/drawing/2014/main" id="{55A940DF-BE4B-4046-BF7D-7BBB8316FF86}"/>
                  </a:ext>
                </a:extLst>
              </p:cNvPr>
              <p:cNvSpPr>
                <a:spLocks noChangeArrowheads="1"/>
              </p:cNvSpPr>
              <p:nvPr/>
            </p:nvSpPr>
            <p:spPr bwMode="auto">
              <a:xfrm>
                <a:off x="4902589"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 name="Rectangle 70">
                <a:extLst>
                  <a:ext uri="{FF2B5EF4-FFF2-40B4-BE49-F238E27FC236}">
                    <a16:creationId xmlns:a16="http://schemas.microsoft.com/office/drawing/2014/main" id="{79FECFE2-55AB-4195-B4F2-F1831B090139}"/>
                  </a:ext>
                </a:extLst>
              </p:cNvPr>
              <p:cNvSpPr>
                <a:spLocks noChangeArrowheads="1"/>
              </p:cNvSpPr>
              <p:nvPr/>
            </p:nvSpPr>
            <p:spPr bwMode="auto">
              <a:xfrm>
                <a:off x="535802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 name="Rectangle 71">
                <a:extLst>
                  <a:ext uri="{FF2B5EF4-FFF2-40B4-BE49-F238E27FC236}">
                    <a16:creationId xmlns:a16="http://schemas.microsoft.com/office/drawing/2014/main" id="{F78BF45E-3F1B-4CCF-AB55-6AACA1D79688}"/>
                  </a:ext>
                </a:extLst>
              </p:cNvPr>
              <p:cNvSpPr>
                <a:spLocks noChangeArrowheads="1"/>
              </p:cNvSpPr>
              <p:nvPr/>
            </p:nvSpPr>
            <p:spPr bwMode="auto">
              <a:xfrm>
                <a:off x="581228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 name="Rectangle 72">
                <a:extLst>
                  <a:ext uri="{FF2B5EF4-FFF2-40B4-BE49-F238E27FC236}">
                    <a16:creationId xmlns:a16="http://schemas.microsoft.com/office/drawing/2014/main" id="{CEAEA0D2-DAF5-42AD-824D-BF0A0786ACDB}"/>
                  </a:ext>
                </a:extLst>
              </p:cNvPr>
              <p:cNvSpPr>
                <a:spLocks noChangeArrowheads="1"/>
              </p:cNvSpPr>
              <p:nvPr/>
            </p:nvSpPr>
            <p:spPr bwMode="auto">
              <a:xfrm>
                <a:off x="626771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 name="Rectangle 73">
                <a:extLst>
                  <a:ext uri="{FF2B5EF4-FFF2-40B4-BE49-F238E27FC236}">
                    <a16:creationId xmlns:a16="http://schemas.microsoft.com/office/drawing/2014/main" id="{2616B93B-15A3-4A25-B322-A4A334791D48}"/>
                  </a:ext>
                </a:extLst>
              </p:cNvPr>
              <p:cNvSpPr>
                <a:spLocks noChangeArrowheads="1"/>
              </p:cNvSpPr>
              <p:nvPr/>
            </p:nvSpPr>
            <p:spPr bwMode="auto">
              <a:xfrm>
                <a:off x="672198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 name="Rectangle 74">
                <a:extLst>
                  <a:ext uri="{FF2B5EF4-FFF2-40B4-BE49-F238E27FC236}">
                    <a16:creationId xmlns:a16="http://schemas.microsoft.com/office/drawing/2014/main" id="{26C24972-CC21-4F79-908A-8F7EEF3C3BF9}"/>
                  </a:ext>
                </a:extLst>
              </p:cNvPr>
              <p:cNvSpPr>
                <a:spLocks noChangeArrowheads="1"/>
              </p:cNvSpPr>
              <p:nvPr/>
            </p:nvSpPr>
            <p:spPr bwMode="auto">
              <a:xfrm>
                <a:off x="717741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 name="Rectangle 75">
                <a:extLst>
                  <a:ext uri="{FF2B5EF4-FFF2-40B4-BE49-F238E27FC236}">
                    <a16:creationId xmlns:a16="http://schemas.microsoft.com/office/drawing/2014/main" id="{FD7C3FD5-0F89-4B6D-AC87-8001A0810CFA}"/>
                  </a:ext>
                </a:extLst>
              </p:cNvPr>
              <p:cNvSpPr>
                <a:spLocks noChangeArrowheads="1"/>
              </p:cNvSpPr>
              <p:nvPr/>
            </p:nvSpPr>
            <p:spPr bwMode="auto">
              <a:xfrm>
                <a:off x="7631676"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 name="Rectangle 76">
                <a:extLst>
                  <a:ext uri="{FF2B5EF4-FFF2-40B4-BE49-F238E27FC236}">
                    <a16:creationId xmlns:a16="http://schemas.microsoft.com/office/drawing/2014/main" id="{B03C108E-68F6-4221-BC40-C5E3C190447E}"/>
                  </a:ext>
                </a:extLst>
              </p:cNvPr>
              <p:cNvSpPr>
                <a:spLocks noChangeArrowheads="1"/>
              </p:cNvSpPr>
              <p:nvPr/>
            </p:nvSpPr>
            <p:spPr bwMode="auto">
              <a:xfrm>
                <a:off x="808710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 name="Rectangle 77">
                <a:extLst>
                  <a:ext uri="{FF2B5EF4-FFF2-40B4-BE49-F238E27FC236}">
                    <a16:creationId xmlns:a16="http://schemas.microsoft.com/office/drawing/2014/main" id="{AEE8C851-520C-4A98-839F-17DEECB4C1ED}"/>
                  </a:ext>
                </a:extLst>
              </p:cNvPr>
              <p:cNvSpPr>
                <a:spLocks noChangeArrowheads="1"/>
              </p:cNvSpPr>
              <p:nvPr/>
            </p:nvSpPr>
            <p:spPr bwMode="auto">
              <a:xfrm>
                <a:off x="854137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 name="Rectangle 78">
                <a:extLst>
                  <a:ext uri="{FF2B5EF4-FFF2-40B4-BE49-F238E27FC236}">
                    <a16:creationId xmlns:a16="http://schemas.microsoft.com/office/drawing/2014/main" id="{64CDD37E-8761-499B-B591-D1B68A0C6023}"/>
                  </a:ext>
                </a:extLst>
              </p:cNvPr>
              <p:cNvSpPr>
                <a:spLocks noChangeArrowheads="1"/>
              </p:cNvSpPr>
              <p:nvPr/>
            </p:nvSpPr>
            <p:spPr bwMode="auto">
              <a:xfrm>
                <a:off x="8996805"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 name="Rectangle 79">
                <a:extLst>
                  <a:ext uri="{FF2B5EF4-FFF2-40B4-BE49-F238E27FC236}">
                    <a16:creationId xmlns:a16="http://schemas.microsoft.com/office/drawing/2014/main" id="{CF1D9CFA-A92A-4012-8DBE-A1AFE416C0D8}"/>
                  </a:ext>
                </a:extLst>
              </p:cNvPr>
              <p:cNvSpPr>
                <a:spLocks noChangeArrowheads="1"/>
              </p:cNvSpPr>
              <p:nvPr/>
            </p:nvSpPr>
            <p:spPr bwMode="auto">
              <a:xfrm>
                <a:off x="9451068"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 name="Rectangle 80">
                <a:extLst>
                  <a:ext uri="{FF2B5EF4-FFF2-40B4-BE49-F238E27FC236}">
                    <a16:creationId xmlns:a16="http://schemas.microsoft.com/office/drawing/2014/main" id="{5B28FF0B-0B00-4C89-9B32-5FCEE8CF723B}"/>
                  </a:ext>
                </a:extLst>
              </p:cNvPr>
              <p:cNvSpPr>
                <a:spLocks noChangeArrowheads="1"/>
              </p:cNvSpPr>
              <p:nvPr/>
            </p:nvSpPr>
            <p:spPr bwMode="auto">
              <a:xfrm>
                <a:off x="9906501"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 name="Rectangle 81">
                <a:extLst>
                  <a:ext uri="{FF2B5EF4-FFF2-40B4-BE49-F238E27FC236}">
                    <a16:creationId xmlns:a16="http://schemas.microsoft.com/office/drawing/2014/main" id="{3F39461F-D7C3-4741-A3BF-B2B81AC1BD42}"/>
                  </a:ext>
                </a:extLst>
              </p:cNvPr>
              <p:cNvSpPr>
                <a:spLocks noChangeArrowheads="1"/>
              </p:cNvSpPr>
              <p:nvPr/>
            </p:nvSpPr>
            <p:spPr bwMode="auto">
              <a:xfrm>
                <a:off x="1036076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 name="Rectangle 82">
                <a:extLst>
                  <a:ext uri="{FF2B5EF4-FFF2-40B4-BE49-F238E27FC236}">
                    <a16:creationId xmlns:a16="http://schemas.microsoft.com/office/drawing/2014/main" id="{B209DBFB-FB6A-41D4-B8FD-371C1627C2D7}"/>
                  </a:ext>
                </a:extLst>
              </p:cNvPr>
              <p:cNvSpPr>
                <a:spLocks noChangeArrowheads="1"/>
              </p:cNvSpPr>
              <p:nvPr/>
            </p:nvSpPr>
            <p:spPr bwMode="auto">
              <a:xfrm>
                <a:off x="1081619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 name="Rectangle 83">
                <a:extLst>
                  <a:ext uri="{FF2B5EF4-FFF2-40B4-BE49-F238E27FC236}">
                    <a16:creationId xmlns:a16="http://schemas.microsoft.com/office/drawing/2014/main" id="{9851ABD3-4B24-43E9-8246-B439DE289025}"/>
                  </a:ext>
                </a:extLst>
              </p:cNvPr>
              <p:cNvSpPr>
                <a:spLocks noChangeArrowheads="1"/>
              </p:cNvSpPr>
              <p:nvPr/>
            </p:nvSpPr>
            <p:spPr bwMode="auto">
              <a:xfrm>
                <a:off x="1127046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 name="Rectangle 84">
                <a:extLst>
                  <a:ext uri="{FF2B5EF4-FFF2-40B4-BE49-F238E27FC236}">
                    <a16:creationId xmlns:a16="http://schemas.microsoft.com/office/drawing/2014/main" id="{C66181AB-B727-41A6-A789-CF6AAB6890A6}"/>
                  </a:ext>
                </a:extLst>
              </p:cNvPr>
              <p:cNvSpPr>
                <a:spLocks noChangeArrowheads="1"/>
              </p:cNvSpPr>
              <p:nvPr/>
            </p:nvSpPr>
            <p:spPr bwMode="auto">
              <a:xfrm>
                <a:off x="1172589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sp>
        <p:nvSpPr>
          <p:cNvPr id="2" name="Date Placeholder 1"/>
          <p:cNvSpPr>
            <a:spLocks noGrp="1"/>
          </p:cNvSpPr>
          <p:nvPr>
            <p:ph type="dt" sz="half" idx="10"/>
          </p:nvPr>
        </p:nvSpPr>
        <p:spPr/>
        <p:txBody>
          <a:bodyPr/>
          <a:lstStyle/>
          <a:p>
            <a:fld id="{425404F2-BE9A-4460-8815-8F645183555F}" type="datetimeFigureOut">
              <a:rPr lang="en-US" smtClean="0"/>
              <a:pPr/>
              <a:t>9/4/2025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r>
              <a:rPr lang="en-US" dirty="0"/>
              <a:t>www.anubhavtrainings.com</a:t>
            </a:r>
          </a:p>
        </p:txBody>
      </p:sp>
    </p:spTree>
    <p:extLst>
      <p:ext uri="{BB962C8B-B14F-4D97-AF65-F5344CB8AC3E}">
        <p14:creationId xmlns:p14="http://schemas.microsoft.com/office/powerpoint/2010/main" val="225047740"/>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2_What we do?">
    <p:bg>
      <p:bgPr>
        <a:solidFill>
          <a:schemeClr val="accent1"/>
        </a:solidFill>
        <a:effectLst/>
      </p:bgPr>
    </p:bg>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425404F2-BE9A-4460-8815-8F645183555F}" type="datetimeFigureOut">
              <a:rPr lang="en-US" smtClean="0"/>
              <a:pPr/>
              <a:t>9/4/2025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96E69268-9C8B-4EBF-A9EE-DC5DC2D48DC3}" type="slidenum">
              <a:rPr lang="en-US" smtClean="0"/>
              <a:pPr/>
              <a:t>‹#›</a:t>
            </a:fld>
            <a:endParaRPr lang="en-US"/>
          </a:p>
        </p:txBody>
      </p:sp>
      <p:sp>
        <p:nvSpPr>
          <p:cNvPr id="364" name="Rectangle 5">
            <a:extLst>
              <a:ext uri="{FF2B5EF4-FFF2-40B4-BE49-F238E27FC236}">
                <a16:creationId xmlns:a16="http://schemas.microsoft.com/office/drawing/2014/main" id="{1D5D3984-7DC7-4194-AD39-51045112ACA1}"/>
              </a:ext>
            </a:extLst>
          </p:cNvPr>
          <p:cNvSpPr>
            <a:spLocks noChangeArrowheads="1"/>
          </p:cNvSpPr>
          <p:nvPr/>
        </p:nvSpPr>
        <p:spPr bwMode="auto">
          <a:xfrm>
            <a:off x="354110" y="326571"/>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5" name="Rectangle 6">
            <a:extLst>
              <a:ext uri="{FF2B5EF4-FFF2-40B4-BE49-F238E27FC236}">
                <a16:creationId xmlns:a16="http://schemas.microsoft.com/office/drawing/2014/main" id="{C4A1AA13-BC36-4E79-B4E8-CBD99F7B0D87}"/>
              </a:ext>
            </a:extLst>
          </p:cNvPr>
          <p:cNvSpPr>
            <a:spLocks noChangeArrowheads="1"/>
          </p:cNvSpPr>
          <p:nvPr/>
        </p:nvSpPr>
        <p:spPr bwMode="auto">
          <a:xfrm>
            <a:off x="809542" y="326571"/>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6" name="Rectangle 7">
            <a:extLst>
              <a:ext uri="{FF2B5EF4-FFF2-40B4-BE49-F238E27FC236}">
                <a16:creationId xmlns:a16="http://schemas.microsoft.com/office/drawing/2014/main" id="{064FA383-421A-4408-B960-0EEA4EA6D887}"/>
              </a:ext>
            </a:extLst>
          </p:cNvPr>
          <p:cNvSpPr>
            <a:spLocks noChangeArrowheads="1"/>
          </p:cNvSpPr>
          <p:nvPr/>
        </p:nvSpPr>
        <p:spPr bwMode="auto">
          <a:xfrm>
            <a:off x="1263805" y="326571"/>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7" name="Rectangle 8">
            <a:extLst>
              <a:ext uri="{FF2B5EF4-FFF2-40B4-BE49-F238E27FC236}">
                <a16:creationId xmlns:a16="http://schemas.microsoft.com/office/drawing/2014/main" id="{A749CDFB-EE99-4334-8923-0D518C5B2B12}"/>
              </a:ext>
            </a:extLst>
          </p:cNvPr>
          <p:cNvSpPr>
            <a:spLocks noChangeArrowheads="1"/>
          </p:cNvSpPr>
          <p:nvPr/>
        </p:nvSpPr>
        <p:spPr bwMode="auto">
          <a:xfrm>
            <a:off x="1719239" y="326571"/>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8" name="Rectangle 9">
            <a:extLst>
              <a:ext uri="{FF2B5EF4-FFF2-40B4-BE49-F238E27FC236}">
                <a16:creationId xmlns:a16="http://schemas.microsoft.com/office/drawing/2014/main" id="{6E9A5901-7AB9-4355-8A8C-EDEDF74E0D29}"/>
              </a:ext>
            </a:extLst>
          </p:cNvPr>
          <p:cNvSpPr>
            <a:spLocks noChangeArrowheads="1"/>
          </p:cNvSpPr>
          <p:nvPr/>
        </p:nvSpPr>
        <p:spPr bwMode="auto">
          <a:xfrm>
            <a:off x="2173502" y="326571"/>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9" name="Rectangle 10">
            <a:extLst>
              <a:ext uri="{FF2B5EF4-FFF2-40B4-BE49-F238E27FC236}">
                <a16:creationId xmlns:a16="http://schemas.microsoft.com/office/drawing/2014/main" id="{719A89F7-F1DD-434B-B30D-4B32BEFEBDCF}"/>
              </a:ext>
            </a:extLst>
          </p:cNvPr>
          <p:cNvSpPr>
            <a:spLocks noChangeArrowheads="1"/>
          </p:cNvSpPr>
          <p:nvPr/>
        </p:nvSpPr>
        <p:spPr bwMode="auto">
          <a:xfrm>
            <a:off x="2628934" y="326571"/>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0" name="Rectangle 11">
            <a:extLst>
              <a:ext uri="{FF2B5EF4-FFF2-40B4-BE49-F238E27FC236}">
                <a16:creationId xmlns:a16="http://schemas.microsoft.com/office/drawing/2014/main" id="{E2F34566-8F29-46BF-862B-492CFB9F0B97}"/>
              </a:ext>
            </a:extLst>
          </p:cNvPr>
          <p:cNvSpPr>
            <a:spLocks noChangeArrowheads="1"/>
          </p:cNvSpPr>
          <p:nvPr/>
        </p:nvSpPr>
        <p:spPr bwMode="auto">
          <a:xfrm>
            <a:off x="3083197" y="326571"/>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1" name="Rectangle 12">
            <a:extLst>
              <a:ext uri="{FF2B5EF4-FFF2-40B4-BE49-F238E27FC236}">
                <a16:creationId xmlns:a16="http://schemas.microsoft.com/office/drawing/2014/main" id="{13B17D5B-B8E7-479A-9557-1DE1F3355D01}"/>
              </a:ext>
            </a:extLst>
          </p:cNvPr>
          <p:cNvSpPr>
            <a:spLocks noChangeArrowheads="1"/>
          </p:cNvSpPr>
          <p:nvPr/>
        </p:nvSpPr>
        <p:spPr bwMode="auto">
          <a:xfrm>
            <a:off x="3538630" y="326571"/>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2" name="Rectangle 13">
            <a:extLst>
              <a:ext uri="{FF2B5EF4-FFF2-40B4-BE49-F238E27FC236}">
                <a16:creationId xmlns:a16="http://schemas.microsoft.com/office/drawing/2014/main" id="{648B9A6E-E46B-4E77-8AFC-175F26F71815}"/>
              </a:ext>
            </a:extLst>
          </p:cNvPr>
          <p:cNvSpPr>
            <a:spLocks noChangeArrowheads="1"/>
          </p:cNvSpPr>
          <p:nvPr/>
        </p:nvSpPr>
        <p:spPr bwMode="auto">
          <a:xfrm>
            <a:off x="3992893" y="326571"/>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3" name="Rectangle 14">
            <a:extLst>
              <a:ext uri="{FF2B5EF4-FFF2-40B4-BE49-F238E27FC236}">
                <a16:creationId xmlns:a16="http://schemas.microsoft.com/office/drawing/2014/main" id="{66ED677A-B450-444C-8C05-6164CEFBB230}"/>
              </a:ext>
            </a:extLst>
          </p:cNvPr>
          <p:cNvSpPr>
            <a:spLocks noChangeArrowheads="1"/>
          </p:cNvSpPr>
          <p:nvPr/>
        </p:nvSpPr>
        <p:spPr bwMode="auto">
          <a:xfrm>
            <a:off x="4448326" y="326571"/>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4" name="Rectangle 15">
            <a:extLst>
              <a:ext uri="{FF2B5EF4-FFF2-40B4-BE49-F238E27FC236}">
                <a16:creationId xmlns:a16="http://schemas.microsoft.com/office/drawing/2014/main" id="{6B37F876-20AD-4B0B-B794-D98057E31CD1}"/>
              </a:ext>
            </a:extLst>
          </p:cNvPr>
          <p:cNvSpPr>
            <a:spLocks noChangeArrowheads="1"/>
          </p:cNvSpPr>
          <p:nvPr/>
        </p:nvSpPr>
        <p:spPr bwMode="auto">
          <a:xfrm>
            <a:off x="4902589" y="326571"/>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5" name="Rectangle 16">
            <a:extLst>
              <a:ext uri="{FF2B5EF4-FFF2-40B4-BE49-F238E27FC236}">
                <a16:creationId xmlns:a16="http://schemas.microsoft.com/office/drawing/2014/main" id="{9EED317B-A291-4834-AF57-5CB5972CF527}"/>
              </a:ext>
            </a:extLst>
          </p:cNvPr>
          <p:cNvSpPr>
            <a:spLocks noChangeArrowheads="1"/>
          </p:cNvSpPr>
          <p:nvPr/>
        </p:nvSpPr>
        <p:spPr bwMode="auto">
          <a:xfrm>
            <a:off x="5358022" y="326571"/>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6" name="Rectangle 17">
            <a:extLst>
              <a:ext uri="{FF2B5EF4-FFF2-40B4-BE49-F238E27FC236}">
                <a16:creationId xmlns:a16="http://schemas.microsoft.com/office/drawing/2014/main" id="{6F10DAB5-CF53-4900-8A89-3398C2031047}"/>
              </a:ext>
            </a:extLst>
          </p:cNvPr>
          <p:cNvSpPr>
            <a:spLocks noChangeArrowheads="1"/>
          </p:cNvSpPr>
          <p:nvPr/>
        </p:nvSpPr>
        <p:spPr bwMode="auto">
          <a:xfrm>
            <a:off x="5812285" y="326571"/>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7" name="Rectangle 18">
            <a:extLst>
              <a:ext uri="{FF2B5EF4-FFF2-40B4-BE49-F238E27FC236}">
                <a16:creationId xmlns:a16="http://schemas.microsoft.com/office/drawing/2014/main" id="{F5888EEF-E323-44C5-9096-B1D8A26B31A0}"/>
              </a:ext>
            </a:extLst>
          </p:cNvPr>
          <p:cNvSpPr>
            <a:spLocks noChangeArrowheads="1"/>
          </p:cNvSpPr>
          <p:nvPr/>
        </p:nvSpPr>
        <p:spPr bwMode="auto">
          <a:xfrm>
            <a:off x="6267717" y="326571"/>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8" name="Rectangle 19">
            <a:extLst>
              <a:ext uri="{FF2B5EF4-FFF2-40B4-BE49-F238E27FC236}">
                <a16:creationId xmlns:a16="http://schemas.microsoft.com/office/drawing/2014/main" id="{9825D3DA-CFCD-4B62-AA3E-6B6A3F6A4D32}"/>
              </a:ext>
            </a:extLst>
          </p:cNvPr>
          <p:cNvSpPr>
            <a:spLocks noChangeArrowheads="1"/>
          </p:cNvSpPr>
          <p:nvPr/>
        </p:nvSpPr>
        <p:spPr bwMode="auto">
          <a:xfrm>
            <a:off x="6721980" y="326571"/>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9" name="Rectangle 20">
            <a:extLst>
              <a:ext uri="{FF2B5EF4-FFF2-40B4-BE49-F238E27FC236}">
                <a16:creationId xmlns:a16="http://schemas.microsoft.com/office/drawing/2014/main" id="{485F1DFD-B6E0-4E81-9E5D-A16F629BFD95}"/>
              </a:ext>
            </a:extLst>
          </p:cNvPr>
          <p:cNvSpPr>
            <a:spLocks noChangeArrowheads="1"/>
          </p:cNvSpPr>
          <p:nvPr/>
        </p:nvSpPr>
        <p:spPr bwMode="auto">
          <a:xfrm>
            <a:off x="7177414" y="326571"/>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0" name="Rectangle 21">
            <a:extLst>
              <a:ext uri="{FF2B5EF4-FFF2-40B4-BE49-F238E27FC236}">
                <a16:creationId xmlns:a16="http://schemas.microsoft.com/office/drawing/2014/main" id="{22C892AF-FE66-492B-8360-9F3902E2D27A}"/>
              </a:ext>
            </a:extLst>
          </p:cNvPr>
          <p:cNvSpPr>
            <a:spLocks noChangeArrowheads="1"/>
          </p:cNvSpPr>
          <p:nvPr/>
        </p:nvSpPr>
        <p:spPr bwMode="auto">
          <a:xfrm>
            <a:off x="7631676" y="326571"/>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1" name="Rectangle 22">
            <a:extLst>
              <a:ext uri="{FF2B5EF4-FFF2-40B4-BE49-F238E27FC236}">
                <a16:creationId xmlns:a16="http://schemas.microsoft.com/office/drawing/2014/main" id="{BF8787BC-8DED-4E08-BA9C-0F363C018FE6}"/>
              </a:ext>
            </a:extLst>
          </p:cNvPr>
          <p:cNvSpPr>
            <a:spLocks noChangeArrowheads="1"/>
          </p:cNvSpPr>
          <p:nvPr/>
        </p:nvSpPr>
        <p:spPr bwMode="auto">
          <a:xfrm>
            <a:off x="8087109" y="326571"/>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2" name="Rectangle 23">
            <a:extLst>
              <a:ext uri="{FF2B5EF4-FFF2-40B4-BE49-F238E27FC236}">
                <a16:creationId xmlns:a16="http://schemas.microsoft.com/office/drawing/2014/main" id="{ECC6E2E7-5D4C-494A-9957-C74873D73B5C}"/>
              </a:ext>
            </a:extLst>
          </p:cNvPr>
          <p:cNvSpPr>
            <a:spLocks noChangeArrowheads="1"/>
          </p:cNvSpPr>
          <p:nvPr/>
        </p:nvSpPr>
        <p:spPr bwMode="auto">
          <a:xfrm>
            <a:off x="8541372" y="326571"/>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3" name="Rectangle 24">
            <a:extLst>
              <a:ext uri="{FF2B5EF4-FFF2-40B4-BE49-F238E27FC236}">
                <a16:creationId xmlns:a16="http://schemas.microsoft.com/office/drawing/2014/main" id="{619B2CB8-4BD4-49C4-99C7-1EDC4DE98D0E}"/>
              </a:ext>
            </a:extLst>
          </p:cNvPr>
          <p:cNvSpPr>
            <a:spLocks noChangeArrowheads="1"/>
          </p:cNvSpPr>
          <p:nvPr/>
        </p:nvSpPr>
        <p:spPr bwMode="auto">
          <a:xfrm>
            <a:off x="8996805" y="326571"/>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4" name="Rectangle 25">
            <a:extLst>
              <a:ext uri="{FF2B5EF4-FFF2-40B4-BE49-F238E27FC236}">
                <a16:creationId xmlns:a16="http://schemas.microsoft.com/office/drawing/2014/main" id="{2BD052E5-B9B7-4DDC-921A-0BA5DC53AFE7}"/>
              </a:ext>
            </a:extLst>
          </p:cNvPr>
          <p:cNvSpPr>
            <a:spLocks noChangeArrowheads="1"/>
          </p:cNvSpPr>
          <p:nvPr/>
        </p:nvSpPr>
        <p:spPr bwMode="auto">
          <a:xfrm>
            <a:off x="9451068" y="326571"/>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5" name="Rectangle 26">
            <a:extLst>
              <a:ext uri="{FF2B5EF4-FFF2-40B4-BE49-F238E27FC236}">
                <a16:creationId xmlns:a16="http://schemas.microsoft.com/office/drawing/2014/main" id="{854CCDB5-6DB3-4877-AAD4-2D60BD9045BA}"/>
              </a:ext>
            </a:extLst>
          </p:cNvPr>
          <p:cNvSpPr>
            <a:spLocks noChangeArrowheads="1"/>
          </p:cNvSpPr>
          <p:nvPr/>
        </p:nvSpPr>
        <p:spPr bwMode="auto">
          <a:xfrm>
            <a:off x="9906501" y="326571"/>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6" name="Rectangle 27">
            <a:extLst>
              <a:ext uri="{FF2B5EF4-FFF2-40B4-BE49-F238E27FC236}">
                <a16:creationId xmlns:a16="http://schemas.microsoft.com/office/drawing/2014/main" id="{E3701413-7CE4-4A3C-88EA-C6C0B42E4A34}"/>
              </a:ext>
            </a:extLst>
          </p:cNvPr>
          <p:cNvSpPr>
            <a:spLocks noChangeArrowheads="1"/>
          </p:cNvSpPr>
          <p:nvPr/>
        </p:nvSpPr>
        <p:spPr bwMode="auto">
          <a:xfrm>
            <a:off x="10360763" y="326571"/>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7" name="Rectangle 28">
            <a:extLst>
              <a:ext uri="{FF2B5EF4-FFF2-40B4-BE49-F238E27FC236}">
                <a16:creationId xmlns:a16="http://schemas.microsoft.com/office/drawing/2014/main" id="{BA36D018-6320-417B-8F9E-55683DDC96D5}"/>
              </a:ext>
            </a:extLst>
          </p:cNvPr>
          <p:cNvSpPr>
            <a:spLocks noChangeArrowheads="1"/>
          </p:cNvSpPr>
          <p:nvPr/>
        </p:nvSpPr>
        <p:spPr bwMode="auto">
          <a:xfrm>
            <a:off x="10816197" y="326571"/>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8" name="Rectangle 29">
            <a:extLst>
              <a:ext uri="{FF2B5EF4-FFF2-40B4-BE49-F238E27FC236}">
                <a16:creationId xmlns:a16="http://schemas.microsoft.com/office/drawing/2014/main" id="{2B1F5663-A83E-4D95-BDF4-EBB44F3CCC3B}"/>
              </a:ext>
            </a:extLst>
          </p:cNvPr>
          <p:cNvSpPr>
            <a:spLocks noChangeArrowheads="1"/>
          </p:cNvSpPr>
          <p:nvPr/>
        </p:nvSpPr>
        <p:spPr bwMode="auto">
          <a:xfrm>
            <a:off x="11270460" y="326571"/>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9" name="Rectangle 30">
            <a:extLst>
              <a:ext uri="{FF2B5EF4-FFF2-40B4-BE49-F238E27FC236}">
                <a16:creationId xmlns:a16="http://schemas.microsoft.com/office/drawing/2014/main" id="{462D901F-2505-492E-B20E-7B4077FF6D3B}"/>
              </a:ext>
            </a:extLst>
          </p:cNvPr>
          <p:cNvSpPr>
            <a:spLocks noChangeArrowheads="1"/>
          </p:cNvSpPr>
          <p:nvPr/>
        </p:nvSpPr>
        <p:spPr bwMode="auto">
          <a:xfrm>
            <a:off x="11725892" y="326571"/>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0" name="Rectangle 32">
            <a:extLst>
              <a:ext uri="{FF2B5EF4-FFF2-40B4-BE49-F238E27FC236}">
                <a16:creationId xmlns:a16="http://schemas.microsoft.com/office/drawing/2014/main" id="{FDEA931C-C5A4-4A39-893A-F9D600DAA120}"/>
              </a:ext>
            </a:extLst>
          </p:cNvPr>
          <p:cNvSpPr>
            <a:spLocks noChangeArrowheads="1"/>
          </p:cNvSpPr>
          <p:nvPr/>
        </p:nvSpPr>
        <p:spPr bwMode="auto">
          <a:xfrm>
            <a:off x="354110" y="834963"/>
            <a:ext cx="109992" cy="108822"/>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1" name="Rectangle 33">
            <a:extLst>
              <a:ext uri="{FF2B5EF4-FFF2-40B4-BE49-F238E27FC236}">
                <a16:creationId xmlns:a16="http://schemas.microsoft.com/office/drawing/2014/main" id="{53FAB04F-C814-4903-887C-6B8749BF4873}"/>
              </a:ext>
            </a:extLst>
          </p:cNvPr>
          <p:cNvSpPr>
            <a:spLocks noChangeArrowheads="1"/>
          </p:cNvSpPr>
          <p:nvPr/>
        </p:nvSpPr>
        <p:spPr bwMode="auto">
          <a:xfrm>
            <a:off x="809542" y="834963"/>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2" name="Rectangle 34">
            <a:extLst>
              <a:ext uri="{FF2B5EF4-FFF2-40B4-BE49-F238E27FC236}">
                <a16:creationId xmlns:a16="http://schemas.microsoft.com/office/drawing/2014/main" id="{E80BB6CA-5007-43DC-9106-9AC1FD8F5F42}"/>
              </a:ext>
            </a:extLst>
          </p:cNvPr>
          <p:cNvSpPr>
            <a:spLocks noChangeArrowheads="1"/>
          </p:cNvSpPr>
          <p:nvPr/>
        </p:nvSpPr>
        <p:spPr bwMode="auto">
          <a:xfrm>
            <a:off x="1263805" y="834963"/>
            <a:ext cx="10999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3" name="Rectangle 35">
            <a:extLst>
              <a:ext uri="{FF2B5EF4-FFF2-40B4-BE49-F238E27FC236}">
                <a16:creationId xmlns:a16="http://schemas.microsoft.com/office/drawing/2014/main" id="{3E18C2F1-101D-4393-9918-DE77B3379868}"/>
              </a:ext>
            </a:extLst>
          </p:cNvPr>
          <p:cNvSpPr>
            <a:spLocks noChangeArrowheads="1"/>
          </p:cNvSpPr>
          <p:nvPr/>
        </p:nvSpPr>
        <p:spPr bwMode="auto">
          <a:xfrm>
            <a:off x="1719239" y="834963"/>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4" name="Rectangle 36">
            <a:extLst>
              <a:ext uri="{FF2B5EF4-FFF2-40B4-BE49-F238E27FC236}">
                <a16:creationId xmlns:a16="http://schemas.microsoft.com/office/drawing/2014/main" id="{2EA02F2D-5F5D-4284-953F-D92F8BA89C8B}"/>
              </a:ext>
            </a:extLst>
          </p:cNvPr>
          <p:cNvSpPr>
            <a:spLocks noChangeArrowheads="1"/>
          </p:cNvSpPr>
          <p:nvPr/>
        </p:nvSpPr>
        <p:spPr bwMode="auto">
          <a:xfrm>
            <a:off x="2173502" y="834963"/>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5" name="Rectangle 37">
            <a:extLst>
              <a:ext uri="{FF2B5EF4-FFF2-40B4-BE49-F238E27FC236}">
                <a16:creationId xmlns:a16="http://schemas.microsoft.com/office/drawing/2014/main" id="{B5280DAC-9E73-48E4-A0C0-043ACF981C6E}"/>
              </a:ext>
            </a:extLst>
          </p:cNvPr>
          <p:cNvSpPr>
            <a:spLocks noChangeArrowheads="1"/>
          </p:cNvSpPr>
          <p:nvPr/>
        </p:nvSpPr>
        <p:spPr bwMode="auto">
          <a:xfrm>
            <a:off x="2628934" y="834963"/>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6" name="Rectangle 38">
            <a:extLst>
              <a:ext uri="{FF2B5EF4-FFF2-40B4-BE49-F238E27FC236}">
                <a16:creationId xmlns:a16="http://schemas.microsoft.com/office/drawing/2014/main" id="{60B1EDB9-9DC9-475A-BEBF-49644F4E1F95}"/>
              </a:ext>
            </a:extLst>
          </p:cNvPr>
          <p:cNvSpPr>
            <a:spLocks noChangeArrowheads="1"/>
          </p:cNvSpPr>
          <p:nvPr/>
        </p:nvSpPr>
        <p:spPr bwMode="auto">
          <a:xfrm>
            <a:off x="3083197" y="834963"/>
            <a:ext cx="10999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7" name="Rectangle 39">
            <a:extLst>
              <a:ext uri="{FF2B5EF4-FFF2-40B4-BE49-F238E27FC236}">
                <a16:creationId xmlns:a16="http://schemas.microsoft.com/office/drawing/2014/main" id="{820A7A5C-FCE4-4A98-ABAF-F0127EC77F14}"/>
              </a:ext>
            </a:extLst>
          </p:cNvPr>
          <p:cNvSpPr>
            <a:spLocks noChangeArrowheads="1"/>
          </p:cNvSpPr>
          <p:nvPr/>
        </p:nvSpPr>
        <p:spPr bwMode="auto">
          <a:xfrm>
            <a:off x="3538630" y="834963"/>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8" name="Rectangle 40">
            <a:extLst>
              <a:ext uri="{FF2B5EF4-FFF2-40B4-BE49-F238E27FC236}">
                <a16:creationId xmlns:a16="http://schemas.microsoft.com/office/drawing/2014/main" id="{7A431B81-7C7C-42A1-8E97-0E59A743EAFF}"/>
              </a:ext>
            </a:extLst>
          </p:cNvPr>
          <p:cNvSpPr>
            <a:spLocks noChangeArrowheads="1"/>
          </p:cNvSpPr>
          <p:nvPr/>
        </p:nvSpPr>
        <p:spPr bwMode="auto">
          <a:xfrm>
            <a:off x="3992893" y="834963"/>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9" name="Rectangle 41">
            <a:extLst>
              <a:ext uri="{FF2B5EF4-FFF2-40B4-BE49-F238E27FC236}">
                <a16:creationId xmlns:a16="http://schemas.microsoft.com/office/drawing/2014/main" id="{F7C18536-4714-447C-B2CD-5CCE34FE6304}"/>
              </a:ext>
            </a:extLst>
          </p:cNvPr>
          <p:cNvSpPr>
            <a:spLocks noChangeArrowheads="1"/>
          </p:cNvSpPr>
          <p:nvPr/>
        </p:nvSpPr>
        <p:spPr bwMode="auto">
          <a:xfrm>
            <a:off x="4448326" y="834963"/>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0" name="Rectangle 42">
            <a:extLst>
              <a:ext uri="{FF2B5EF4-FFF2-40B4-BE49-F238E27FC236}">
                <a16:creationId xmlns:a16="http://schemas.microsoft.com/office/drawing/2014/main" id="{A5220EB9-CFCA-4E11-B625-CBA6910EDB8D}"/>
              </a:ext>
            </a:extLst>
          </p:cNvPr>
          <p:cNvSpPr>
            <a:spLocks noChangeArrowheads="1"/>
          </p:cNvSpPr>
          <p:nvPr/>
        </p:nvSpPr>
        <p:spPr bwMode="auto">
          <a:xfrm>
            <a:off x="4902589" y="834963"/>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1" name="Rectangle 43">
            <a:extLst>
              <a:ext uri="{FF2B5EF4-FFF2-40B4-BE49-F238E27FC236}">
                <a16:creationId xmlns:a16="http://schemas.microsoft.com/office/drawing/2014/main" id="{C9AB4232-42B9-4172-8F6B-0CCF9E84F564}"/>
              </a:ext>
            </a:extLst>
          </p:cNvPr>
          <p:cNvSpPr>
            <a:spLocks noChangeArrowheads="1"/>
          </p:cNvSpPr>
          <p:nvPr/>
        </p:nvSpPr>
        <p:spPr bwMode="auto">
          <a:xfrm>
            <a:off x="5358022" y="834963"/>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2" name="Rectangle 44">
            <a:extLst>
              <a:ext uri="{FF2B5EF4-FFF2-40B4-BE49-F238E27FC236}">
                <a16:creationId xmlns:a16="http://schemas.microsoft.com/office/drawing/2014/main" id="{77D0A2B3-F2AF-45C0-BC1A-629B0AF4C017}"/>
              </a:ext>
            </a:extLst>
          </p:cNvPr>
          <p:cNvSpPr>
            <a:spLocks noChangeArrowheads="1"/>
          </p:cNvSpPr>
          <p:nvPr/>
        </p:nvSpPr>
        <p:spPr bwMode="auto">
          <a:xfrm>
            <a:off x="5812285" y="834963"/>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3" name="Rectangle 45">
            <a:extLst>
              <a:ext uri="{FF2B5EF4-FFF2-40B4-BE49-F238E27FC236}">
                <a16:creationId xmlns:a16="http://schemas.microsoft.com/office/drawing/2014/main" id="{C2A2BCF5-ACB6-4194-9DE7-BE45865F0651}"/>
              </a:ext>
            </a:extLst>
          </p:cNvPr>
          <p:cNvSpPr>
            <a:spLocks noChangeArrowheads="1"/>
          </p:cNvSpPr>
          <p:nvPr/>
        </p:nvSpPr>
        <p:spPr bwMode="auto">
          <a:xfrm>
            <a:off x="6267717" y="834963"/>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4" name="Rectangle 46">
            <a:extLst>
              <a:ext uri="{FF2B5EF4-FFF2-40B4-BE49-F238E27FC236}">
                <a16:creationId xmlns:a16="http://schemas.microsoft.com/office/drawing/2014/main" id="{E5AE97FB-206B-4E16-BB3C-161246A67640}"/>
              </a:ext>
            </a:extLst>
          </p:cNvPr>
          <p:cNvSpPr>
            <a:spLocks noChangeArrowheads="1"/>
          </p:cNvSpPr>
          <p:nvPr/>
        </p:nvSpPr>
        <p:spPr bwMode="auto">
          <a:xfrm>
            <a:off x="6721980" y="834963"/>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5" name="Rectangle 47">
            <a:extLst>
              <a:ext uri="{FF2B5EF4-FFF2-40B4-BE49-F238E27FC236}">
                <a16:creationId xmlns:a16="http://schemas.microsoft.com/office/drawing/2014/main" id="{E2148554-6A62-41A8-B70A-3265589BB172}"/>
              </a:ext>
            </a:extLst>
          </p:cNvPr>
          <p:cNvSpPr>
            <a:spLocks noChangeArrowheads="1"/>
          </p:cNvSpPr>
          <p:nvPr/>
        </p:nvSpPr>
        <p:spPr bwMode="auto">
          <a:xfrm>
            <a:off x="7177414" y="834963"/>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6" name="Rectangle 48">
            <a:extLst>
              <a:ext uri="{FF2B5EF4-FFF2-40B4-BE49-F238E27FC236}">
                <a16:creationId xmlns:a16="http://schemas.microsoft.com/office/drawing/2014/main" id="{1F2DBB84-56F7-4574-B1C3-59A49824B840}"/>
              </a:ext>
            </a:extLst>
          </p:cNvPr>
          <p:cNvSpPr>
            <a:spLocks noChangeArrowheads="1"/>
          </p:cNvSpPr>
          <p:nvPr/>
        </p:nvSpPr>
        <p:spPr bwMode="auto">
          <a:xfrm>
            <a:off x="7631676" y="834963"/>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7" name="Rectangle 49">
            <a:extLst>
              <a:ext uri="{FF2B5EF4-FFF2-40B4-BE49-F238E27FC236}">
                <a16:creationId xmlns:a16="http://schemas.microsoft.com/office/drawing/2014/main" id="{3803743A-8621-4AD5-9BEE-D1FBC8D62207}"/>
              </a:ext>
            </a:extLst>
          </p:cNvPr>
          <p:cNvSpPr>
            <a:spLocks noChangeArrowheads="1"/>
          </p:cNvSpPr>
          <p:nvPr/>
        </p:nvSpPr>
        <p:spPr bwMode="auto">
          <a:xfrm>
            <a:off x="8087109" y="834963"/>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8" name="Rectangle 50">
            <a:extLst>
              <a:ext uri="{FF2B5EF4-FFF2-40B4-BE49-F238E27FC236}">
                <a16:creationId xmlns:a16="http://schemas.microsoft.com/office/drawing/2014/main" id="{2940D20D-CE5D-4F7F-87D5-4081213E1F25}"/>
              </a:ext>
            </a:extLst>
          </p:cNvPr>
          <p:cNvSpPr>
            <a:spLocks noChangeArrowheads="1"/>
          </p:cNvSpPr>
          <p:nvPr/>
        </p:nvSpPr>
        <p:spPr bwMode="auto">
          <a:xfrm>
            <a:off x="8541372" y="834963"/>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9" name="Rectangle 51">
            <a:extLst>
              <a:ext uri="{FF2B5EF4-FFF2-40B4-BE49-F238E27FC236}">
                <a16:creationId xmlns:a16="http://schemas.microsoft.com/office/drawing/2014/main" id="{F24365F1-8EF6-4443-AB20-203041B14D4A}"/>
              </a:ext>
            </a:extLst>
          </p:cNvPr>
          <p:cNvSpPr>
            <a:spLocks noChangeArrowheads="1"/>
          </p:cNvSpPr>
          <p:nvPr/>
        </p:nvSpPr>
        <p:spPr bwMode="auto">
          <a:xfrm>
            <a:off x="8996805" y="834963"/>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0" name="Rectangle 52">
            <a:extLst>
              <a:ext uri="{FF2B5EF4-FFF2-40B4-BE49-F238E27FC236}">
                <a16:creationId xmlns:a16="http://schemas.microsoft.com/office/drawing/2014/main" id="{43BD6223-42F5-4EA4-BED3-40CDDED810F2}"/>
              </a:ext>
            </a:extLst>
          </p:cNvPr>
          <p:cNvSpPr>
            <a:spLocks noChangeArrowheads="1"/>
          </p:cNvSpPr>
          <p:nvPr/>
        </p:nvSpPr>
        <p:spPr bwMode="auto">
          <a:xfrm>
            <a:off x="9451068" y="834963"/>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1" name="Rectangle 53">
            <a:extLst>
              <a:ext uri="{FF2B5EF4-FFF2-40B4-BE49-F238E27FC236}">
                <a16:creationId xmlns:a16="http://schemas.microsoft.com/office/drawing/2014/main" id="{C44C46DF-3231-4732-836F-60E5D9F31465}"/>
              </a:ext>
            </a:extLst>
          </p:cNvPr>
          <p:cNvSpPr>
            <a:spLocks noChangeArrowheads="1"/>
          </p:cNvSpPr>
          <p:nvPr/>
        </p:nvSpPr>
        <p:spPr bwMode="auto">
          <a:xfrm>
            <a:off x="9906501" y="834963"/>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2" name="Rectangle 54">
            <a:extLst>
              <a:ext uri="{FF2B5EF4-FFF2-40B4-BE49-F238E27FC236}">
                <a16:creationId xmlns:a16="http://schemas.microsoft.com/office/drawing/2014/main" id="{19478349-0B6B-45A3-A8D0-F9FFADAB4607}"/>
              </a:ext>
            </a:extLst>
          </p:cNvPr>
          <p:cNvSpPr>
            <a:spLocks noChangeArrowheads="1"/>
          </p:cNvSpPr>
          <p:nvPr/>
        </p:nvSpPr>
        <p:spPr bwMode="auto">
          <a:xfrm>
            <a:off x="10360763" y="834963"/>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3" name="Rectangle 55">
            <a:extLst>
              <a:ext uri="{FF2B5EF4-FFF2-40B4-BE49-F238E27FC236}">
                <a16:creationId xmlns:a16="http://schemas.microsoft.com/office/drawing/2014/main" id="{AECC5927-A5DD-4BD3-91EB-7B58FC036A0F}"/>
              </a:ext>
            </a:extLst>
          </p:cNvPr>
          <p:cNvSpPr>
            <a:spLocks noChangeArrowheads="1"/>
          </p:cNvSpPr>
          <p:nvPr/>
        </p:nvSpPr>
        <p:spPr bwMode="auto">
          <a:xfrm>
            <a:off x="10816197" y="834963"/>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4" name="Rectangle 56">
            <a:extLst>
              <a:ext uri="{FF2B5EF4-FFF2-40B4-BE49-F238E27FC236}">
                <a16:creationId xmlns:a16="http://schemas.microsoft.com/office/drawing/2014/main" id="{2592B56B-0EE5-44E3-8D4E-C331547A46D6}"/>
              </a:ext>
            </a:extLst>
          </p:cNvPr>
          <p:cNvSpPr>
            <a:spLocks noChangeArrowheads="1"/>
          </p:cNvSpPr>
          <p:nvPr/>
        </p:nvSpPr>
        <p:spPr bwMode="auto">
          <a:xfrm>
            <a:off x="11270460" y="834963"/>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5" name="Rectangle 57">
            <a:extLst>
              <a:ext uri="{FF2B5EF4-FFF2-40B4-BE49-F238E27FC236}">
                <a16:creationId xmlns:a16="http://schemas.microsoft.com/office/drawing/2014/main" id="{E5B2E8AF-A971-4061-B059-E39A6A85852A}"/>
              </a:ext>
            </a:extLst>
          </p:cNvPr>
          <p:cNvSpPr>
            <a:spLocks noChangeArrowheads="1"/>
          </p:cNvSpPr>
          <p:nvPr/>
        </p:nvSpPr>
        <p:spPr bwMode="auto">
          <a:xfrm>
            <a:off x="11725892" y="834963"/>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6" name="Rectangle 59">
            <a:extLst>
              <a:ext uri="{FF2B5EF4-FFF2-40B4-BE49-F238E27FC236}">
                <a16:creationId xmlns:a16="http://schemas.microsoft.com/office/drawing/2014/main" id="{63258960-6D1D-4D67-AFE7-6C7417FA7977}"/>
              </a:ext>
            </a:extLst>
          </p:cNvPr>
          <p:cNvSpPr>
            <a:spLocks noChangeArrowheads="1"/>
          </p:cNvSpPr>
          <p:nvPr/>
        </p:nvSpPr>
        <p:spPr bwMode="auto">
          <a:xfrm>
            <a:off x="354110" y="1342187"/>
            <a:ext cx="10999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7" name="Rectangle 60">
            <a:extLst>
              <a:ext uri="{FF2B5EF4-FFF2-40B4-BE49-F238E27FC236}">
                <a16:creationId xmlns:a16="http://schemas.microsoft.com/office/drawing/2014/main" id="{CF3B53C2-CA07-4D06-8438-0D7F9828ABAE}"/>
              </a:ext>
            </a:extLst>
          </p:cNvPr>
          <p:cNvSpPr>
            <a:spLocks noChangeArrowheads="1"/>
          </p:cNvSpPr>
          <p:nvPr/>
        </p:nvSpPr>
        <p:spPr bwMode="auto">
          <a:xfrm>
            <a:off x="809542" y="1342187"/>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8" name="Rectangle 61">
            <a:extLst>
              <a:ext uri="{FF2B5EF4-FFF2-40B4-BE49-F238E27FC236}">
                <a16:creationId xmlns:a16="http://schemas.microsoft.com/office/drawing/2014/main" id="{D0868746-D1A0-47AC-9F34-0192B3B37043}"/>
              </a:ext>
            </a:extLst>
          </p:cNvPr>
          <p:cNvSpPr>
            <a:spLocks noChangeArrowheads="1"/>
          </p:cNvSpPr>
          <p:nvPr/>
        </p:nvSpPr>
        <p:spPr bwMode="auto">
          <a:xfrm>
            <a:off x="1263805" y="13421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9" name="Rectangle 62">
            <a:extLst>
              <a:ext uri="{FF2B5EF4-FFF2-40B4-BE49-F238E27FC236}">
                <a16:creationId xmlns:a16="http://schemas.microsoft.com/office/drawing/2014/main" id="{009DD5A6-ADDF-48C9-BC16-9426AEC40A6B}"/>
              </a:ext>
            </a:extLst>
          </p:cNvPr>
          <p:cNvSpPr>
            <a:spLocks noChangeArrowheads="1"/>
          </p:cNvSpPr>
          <p:nvPr/>
        </p:nvSpPr>
        <p:spPr bwMode="auto">
          <a:xfrm>
            <a:off x="1719239" y="1342187"/>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0" name="Rectangle 63">
            <a:extLst>
              <a:ext uri="{FF2B5EF4-FFF2-40B4-BE49-F238E27FC236}">
                <a16:creationId xmlns:a16="http://schemas.microsoft.com/office/drawing/2014/main" id="{2285F7C8-078E-440F-95B4-A367E03BE7E4}"/>
              </a:ext>
            </a:extLst>
          </p:cNvPr>
          <p:cNvSpPr>
            <a:spLocks noChangeArrowheads="1"/>
          </p:cNvSpPr>
          <p:nvPr/>
        </p:nvSpPr>
        <p:spPr bwMode="auto">
          <a:xfrm>
            <a:off x="2173502" y="13421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1" name="Rectangle 64">
            <a:extLst>
              <a:ext uri="{FF2B5EF4-FFF2-40B4-BE49-F238E27FC236}">
                <a16:creationId xmlns:a16="http://schemas.microsoft.com/office/drawing/2014/main" id="{26CCF678-B825-4A9D-AF59-68723A33343A}"/>
              </a:ext>
            </a:extLst>
          </p:cNvPr>
          <p:cNvSpPr>
            <a:spLocks noChangeArrowheads="1"/>
          </p:cNvSpPr>
          <p:nvPr/>
        </p:nvSpPr>
        <p:spPr bwMode="auto">
          <a:xfrm>
            <a:off x="2628934" y="13421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2" name="Rectangle 65">
            <a:extLst>
              <a:ext uri="{FF2B5EF4-FFF2-40B4-BE49-F238E27FC236}">
                <a16:creationId xmlns:a16="http://schemas.microsoft.com/office/drawing/2014/main" id="{ECE3A29D-36C2-447D-BAC8-F721C873D213}"/>
              </a:ext>
            </a:extLst>
          </p:cNvPr>
          <p:cNvSpPr>
            <a:spLocks noChangeArrowheads="1"/>
          </p:cNvSpPr>
          <p:nvPr/>
        </p:nvSpPr>
        <p:spPr bwMode="auto">
          <a:xfrm>
            <a:off x="3083197" y="13421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3" name="Rectangle 66">
            <a:extLst>
              <a:ext uri="{FF2B5EF4-FFF2-40B4-BE49-F238E27FC236}">
                <a16:creationId xmlns:a16="http://schemas.microsoft.com/office/drawing/2014/main" id="{3EAFBB34-6EA0-4152-8AD7-5299E7456621}"/>
              </a:ext>
            </a:extLst>
          </p:cNvPr>
          <p:cNvSpPr>
            <a:spLocks noChangeArrowheads="1"/>
          </p:cNvSpPr>
          <p:nvPr/>
        </p:nvSpPr>
        <p:spPr bwMode="auto">
          <a:xfrm>
            <a:off x="3538630" y="13421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4" name="Rectangle 67">
            <a:extLst>
              <a:ext uri="{FF2B5EF4-FFF2-40B4-BE49-F238E27FC236}">
                <a16:creationId xmlns:a16="http://schemas.microsoft.com/office/drawing/2014/main" id="{2F86D70C-2640-4E78-9AC8-499F31B082EF}"/>
              </a:ext>
            </a:extLst>
          </p:cNvPr>
          <p:cNvSpPr>
            <a:spLocks noChangeArrowheads="1"/>
          </p:cNvSpPr>
          <p:nvPr/>
        </p:nvSpPr>
        <p:spPr bwMode="auto">
          <a:xfrm>
            <a:off x="3992893" y="13421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5" name="Rectangle 68">
            <a:extLst>
              <a:ext uri="{FF2B5EF4-FFF2-40B4-BE49-F238E27FC236}">
                <a16:creationId xmlns:a16="http://schemas.microsoft.com/office/drawing/2014/main" id="{A275C0EA-73CC-4699-B3C9-4A3708797370}"/>
              </a:ext>
            </a:extLst>
          </p:cNvPr>
          <p:cNvSpPr>
            <a:spLocks noChangeArrowheads="1"/>
          </p:cNvSpPr>
          <p:nvPr/>
        </p:nvSpPr>
        <p:spPr bwMode="auto">
          <a:xfrm>
            <a:off x="4448326" y="13421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6" name="Rectangle 69">
            <a:extLst>
              <a:ext uri="{FF2B5EF4-FFF2-40B4-BE49-F238E27FC236}">
                <a16:creationId xmlns:a16="http://schemas.microsoft.com/office/drawing/2014/main" id="{F86BBF02-3C76-4314-A0E0-F7356FA340F1}"/>
              </a:ext>
            </a:extLst>
          </p:cNvPr>
          <p:cNvSpPr>
            <a:spLocks noChangeArrowheads="1"/>
          </p:cNvSpPr>
          <p:nvPr/>
        </p:nvSpPr>
        <p:spPr bwMode="auto">
          <a:xfrm>
            <a:off x="4902589" y="13421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7" name="Rectangle 70">
            <a:extLst>
              <a:ext uri="{FF2B5EF4-FFF2-40B4-BE49-F238E27FC236}">
                <a16:creationId xmlns:a16="http://schemas.microsoft.com/office/drawing/2014/main" id="{F2323DB0-CBBB-4827-9FCF-88B352492E24}"/>
              </a:ext>
            </a:extLst>
          </p:cNvPr>
          <p:cNvSpPr>
            <a:spLocks noChangeArrowheads="1"/>
          </p:cNvSpPr>
          <p:nvPr/>
        </p:nvSpPr>
        <p:spPr bwMode="auto">
          <a:xfrm>
            <a:off x="5358022" y="13421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8" name="Rectangle 71">
            <a:extLst>
              <a:ext uri="{FF2B5EF4-FFF2-40B4-BE49-F238E27FC236}">
                <a16:creationId xmlns:a16="http://schemas.microsoft.com/office/drawing/2014/main" id="{6C55D080-856F-44CE-A0EC-C7625E2A2D45}"/>
              </a:ext>
            </a:extLst>
          </p:cNvPr>
          <p:cNvSpPr>
            <a:spLocks noChangeArrowheads="1"/>
          </p:cNvSpPr>
          <p:nvPr/>
        </p:nvSpPr>
        <p:spPr bwMode="auto">
          <a:xfrm>
            <a:off x="5812285" y="13421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9" name="Rectangle 72">
            <a:extLst>
              <a:ext uri="{FF2B5EF4-FFF2-40B4-BE49-F238E27FC236}">
                <a16:creationId xmlns:a16="http://schemas.microsoft.com/office/drawing/2014/main" id="{8BF6FDB3-DFE2-48BE-8E96-9C26D4FD9092}"/>
              </a:ext>
            </a:extLst>
          </p:cNvPr>
          <p:cNvSpPr>
            <a:spLocks noChangeArrowheads="1"/>
          </p:cNvSpPr>
          <p:nvPr/>
        </p:nvSpPr>
        <p:spPr bwMode="auto">
          <a:xfrm>
            <a:off x="6267717" y="13421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0" name="Rectangle 73">
            <a:extLst>
              <a:ext uri="{FF2B5EF4-FFF2-40B4-BE49-F238E27FC236}">
                <a16:creationId xmlns:a16="http://schemas.microsoft.com/office/drawing/2014/main" id="{D430B815-9711-421A-B4EE-DC1E51BD09E7}"/>
              </a:ext>
            </a:extLst>
          </p:cNvPr>
          <p:cNvSpPr>
            <a:spLocks noChangeArrowheads="1"/>
          </p:cNvSpPr>
          <p:nvPr/>
        </p:nvSpPr>
        <p:spPr bwMode="auto">
          <a:xfrm>
            <a:off x="6721980" y="13421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1" name="Rectangle 74">
            <a:extLst>
              <a:ext uri="{FF2B5EF4-FFF2-40B4-BE49-F238E27FC236}">
                <a16:creationId xmlns:a16="http://schemas.microsoft.com/office/drawing/2014/main" id="{B8A5CB15-B1A9-4CE5-AD04-579255B67651}"/>
              </a:ext>
            </a:extLst>
          </p:cNvPr>
          <p:cNvSpPr>
            <a:spLocks noChangeArrowheads="1"/>
          </p:cNvSpPr>
          <p:nvPr/>
        </p:nvSpPr>
        <p:spPr bwMode="auto">
          <a:xfrm>
            <a:off x="7177414" y="13421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2" name="Rectangle 75">
            <a:extLst>
              <a:ext uri="{FF2B5EF4-FFF2-40B4-BE49-F238E27FC236}">
                <a16:creationId xmlns:a16="http://schemas.microsoft.com/office/drawing/2014/main" id="{6F6AC38A-D3A1-44B2-8398-DA177502859A}"/>
              </a:ext>
            </a:extLst>
          </p:cNvPr>
          <p:cNvSpPr>
            <a:spLocks noChangeArrowheads="1"/>
          </p:cNvSpPr>
          <p:nvPr/>
        </p:nvSpPr>
        <p:spPr bwMode="auto">
          <a:xfrm>
            <a:off x="7631676" y="13421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3" name="Rectangle 76">
            <a:extLst>
              <a:ext uri="{FF2B5EF4-FFF2-40B4-BE49-F238E27FC236}">
                <a16:creationId xmlns:a16="http://schemas.microsoft.com/office/drawing/2014/main" id="{6A4C12CD-07BF-46EB-AC44-6B119866CF4B}"/>
              </a:ext>
            </a:extLst>
          </p:cNvPr>
          <p:cNvSpPr>
            <a:spLocks noChangeArrowheads="1"/>
          </p:cNvSpPr>
          <p:nvPr/>
        </p:nvSpPr>
        <p:spPr bwMode="auto">
          <a:xfrm>
            <a:off x="8087109" y="13421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4" name="Rectangle 77">
            <a:extLst>
              <a:ext uri="{FF2B5EF4-FFF2-40B4-BE49-F238E27FC236}">
                <a16:creationId xmlns:a16="http://schemas.microsoft.com/office/drawing/2014/main" id="{5C4A1230-B968-451A-B024-8739FD0C1F93}"/>
              </a:ext>
            </a:extLst>
          </p:cNvPr>
          <p:cNvSpPr>
            <a:spLocks noChangeArrowheads="1"/>
          </p:cNvSpPr>
          <p:nvPr/>
        </p:nvSpPr>
        <p:spPr bwMode="auto">
          <a:xfrm>
            <a:off x="8541372" y="13421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5" name="Rectangle 78">
            <a:extLst>
              <a:ext uri="{FF2B5EF4-FFF2-40B4-BE49-F238E27FC236}">
                <a16:creationId xmlns:a16="http://schemas.microsoft.com/office/drawing/2014/main" id="{D75AC3CE-9734-481C-9D3F-2AF13116EE55}"/>
              </a:ext>
            </a:extLst>
          </p:cNvPr>
          <p:cNvSpPr>
            <a:spLocks noChangeArrowheads="1"/>
          </p:cNvSpPr>
          <p:nvPr/>
        </p:nvSpPr>
        <p:spPr bwMode="auto">
          <a:xfrm>
            <a:off x="8996805" y="13421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6" name="Rectangle 79">
            <a:extLst>
              <a:ext uri="{FF2B5EF4-FFF2-40B4-BE49-F238E27FC236}">
                <a16:creationId xmlns:a16="http://schemas.microsoft.com/office/drawing/2014/main" id="{69A12AE9-4D1E-4F86-ABCC-DC9AA3068AA9}"/>
              </a:ext>
            </a:extLst>
          </p:cNvPr>
          <p:cNvSpPr>
            <a:spLocks noChangeArrowheads="1"/>
          </p:cNvSpPr>
          <p:nvPr/>
        </p:nvSpPr>
        <p:spPr bwMode="auto">
          <a:xfrm>
            <a:off x="9451068" y="13421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7" name="Rectangle 80">
            <a:extLst>
              <a:ext uri="{FF2B5EF4-FFF2-40B4-BE49-F238E27FC236}">
                <a16:creationId xmlns:a16="http://schemas.microsoft.com/office/drawing/2014/main" id="{30C6E2D2-A01B-4BF9-9EAF-4F62A9AF7214}"/>
              </a:ext>
            </a:extLst>
          </p:cNvPr>
          <p:cNvSpPr>
            <a:spLocks noChangeArrowheads="1"/>
          </p:cNvSpPr>
          <p:nvPr/>
        </p:nvSpPr>
        <p:spPr bwMode="auto">
          <a:xfrm>
            <a:off x="9906501" y="13421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8" name="Rectangle 81">
            <a:extLst>
              <a:ext uri="{FF2B5EF4-FFF2-40B4-BE49-F238E27FC236}">
                <a16:creationId xmlns:a16="http://schemas.microsoft.com/office/drawing/2014/main" id="{C9F10DE1-A75B-4DA6-AACE-23581D8E642C}"/>
              </a:ext>
            </a:extLst>
          </p:cNvPr>
          <p:cNvSpPr>
            <a:spLocks noChangeArrowheads="1"/>
          </p:cNvSpPr>
          <p:nvPr/>
        </p:nvSpPr>
        <p:spPr bwMode="auto">
          <a:xfrm>
            <a:off x="10360763" y="13421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9" name="Rectangle 82">
            <a:extLst>
              <a:ext uri="{FF2B5EF4-FFF2-40B4-BE49-F238E27FC236}">
                <a16:creationId xmlns:a16="http://schemas.microsoft.com/office/drawing/2014/main" id="{0A775802-DD96-46A9-9F60-3C0D0736E331}"/>
              </a:ext>
            </a:extLst>
          </p:cNvPr>
          <p:cNvSpPr>
            <a:spLocks noChangeArrowheads="1"/>
          </p:cNvSpPr>
          <p:nvPr/>
        </p:nvSpPr>
        <p:spPr bwMode="auto">
          <a:xfrm>
            <a:off x="10816197" y="13421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0" name="Rectangle 83">
            <a:extLst>
              <a:ext uri="{FF2B5EF4-FFF2-40B4-BE49-F238E27FC236}">
                <a16:creationId xmlns:a16="http://schemas.microsoft.com/office/drawing/2014/main" id="{D665EA6F-14AA-4648-AB60-F7117F986461}"/>
              </a:ext>
            </a:extLst>
          </p:cNvPr>
          <p:cNvSpPr>
            <a:spLocks noChangeArrowheads="1"/>
          </p:cNvSpPr>
          <p:nvPr/>
        </p:nvSpPr>
        <p:spPr bwMode="auto">
          <a:xfrm>
            <a:off x="11270460" y="13421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1" name="Rectangle 84">
            <a:extLst>
              <a:ext uri="{FF2B5EF4-FFF2-40B4-BE49-F238E27FC236}">
                <a16:creationId xmlns:a16="http://schemas.microsoft.com/office/drawing/2014/main" id="{ACB843B8-638E-4047-9D91-8223083C0D1C}"/>
              </a:ext>
            </a:extLst>
          </p:cNvPr>
          <p:cNvSpPr>
            <a:spLocks noChangeArrowheads="1"/>
          </p:cNvSpPr>
          <p:nvPr/>
        </p:nvSpPr>
        <p:spPr bwMode="auto">
          <a:xfrm>
            <a:off x="11725892" y="13421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2" name="Rectangle 86">
            <a:extLst>
              <a:ext uri="{FF2B5EF4-FFF2-40B4-BE49-F238E27FC236}">
                <a16:creationId xmlns:a16="http://schemas.microsoft.com/office/drawing/2014/main" id="{B7163B2C-02BA-42E9-BFC1-6A12FD59E5B3}"/>
              </a:ext>
            </a:extLst>
          </p:cNvPr>
          <p:cNvSpPr>
            <a:spLocks noChangeArrowheads="1"/>
          </p:cNvSpPr>
          <p:nvPr/>
        </p:nvSpPr>
        <p:spPr bwMode="auto">
          <a:xfrm>
            <a:off x="354110" y="1850579"/>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3" name="Rectangle 87">
            <a:extLst>
              <a:ext uri="{FF2B5EF4-FFF2-40B4-BE49-F238E27FC236}">
                <a16:creationId xmlns:a16="http://schemas.microsoft.com/office/drawing/2014/main" id="{0B2288ED-33E4-4DE9-A750-24B68416FDD7}"/>
              </a:ext>
            </a:extLst>
          </p:cNvPr>
          <p:cNvSpPr>
            <a:spLocks noChangeArrowheads="1"/>
          </p:cNvSpPr>
          <p:nvPr/>
        </p:nvSpPr>
        <p:spPr bwMode="auto">
          <a:xfrm>
            <a:off x="809542" y="1850579"/>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4" name="Rectangle 88">
            <a:extLst>
              <a:ext uri="{FF2B5EF4-FFF2-40B4-BE49-F238E27FC236}">
                <a16:creationId xmlns:a16="http://schemas.microsoft.com/office/drawing/2014/main" id="{69096790-3EDA-447C-B893-B58EB23115A1}"/>
              </a:ext>
            </a:extLst>
          </p:cNvPr>
          <p:cNvSpPr>
            <a:spLocks noChangeArrowheads="1"/>
          </p:cNvSpPr>
          <p:nvPr/>
        </p:nvSpPr>
        <p:spPr bwMode="auto">
          <a:xfrm>
            <a:off x="1263805" y="1850579"/>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5" name="Rectangle 89">
            <a:extLst>
              <a:ext uri="{FF2B5EF4-FFF2-40B4-BE49-F238E27FC236}">
                <a16:creationId xmlns:a16="http://schemas.microsoft.com/office/drawing/2014/main" id="{CE854A02-0132-4C04-ADC5-9E062CF231BE}"/>
              </a:ext>
            </a:extLst>
          </p:cNvPr>
          <p:cNvSpPr>
            <a:spLocks noChangeArrowheads="1"/>
          </p:cNvSpPr>
          <p:nvPr/>
        </p:nvSpPr>
        <p:spPr bwMode="auto">
          <a:xfrm>
            <a:off x="1719239" y="1850579"/>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6" name="Rectangle 90">
            <a:extLst>
              <a:ext uri="{FF2B5EF4-FFF2-40B4-BE49-F238E27FC236}">
                <a16:creationId xmlns:a16="http://schemas.microsoft.com/office/drawing/2014/main" id="{E95D99AF-99D5-475B-AE63-90F7E8CC67AF}"/>
              </a:ext>
            </a:extLst>
          </p:cNvPr>
          <p:cNvSpPr>
            <a:spLocks noChangeArrowheads="1"/>
          </p:cNvSpPr>
          <p:nvPr/>
        </p:nvSpPr>
        <p:spPr bwMode="auto">
          <a:xfrm>
            <a:off x="2173502" y="1850579"/>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7" name="Rectangle 91">
            <a:extLst>
              <a:ext uri="{FF2B5EF4-FFF2-40B4-BE49-F238E27FC236}">
                <a16:creationId xmlns:a16="http://schemas.microsoft.com/office/drawing/2014/main" id="{A34BE509-D4BA-40A3-A4CD-3DF07B9E19D0}"/>
              </a:ext>
            </a:extLst>
          </p:cNvPr>
          <p:cNvSpPr>
            <a:spLocks noChangeArrowheads="1"/>
          </p:cNvSpPr>
          <p:nvPr/>
        </p:nvSpPr>
        <p:spPr bwMode="auto">
          <a:xfrm>
            <a:off x="2628934" y="1850579"/>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8" name="Rectangle 92">
            <a:extLst>
              <a:ext uri="{FF2B5EF4-FFF2-40B4-BE49-F238E27FC236}">
                <a16:creationId xmlns:a16="http://schemas.microsoft.com/office/drawing/2014/main" id="{A37FB970-0E25-4676-BC34-1A82728AF1D7}"/>
              </a:ext>
            </a:extLst>
          </p:cNvPr>
          <p:cNvSpPr>
            <a:spLocks noChangeArrowheads="1"/>
          </p:cNvSpPr>
          <p:nvPr/>
        </p:nvSpPr>
        <p:spPr bwMode="auto">
          <a:xfrm>
            <a:off x="3083197" y="1850579"/>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9" name="Rectangle 105">
            <a:extLst>
              <a:ext uri="{FF2B5EF4-FFF2-40B4-BE49-F238E27FC236}">
                <a16:creationId xmlns:a16="http://schemas.microsoft.com/office/drawing/2014/main" id="{970F9FCF-AA68-4E8F-8EA5-AAC4C5810EAB}"/>
              </a:ext>
            </a:extLst>
          </p:cNvPr>
          <p:cNvSpPr>
            <a:spLocks noChangeArrowheads="1"/>
          </p:cNvSpPr>
          <p:nvPr/>
        </p:nvSpPr>
        <p:spPr bwMode="auto">
          <a:xfrm>
            <a:off x="8996805" y="1850579"/>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0" name="Rectangle 106">
            <a:extLst>
              <a:ext uri="{FF2B5EF4-FFF2-40B4-BE49-F238E27FC236}">
                <a16:creationId xmlns:a16="http://schemas.microsoft.com/office/drawing/2014/main" id="{9D296959-779A-4776-ABF7-2FF2A73C81D2}"/>
              </a:ext>
            </a:extLst>
          </p:cNvPr>
          <p:cNvSpPr>
            <a:spLocks noChangeArrowheads="1"/>
          </p:cNvSpPr>
          <p:nvPr/>
        </p:nvSpPr>
        <p:spPr bwMode="auto">
          <a:xfrm>
            <a:off x="9451068" y="1850579"/>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1" name="Rectangle 107">
            <a:extLst>
              <a:ext uri="{FF2B5EF4-FFF2-40B4-BE49-F238E27FC236}">
                <a16:creationId xmlns:a16="http://schemas.microsoft.com/office/drawing/2014/main" id="{59855A4C-2548-423F-B57F-42922BC9B572}"/>
              </a:ext>
            </a:extLst>
          </p:cNvPr>
          <p:cNvSpPr>
            <a:spLocks noChangeArrowheads="1"/>
          </p:cNvSpPr>
          <p:nvPr/>
        </p:nvSpPr>
        <p:spPr bwMode="auto">
          <a:xfrm>
            <a:off x="9906501" y="1850579"/>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2" name="Rectangle 108">
            <a:extLst>
              <a:ext uri="{FF2B5EF4-FFF2-40B4-BE49-F238E27FC236}">
                <a16:creationId xmlns:a16="http://schemas.microsoft.com/office/drawing/2014/main" id="{54509127-BDD5-48E1-BE65-947CAC6B0439}"/>
              </a:ext>
            </a:extLst>
          </p:cNvPr>
          <p:cNvSpPr>
            <a:spLocks noChangeArrowheads="1"/>
          </p:cNvSpPr>
          <p:nvPr/>
        </p:nvSpPr>
        <p:spPr bwMode="auto">
          <a:xfrm>
            <a:off x="10360763" y="1850579"/>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3" name="Rectangle 109">
            <a:extLst>
              <a:ext uri="{FF2B5EF4-FFF2-40B4-BE49-F238E27FC236}">
                <a16:creationId xmlns:a16="http://schemas.microsoft.com/office/drawing/2014/main" id="{58C13B87-F971-4720-889B-EE6DE93E6B49}"/>
              </a:ext>
            </a:extLst>
          </p:cNvPr>
          <p:cNvSpPr>
            <a:spLocks noChangeArrowheads="1"/>
          </p:cNvSpPr>
          <p:nvPr/>
        </p:nvSpPr>
        <p:spPr bwMode="auto">
          <a:xfrm>
            <a:off x="10816197" y="1850579"/>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4" name="Rectangle 110">
            <a:extLst>
              <a:ext uri="{FF2B5EF4-FFF2-40B4-BE49-F238E27FC236}">
                <a16:creationId xmlns:a16="http://schemas.microsoft.com/office/drawing/2014/main" id="{681AD0E1-0BA7-4208-8DF7-EAB9E75AECF0}"/>
              </a:ext>
            </a:extLst>
          </p:cNvPr>
          <p:cNvSpPr>
            <a:spLocks noChangeArrowheads="1"/>
          </p:cNvSpPr>
          <p:nvPr/>
        </p:nvSpPr>
        <p:spPr bwMode="auto">
          <a:xfrm>
            <a:off x="11270460" y="1850579"/>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5" name="Rectangle 111">
            <a:extLst>
              <a:ext uri="{FF2B5EF4-FFF2-40B4-BE49-F238E27FC236}">
                <a16:creationId xmlns:a16="http://schemas.microsoft.com/office/drawing/2014/main" id="{FCBB3D30-B78E-44FC-8174-C95F9A1641DF}"/>
              </a:ext>
            </a:extLst>
          </p:cNvPr>
          <p:cNvSpPr>
            <a:spLocks noChangeArrowheads="1"/>
          </p:cNvSpPr>
          <p:nvPr/>
        </p:nvSpPr>
        <p:spPr bwMode="auto">
          <a:xfrm>
            <a:off x="11725892" y="1850579"/>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6" name="Rectangle 113">
            <a:extLst>
              <a:ext uri="{FF2B5EF4-FFF2-40B4-BE49-F238E27FC236}">
                <a16:creationId xmlns:a16="http://schemas.microsoft.com/office/drawing/2014/main" id="{699FABD8-D290-42AB-87FC-C9A58ADC7A0F}"/>
              </a:ext>
            </a:extLst>
          </p:cNvPr>
          <p:cNvSpPr>
            <a:spLocks noChangeArrowheads="1"/>
          </p:cNvSpPr>
          <p:nvPr/>
        </p:nvSpPr>
        <p:spPr bwMode="auto">
          <a:xfrm>
            <a:off x="354110" y="2358971"/>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7" name="Rectangle 114">
            <a:extLst>
              <a:ext uri="{FF2B5EF4-FFF2-40B4-BE49-F238E27FC236}">
                <a16:creationId xmlns:a16="http://schemas.microsoft.com/office/drawing/2014/main" id="{0B4D148D-F129-4DB7-88C2-471CB37E2DFF}"/>
              </a:ext>
            </a:extLst>
          </p:cNvPr>
          <p:cNvSpPr>
            <a:spLocks noChangeArrowheads="1"/>
          </p:cNvSpPr>
          <p:nvPr/>
        </p:nvSpPr>
        <p:spPr bwMode="auto">
          <a:xfrm>
            <a:off x="809542" y="2358971"/>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8" name="Rectangle 115">
            <a:extLst>
              <a:ext uri="{FF2B5EF4-FFF2-40B4-BE49-F238E27FC236}">
                <a16:creationId xmlns:a16="http://schemas.microsoft.com/office/drawing/2014/main" id="{6DF2FDEE-C085-4999-B8E9-1B5D1D8FDA58}"/>
              </a:ext>
            </a:extLst>
          </p:cNvPr>
          <p:cNvSpPr>
            <a:spLocks noChangeArrowheads="1"/>
          </p:cNvSpPr>
          <p:nvPr/>
        </p:nvSpPr>
        <p:spPr bwMode="auto">
          <a:xfrm>
            <a:off x="1263805" y="2358971"/>
            <a:ext cx="109992" cy="108822"/>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9" name="Rectangle 116">
            <a:extLst>
              <a:ext uri="{FF2B5EF4-FFF2-40B4-BE49-F238E27FC236}">
                <a16:creationId xmlns:a16="http://schemas.microsoft.com/office/drawing/2014/main" id="{2F001154-22EC-4762-9895-75CD714E3181}"/>
              </a:ext>
            </a:extLst>
          </p:cNvPr>
          <p:cNvSpPr>
            <a:spLocks noChangeArrowheads="1"/>
          </p:cNvSpPr>
          <p:nvPr/>
        </p:nvSpPr>
        <p:spPr bwMode="auto">
          <a:xfrm>
            <a:off x="1719239" y="2358971"/>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0" name="Rectangle 117">
            <a:extLst>
              <a:ext uri="{FF2B5EF4-FFF2-40B4-BE49-F238E27FC236}">
                <a16:creationId xmlns:a16="http://schemas.microsoft.com/office/drawing/2014/main" id="{8CB1148A-8A8E-4217-B7AD-E1D5D2B0D9EB}"/>
              </a:ext>
            </a:extLst>
          </p:cNvPr>
          <p:cNvSpPr>
            <a:spLocks noChangeArrowheads="1"/>
          </p:cNvSpPr>
          <p:nvPr/>
        </p:nvSpPr>
        <p:spPr bwMode="auto">
          <a:xfrm>
            <a:off x="2173502" y="2358971"/>
            <a:ext cx="10999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1" name="Rectangle 118">
            <a:extLst>
              <a:ext uri="{FF2B5EF4-FFF2-40B4-BE49-F238E27FC236}">
                <a16:creationId xmlns:a16="http://schemas.microsoft.com/office/drawing/2014/main" id="{20FE1950-CE5A-4D2F-96A0-94186638CA98}"/>
              </a:ext>
            </a:extLst>
          </p:cNvPr>
          <p:cNvSpPr>
            <a:spLocks noChangeArrowheads="1"/>
          </p:cNvSpPr>
          <p:nvPr/>
        </p:nvSpPr>
        <p:spPr bwMode="auto">
          <a:xfrm>
            <a:off x="2628934" y="2358971"/>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2" name="Rectangle 119">
            <a:extLst>
              <a:ext uri="{FF2B5EF4-FFF2-40B4-BE49-F238E27FC236}">
                <a16:creationId xmlns:a16="http://schemas.microsoft.com/office/drawing/2014/main" id="{83A14354-B3F5-4073-AA5C-F099A82F6A08}"/>
              </a:ext>
            </a:extLst>
          </p:cNvPr>
          <p:cNvSpPr>
            <a:spLocks noChangeArrowheads="1"/>
          </p:cNvSpPr>
          <p:nvPr/>
        </p:nvSpPr>
        <p:spPr bwMode="auto">
          <a:xfrm>
            <a:off x="3083197" y="2358971"/>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3" name="Rectangle 132">
            <a:extLst>
              <a:ext uri="{FF2B5EF4-FFF2-40B4-BE49-F238E27FC236}">
                <a16:creationId xmlns:a16="http://schemas.microsoft.com/office/drawing/2014/main" id="{76AA0892-AC62-4F6F-833D-458C99E021BD}"/>
              </a:ext>
            </a:extLst>
          </p:cNvPr>
          <p:cNvSpPr>
            <a:spLocks noChangeArrowheads="1"/>
          </p:cNvSpPr>
          <p:nvPr/>
        </p:nvSpPr>
        <p:spPr bwMode="auto">
          <a:xfrm>
            <a:off x="8996805" y="2358971"/>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4" name="Rectangle 133">
            <a:extLst>
              <a:ext uri="{FF2B5EF4-FFF2-40B4-BE49-F238E27FC236}">
                <a16:creationId xmlns:a16="http://schemas.microsoft.com/office/drawing/2014/main" id="{A9C2DB91-40AA-4597-9B38-C5864CB8F9BE}"/>
              </a:ext>
            </a:extLst>
          </p:cNvPr>
          <p:cNvSpPr>
            <a:spLocks noChangeArrowheads="1"/>
          </p:cNvSpPr>
          <p:nvPr/>
        </p:nvSpPr>
        <p:spPr bwMode="auto">
          <a:xfrm>
            <a:off x="9451068" y="2358971"/>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5" name="Rectangle 134">
            <a:extLst>
              <a:ext uri="{FF2B5EF4-FFF2-40B4-BE49-F238E27FC236}">
                <a16:creationId xmlns:a16="http://schemas.microsoft.com/office/drawing/2014/main" id="{4C7BF4BD-0F20-4B33-94A1-72CA3EDF2983}"/>
              </a:ext>
            </a:extLst>
          </p:cNvPr>
          <p:cNvSpPr>
            <a:spLocks noChangeArrowheads="1"/>
          </p:cNvSpPr>
          <p:nvPr/>
        </p:nvSpPr>
        <p:spPr bwMode="auto">
          <a:xfrm>
            <a:off x="9906501" y="2358971"/>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6" name="Rectangle 135">
            <a:extLst>
              <a:ext uri="{FF2B5EF4-FFF2-40B4-BE49-F238E27FC236}">
                <a16:creationId xmlns:a16="http://schemas.microsoft.com/office/drawing/2014/main" id="{06A886E0-5EF6-4EF7-A054-B2E0B10BC970}"/>
              </a:ext>
            </a:extLst>
          </p:cNvPr>
          <p:cNvSpPr>
            <a:spLocks noChangeArrowheads="1"/>
          </p:cNvSpPr>
          <p:nvPr/>
        </p:nvSpPr>
        <p:spPr bwMode="auto">
          <a:xfrm>
            <a:off x="10360763" y="2358971"/>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7" name="Rectangle 136">
            <a:extLst>
              <a:ext uri="{FF2B5EF4-FFF2-40B4-BE49-F238E27FC236}">
                <a16:creationId xmlns:a16="http://schemas.microsoft.com/office/drawing/2014/main" id="{15585719-9169-4D98-80F3-2CB8A58F3F5E}"/>
              </a:ext>
            </a:extLst>
          </p:cNvPr>
          <p:cNvSpPr>
            <a:spLocks noChangeArrowheads="1"/>
          </p:cNvSpPr>
          <p:nvPr/>
        </p:nvSpPr>
        <p:spPr bwMode="auto">
          <a:xfrm>
            <a:off x="10816197" y="2358971"/>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8" name="Rectangle 137">
            <a:extLst>
              <a:ext uri="{FF2B5EF4-FFF2-40B4-BE49-F238E27FC236}">
                <a16:creationId xmlns:a16="http://schemas.microsoft.com/office/drawing/2014/main" id="{1528ECA1-B6B5-4F12-B518-F98298404AD8}"/>
              </a:ext>
            </a:extLst>
          </p:cNvPr>
          <p:cNvSpPr>
            <a:spLocks noChangeArrowheads="1"/>
          </p:cNvSpPr>
          <p:nvPr/>
        </p:nvSpPr>
        <p:spPr bwMode="auto">
          <a:xfrm>
            <a:off x="11270460" y="2358971"/>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9" name="Rectangle 138">
            <a:extLst>
              <a:ext uri="{FF2B5EF4-FFF2-40B4-BE49-F238E27FC236}">
                <a16:creationId xmlns:a16="http://schemas.microsoft.com/office/drawing/2014/main" id="{A5E04FCD-9144-4125-B905-01BA90E876FE}"/>
              </a:ext>
            </a:extLst>
          </p:cNvPr>
          <p:cNvSpPr>
            <a:spLocks noChangeArrowheads="1"/>
          </p:cNvSpPr>
          <p:nvPr/>
        </p:nvSpPr>
        <p:spPr bwMode="auto">
          <a:xfrm>
            <a:off x="11725892" y="2358971"/>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0" name="Rectangle 140">
            <a:extLst>
              <a:ext uri="{FF2B5EF4-FFF2-40B4-BE49-F238E27FC236}">
                <a16:creationId xmlns:a16="http://schemas.microsoft.com/office/drawing/2014/main" id="{A3A97D31-5EE8-448D-8A5F-2BFCFB9E7036}"/>
              </a:ext>
            </a:extLst>
          </p:cNvPr>
          <p:cNvSpPr>
            <a:spLocks noChangeArrowheads="1"/>
          </p:cNvSpPr>
          <p:nvPr/>
        </p:nvSpPr>
        <p:spPr bwMode="auto">
          <a:xfrm>
            <a:off x="354110" y="2866195"/>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1" name="Rectangle 141">
            <a:extLst>
              <a:ext uri="{FF2B5EF4-FFF2-40B4-BE49-F238E27FC236}">
                <a16:creationId xmlns:a16="http://schemas.microsoft.com/office/drawing/2014/main" id="{D5A6A0D9-0DCB-4C02-B821-ECBB42E71769}"/>
              </a:ext>
            </a:extLst>
          </p:cNvPr>
          <p:cNvSpPr>
            <a:spLocks noChangeArrowheads="1"/>
          </p:cNvSpPr>
          <p:nvPr/>
        </p:nvSpPr>
        <p:spPr bwMode="auto">
          <a:xfrm>
            <a:off x="809542" y="2866195"/>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2" name="Rectangle 142">
            <a:extLst>
              <a:ext uri="{FF2B5EF4-FFF2-40B4-BE49-F238E27FC236}">
                <a16:creationId xmlns:a16="http://schemas.microsoft.com/office/drawing/2014/main" id="{E4CFE5B5-7797-4C7B-B3D9-787A3D923EFF}"/>
              </a:ext>
            </a:extLst>
          </p:cNvPr>
          <p:cNvSpPr>
            <a:spLocks noChangeArrowheads="1"/>
          </p:cNvSpPr>
          <p:nvPr/>
        </p:nvSpPr>
        <p:spPr bwMode="auto">
          <a:xfrm>
            <a:off x="1263805" y="2866195"/>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3" name="Rectangle 143">
            <a:extLst>
              <a:ext uri="{FF2B5EF4-FFF2-40B4-BE49-F238E27FC236}">
                <a16:creationId xmlns:a16="http://schemas.microsoft.com/office/drawing/2014/main" id="{16868543-F08E-4EF2-A138-A5D60AD4C433}"/>
              </a:ext>
            </a:extLst>
          </p:cNvPr>
          <p:cNvSpPr>
            <a:spLocks noChangeArrowheads="1"/>
          </p:cNvSpPr>
          <p:nvPr/>
        </p:nvSpPr>
        <p:spPr bwMode="auto">
          <a:xfrm>
            <a:off x="1719239" y="2866195"/>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4" name="Rectangle 144">
            <a:extLst>
              <a:ext uri="{FF2B5EF4-FFF2-40B4-BE49-F238E27FC236}">
                <a16:creationId xmlns:a16="http://schemas.microsoft.com/office/drawing/2014/main" id="{7AA615AC-F660-426D-A925-78A832B1F87C}"/>
              </a:ext>
            </a:extLst>
          </p:cNvPr>
          <p:cNvSpPr>
            <a:spLocks noChangeArrowheads="1"/>
          </p:cNvSpPr>
          <p:nvPr/>
        </p:nvSpPr>
        <p:spPr bwMode="auto">
          <a:xfrm>
            <a:off x="2173502" y="2866195"/>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5" name="Rectangle 145">
            <a:extLst>
              <a:ext uri="{FF2B5EF4-FFF2-40B4-BE49-F238E27FC236}">
                <a16:creationId xmlns:a16="http://schemas.microsoft.com/office/drawing/2014/main" id="{DA02DEE7-518D-4550-A98E-419A429F2830}"/>
              </a:ext>
            </a:extLst>
          </p:cNvPr>
          <p:cNvSpPr>
            <a:spLocks noChangeArrowheads="1"/>
          </p:cNvSpPr>
          <p:nvPr/>
        </p:nvSpPr>
        <p:spPr bwMode="auto">
          <a:xfrm>
            <a:off x="2628934" y="2866195"/>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6" name="Rectangle 146">
            <a:extLst>
              <a:ext uri="{FF2B5EF4-FFF2-40B4-BE49-F238E27FC236}">
                <a16:creationId xmlns:a16="http://schemas.microsoft.com/office/drawing/2014/main" id="{CF13D66E-ABF4-4967-B8B3-F517D9B3C45C}"/>
              </a:ext>
            </a:extLst>
          </p:cNvPr>
          <p:cNvSpPr>
            <a:spLocks noChangeArrowheads="1"/>
          </p:cNvSpPr>
          <p:nvPr/>
        </p:nvSpPr>
        <p:spPr bwMode="auto">
          <a:xfrm>
            <a:off x="3083197" y="2866195"/>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7" name="Rectangle 159">
            <a:extLst>
              <a:ext uri="{FF2B5EF4-FFF2-40B4-BE49-F238E27FC236}">
                <a16:creationId xmlns:a16="http://schemas.microsoft.com/office/drawing/2014/main" id="{7B7E4AC4-5592-4DE6-AD9F-62E8E5E7C391}"/>
              </a:ext>
            </a:extLst>
          </p:cNvPr>
          <p:cNvSpPr>
            <a:spLocks noChangeArrowheads="1"/>
          </p:cNvSpPr>
          <p:nvPr/>
        </p:nvSpPr>
        <p:spPr bwMode="auto">
          <a:xfrm>
            <a:off x="8996805" y="2866195"/>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8" name="Rectangle 160">
            <a:extLst>
              <a:ext uri="{FF2B5EF4-FFF2-40B4-BE49-F238E27FC236}">
                <a16:creationId xmlns:a16="http://schemas.microsoft.com/office/drawing/2014/main" id="{64C2F106-22BF-42DB-B523-838D7919E609}"/>
              </a:ext>
            </a:extLst>
          </p:cNvPr>
          <p:cNvSpPr>
            <a:spLocks noChangeArrowheads="1"/>
          </p:cNvSpPr>
          <p:nvPr/>
        </p:nvSpPr>
        <p:spPr bwMode="auto">
          <a:xfrm>
            <a:off x="9451068" y="2866195"/>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9" name="Rectangle 161">
            <a:extLst>
              <a:ext uri="{FF2B5EF4-FFF2-40B4-BE49-F238E27FC236}">
                <a16:creationId xmlns:a16="http://schemas.microsoft.com/office/drawing/2014/main" id="{476760DC-3414-46D3-8ED3-E57574242DE7}"/>
              </a:ext>
            </a:extLst>
          </p:cNvPr>
          <p:cNvSpPr>
            <a:spLocks noChangeArrowheads="1"/>
          </p:cNvSpPr>
          <p:nvPr/>
        </p:nvSpPr>
        <p:spPr bwMode="auto">
          <a:xfrm>
            <a:off x="9906501" y="2866195"/>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0" name="Rectangle 162">
            <a:extLst>
              <a:ext uri="{FF2B5EF4-FFF2-40B4-BE49-F238E27FC236}">
                <a16:creationId xmlns:a16="http://schemas.microsoft.com/office/drawing/2014/main" id="{35BC5B5E-6559-46F0-8351-DB26B20688E7}"/>
              </a:ext>
            </a:extLst>
          </p:cNvPr>
          <p:cNvSpPr>
            <a:spLocks noChangeArrowheads="1"/>
          </p:cNvSpPr>
          <p:nvPr/>
        </p:nvSpPr>
        <p:spPr bwMode="auto">
          <a:xfrm>
            <a:off x="10360763" y="2866195"/>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1" name="Rectangle 163">
            <a:extLst>
              <a:ext uri="{FF2B5EF4-FFF2-40B4-BE49-F238E27FC236}">
                <a16:creationId xmlns:a16="http://schemas.microsoft.com/office/drawing/2014/main" id="{524E5712-0FF8-47E1-B2AE-812F34F65ED9}"/>
              </a:ext>
            </a:extLst>
          </p:cNvPr>
          <p:cNvSpPr>
            <a:spLocks noChangeArrowheads="1"/>
          </p:cNvSpPr>
          <p:nvPr/>
        </p:nvSpPr>
        <p:spPr bwMode="auto">
          <a:xfrm>
            <a:off x="10816197" y="2866195"/>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2" name="Rectangle 164">
            <a:extLst>
              <a:ext uri="{FF2B5EF4-FFF2-40B4-BE49-F238E27FC236}">
                <a16:creationId xmlns:a16="http://schemas.microsoft.com/office/drawing/2014/main" id="{617C8CE6-515E-494D-A867-E140F467B681}"/>
              </a:ext>
            </a:extLst>
          </p:cNvPr>
          <p:cNvSpPr>
            <a:spLocks noChangeArrowheads="1"/>
          </p:cNvSpPr>
          <p:nvPr/>
        </p:nvSpPr>
        <p:spPr bwMode="auto">
          <a:xfrm>
            <a:off x="11270460" y="2866195"/>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3" name="Rectangle 165">
            <a:extLst>
              <a:ext uri="{FF2B5EF4-FFF2-40B4-BE49-F238E27FC236}">
                <a16:creationId xmlns:a16="http://schemas.microsoft.com/office/drawing/2014/main" id="{D8599EDD-A959-45FB-8FD2-64277464E977}"/>
              </a:ext>
            </a:extLst>
          </p:cNvPr>
          <p:cNvSpPr>
            <a:spLocks noChangeArrowheads="1"/>
          </p:cNvSpPr>
          <p:nvPr/>
        </p:nvSpPr>
        <p:spPr bwMode="auto">
          <a:xfrm>
            <a:off x="11725892" y="2866195"/>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4" name="Rectangle 167">
            <a:extLst>
              <a:ext uri="{FF2B5EF4-FFF2-40B4-BE49-F238E27FC236}">
                <a16:creationId xmlns:a16="http://schemas.microsoft.com/office/drawing/2014/main" id="{0603D8C1-859C-43D4-B068-9EB9FBCE206C}"/>
              </a:ext>
            </a:extLst>
          </p:cNvPr>
          <p:cNvSpPr>
            <a:spLocks noChangeArrowheads="1"/>
          </p:cNvSpPr>
          <p:nvPr/>
        </p:nvSpPr>
        <p:spPr bwMode="auto">
          <a:xfrm>
            <a:off x="354110" y="33745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5" name="Rectangle 168">
            <a:extLst>
              <a:ext uri="{FF2B5EF4-FFF2-40B4-BE49-F238E27FC236}">
                <a16:creationId xmlns:a16="http://schemas.microsoft.com/office/drawing/2014/main" id="{B93977AF-46E4-45C2-8A01-209FA245E2C2}"/>
              </a:ext>
            </a:extLst>
          </p:cNvPr>
          <p:cNvSpPr>
            <a:spLocks noChangeArrowheads="1"/>
          </p:cNvSpPr>
          <p:nvPr/>
        </p:nvSpPr>
        <p:spPr bwMode="auto">
          <a:xfrm>
            <a:off x="809542" y="33745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6" name="Rectangle 169">
            <a:extLst>
              <a:ext uri="{FF2B5EF4-FFF2-40B4-BE49-F238E27FC236}">
                <a16:creationId xmlns:a16="http://schemas.microsoft.com/office/drawing/2014/main" id="{50A4256E-5C7A-4A2F-AB2B-C8EFA85293EA}"/>
              </a:ext>
            </a:extLst>
          </p:cNvPr>
          <p:cNvSpPr>
            <a:spLocks noChangeArrowheads="1"/>
          </p:cNvSpPr>
          <p:nvPr/>
        </p:nvSpPr>
        <p:spPr bwMode="auto">
          <a:xfrm>
            <a:off x="1263805" y="33745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7" name="Rectangle 170">
            <a:extLst>
              <a:ext uri="{FF2B5EF4-FFF2-40B4-BE49-F238E27FC236}">
                <a16:creationId xmlns:a16="http://schemas.microsoft.com/office/drawing/2014/main" id="{59DD1AC1-2925-4164-9326-E23F394AFACB}"/>
              </a:ext>
            </a:extLst>
          </p:cNvPr>
          <p:cNvSpPr>
            <a:spLocks noChangeArrowheads="1"/>
          </p:cNvSpPr>
          <p:nvPr/>
        </p:nvSpPr>
        <p:spPr bwMode="auto">
          <a:xfrm>
            <a:off x="1719239" y="33745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8" name="Rectangle 171">
            <a:extLst>
              <a:ext uri="{FF2B5EF4-FFF2-40B4-BE49-F238E27FC236}">
                <a16:creationId xmlns:a16="http://schemas.microsoft.com/office/drawing/2014/main" id="{D9BD2BBC-9899-4590-8E1D-9C58972E57A8}"/>
              </a:ext>
            </a:extLst>
          </p:cNvPr>
          <p:cNvSpPr>
            <a:spLocks noChangeArrowheads="1"/>
          </p:cNvSpPr>
          <p:nvPr/>
        </p:nvSpPr>
        <p:spPr bwMode="auto">
          <a:xfrm>
            <a:off x="2173502" y="33745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9" name="Rectangle 172">
            <a:extLst>
              <a:ext uri="{FF2B5EF4-FFF2-40B4-BE49-F238E27FC236}">
                <a16:creationId xmlns:a16="http://schemas.microsoft.com/office/drawing/2014/main" id="{A93CAC56-6630-4410-BA23-589CFEF93313}"/>
              </a:ext>
            </a:extLst>
          </p:cNvPr>
          <p:cNvSpPr>
            <a:spLocks noChangeArrowheads="1"/>
          </p:cNvSpPr>
          <p:nvPr/>
        </p:nvSpPr>
        <p:spPr bwMode="auto">
          <a:xfrm>
            <a:off x="2628934" y="33745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0" name="Rectangle 173">
            <a:extLst>
              <a:ext uri="{FF2B5EF4-FFF2-40B4-BE49-F238E27FC236}">
                <a16:creationId xmlns:a16="http://schemas.microsoft.com/office/drawing/2014/main" id="{721D7B09-2669-42D7-A71A-2581A0113F13}"/>
              </a:ext>
            </a:extLst>
          </p:cNvPr>
          <p:cNvSpPr>
            <a:spLocks noChangeArrowheads="1"/>
          </p:cNvSpPr>
          <p:nvPr/>
        </p:nvSpPr>
        <p:spPr bwMode="auto">
          <a:xfrm>
            <a:off x="3083197" y="33745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1" name="Rectangle 186">
            <a:extLst>
              <a:ext uri="{FF2B5EF4-FFF2-40B4-BE49-F238E27FC236}">
                <a16:creationId xmlns:a16="http://schemas.microsoft.com/office/drawing/2014/main" id="{A024ED31-769A-4A0C-A18B-E09709B473F7}"/>
              </a:ext>
            </a:extLst>
          </p:cNvPr>
          <p:cNvSpPr>
            <a:spLocks noChangeArrowheads="1"/>
          </p:cNvSpPr>
          <p:nvPr/>
        </p:nvSpPr>
        <p:spPr bwMode="auto">
          <a:xfrm>
            <a:off x="8996805" y="33745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2" name="Rectangle 187">
            <a:extLst>
              <a:ext uri="{FF2B5EF4-FFF2-40B4-BE49-F238E27FC236}">
                <a16:creationId xmlns:a16="http://schemas.microsoft.com/office/drawing/2014/main" id="{5D25C9B2-51EB-439E-B42C-8439DBE38630}"/>
              </a:ext>
            </a:extLst>
          </p:cNvPr>
          <p:cNvSpPr>
            <a:spLocks noChangeArrowheads="1"/>
          </p:cNvSpPr>
          <p:nvPr/>
        </p:nvSpPr>
        <p:spPr bwMode="auto">
          <a:xfrm>
            <a:off x="9451068" y="33745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3" name="Rectangle 188">
            <a:extLst>
              <a:ext uri="{FF2B5EF4-FFF2-40B4-BE49-F238E27FC236}">
                <a16:creationId xmlns:a16="http://schemas.microsoft.com/office/drawing/2014/main" id="{CB51A720-AF45-41F9-BAA4-2D2D9B1A8F06}"/>
              </a:ext>
            </a:extLst>
          </p:cNvPr>
          <p:cNvSpPr>
            <a:spLocks noChangeArrowheads="1"/>
          </p:cNvSpPr>
          <p:nvPr/>
        </p:nvSpPr>
        <p:spPr bwMode="auto">
          <a:xfrm>
            <a:off x="9906501" y="33745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4" name="Rectangle 189">
            <a:extLst>
              <a:ext uri="{FF2B5EF4-FFF2-40B4-BE49-F238E27FC236}">
                <a16:creationId xmlns:a16="http://schemas.microsoft.com/office/drawing/2014/main" id="{C79495A3-835C-4974-A319-4B7063E8D511}"/>
              </a:ext>
            </a:extLst>
          </p:cNvPr>
          <p:cNvSpPr>
            <a:spLocks noChangeArrowheads="1"/>
          </p:cNvSpPr>
          <p:nvPr/>
        </p:nvSpPr>
        <p:spPr bwMode="auto">
          <a:xfrm>
            <a:off x="10360763" y="33745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5" name="Rectangle 190">
            <a:extLst>
              <a:ext uri="{FF2B5EF4-FFF2-40B4-BE49-F238E27FC236}">
                <a16:creationId xmlns:a16="http://schemas.microsoft.com/office/drawing/2014/main" id="{A635A506-51C2-4991-9EE9-6D4F58B2A78B}"/>
              </a:ext>
            </a:extLst>
          </p:cNvPr>
          <p:cNvSpPr>
            <a:spLocks noChangeArrowheads="1"/>
          </p:cNvSpPr>
          <p:nvPr/>
        </p:nvSpPr>
        <p:spPr bwMode="auto">
          <a:xfrm>
            <a:off x="10816197" y="33745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6" name="Rectangle 191">
            <a:extLst>
              <a:ext uri="{FF2B5EF4-FFF2-40B4-BE49-F238E27FC236}">
                <a16:creationId xmlns:a16="http://schemas.microsoft.com/office/drawing/2014/main" id="{08D7A92B-AB5F-4B0A-887C-7D9EBE4B1B93}"/>
              </a:ext>
            </a:extLst>
          </p:cNvPr>
          <p:cNvSpPr>
            <a:spLocks noChangeArrowheads="1"/>
          </p:cNvSpPr>
          <p:nvPr/>
        </p:nvSpPr>
        <p:spPr bwMode="auto">
          <a:xfrm>
            <a:off x="11270460" y="33745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7" name="Rectangle 192">
            <a:extLst>
              <a:ext uri="{FF2B5EF4-FFF2-40B4-BE49-F238E27FC236}">
                <a16:creationId xmlns:a16="http://schemas.microsoft.com/office/drawing/2014/main" id="{35958760-CFAF-4281-9A3D-2676F1188443}"/>
              </a:ext>
            </a:extLst>
          </p:cNvPr>
          <p:cNvSpPr>
            <a:spLocks noChangeArrowheads="1"/>
          </p:cNvSpPr>
          <p:nvPr/>
        </p:nvSpPr>
        <p:spPr bwMode="auto">
          <a:xfrm>
            <a:off x="11725892" y="3374587"/>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8" name="Rectangle 194">
            <a:extLst>
              <a:ext uri="{FF2B5EF4-FFF2-40B4-BE49-F238E27FC236}">
                <a16:creationId xmlns:a16="http://schemas.microsoft.com/office/drawing/2014/main" id="{92029F51-881A-43F7-9AA5-93A2ED11CBE1}"/>
              </a:ext>
            </a:extLst>
          </p:cNvPr>
          <p:cNvSpPr>
            <a:spLocks noChangeArrowheads="1"/>
          </p:cNvSpPr>
          <p:nvPr/>
        </p:nvSpPr>
        <p:spPr bwMode="auto">
          <a:xfrm>
            <a:off x="354110" y="3882979"/>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9" name="Rectangle 195">
            <a:extLst>
              <a:ext uri="{FF2B5EF4-FFF2-40B4-BE49-F238E27FC236}">
                <a16:creationId xmlns:a16="http://schemas.microsoft.com/office/drawing/2014/main" id="{42A3ED3D-6F9D-4F03-B4CA-936ED0F204F2}"/>
              </a:ext>
            </a:extLst>
          </p:cNvPr>
          <p:cNvSpPr>
            <a:spLocks noChangeArrowheads="1"/>
          </p:cNvSpPr>
          <p:nvPr/>
        </p:nvSpPr>
        <p:spPr bwMode="auto">
          <a:xfrm>
            <a:off x="809542" y="3882979"/>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0" name="Rectangle 196">
            <a:extLst>
              <a:ext uri="{FF2B5EF4-FFF2-40B4-BE49-F238E27FC236}">
                <a16:creationId xmlns:a16="http://schemas.microsoft.com/office/drawing/2014/main" id="{AC2A2B9C-988E-4A8C-8FAE-5034533F2906}"/>
              </a:ext>
            </a:extLst>
          </p:cNvPr>
          <p:cNvSpPr>
            <a:spLocks noChangeArrowheads="1"/>
          </p:cNvSpPr>
          <p:nvPr/>
        </p:nvSpPr>
        <p:spPr bwMode="auto">
          <a:xfrm>
            <a:off x="1263805" y="3882979"/>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1" name="Rectangle 197">
            <a:extLst>
              <a:ext uri="{FF2B5EF4-FFF2-40B4-BE49-F238E27FC236}">
                <a16:creationId xmlns:a16="http://schemas.microsoft.com/office/drawing/2014/main" id="{E2C4B438-1F77-4FA1-8C82-F295DAA97AAD}"/>
              </a:ext>
            </a:extLst>
          </p:cNvPr>
          <p:cNvSpPr>
            <a:spLocks noChangeArrowheads="1"/>
          </p:cNvSpPr>
          <p:nvPr/>
        </p:nvSpPr>
        <p:spPr bwMode="auto">
          <a:xfrm>
            <a:off x="1719239" y="3882979"/>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2" name="Rectangle 198">
            <a:extLst>
              <a:ext uri="{FF2B5EF4-FFF2-40B4-BE49-F238E27FC236}">
                <a16:creationId xmlns:a16="http://schemas.microsoft.com/office/drawing/2014/main" id="{79DC185F-3902-41A7-806F-A84ACBB11EA3}"/>
              </a:ext>
            </a:extLst>
          </p:cNvPr>
          <p:cNvSpPr>
            <a:spLocks noChangeArrowheads="1"/>
          </p:cNvSpPr>
          <p:nvPr/>
        </p:nvSpPr>
        <p:spPr bwMode="auto">
          <a:xfrm>
            <a:off x="2173502" y="3882979"/>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3" name="Rectangle 199">
            <a:extLst>
              <a:ext uri="{FF2B5EF4-FFF2-40B4-BE49-F238E27FC236}">
                <a16:creationId xmlns:a16="http://schemas.microsoft.com/office/drawing/2014/main" id="{C6E21298-E9AA-4E0A-BD16-901A320D5070}"/>
              </a:ext>
            </a:extLst>
          </p:cNvPr>
          <p:cNvSpPr>
            <a:spLocks noChangeArrowheads="1"/>
          </p:cNvSpPr>
          <p:nvPr/>
        </p:nvSpPr>
        <p:spPr bwMode="auto">
          <a:xfrm>
            <a:off x="2628934" y="3882979"/>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4" name="Rectangle 200">
            <a:extLst>
              <a:ext uri="{FF2B5EF4-FFF2-40B4-BE49-F238E27FC236}">
                <a16:creationId xmlns:a16="http://schemas.microsoft.com/office/drawing/2014/main" id="{71546F84-807D-4F8E-A64C-9BFECFED6303}"/>
              </a:ext>
            </a:extLst>
          </p:cNvPr>
          <p:cNvSpPr>
            <a:spLocks noChangeArrowheads="1"/>
          </p:cNvSpPr>
          <p:nvPr/>
        </p:nvSpPr>
        <p:spPr bwMode="auto">
          <a:xfrm>
            <a:off x="3083197" y="3882979"/>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5" name="Rectangle 214">
            <a:extLst>
              <a:ext uri="{FF2B5EF4-FFF2-40B4-BE49-F238E27FC236}">
                <a16:creationId xmlns:a16="http://schemas.microsoft.com/office/drawing/2014/main" id="{CFB4EA3C-FFA6-432E-9174-8C7700EBF454}"/>
              </a:ext>
            </a:extLst>
          </p:cNvPr>
          <p:cNvSpPr>
            <a:spLocks noChangeArrowheads="1"/>
          </p:cNvSpPr>
          <p:nvPr/>
        </p:nvSpPr>
        <p:spPr bwMode="auto">
          <a:xfrm>
            <a:off x="8996805" y="3882979"/>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6" name="Rectangle 215">
            <a:extLst>
              <a:ext uri="{FF2B5EF4-FFF2-40B4-BE49-F238E27FC236}">
                <a16:creationId xmlns:a16="http://schemas.microsoft.com/office/drawing/2014/main" id="{F8864E38-6F87-4A94-998C-DA1B4D050F30}"/>
              </a:ext>
            </a:extLst>
          </p:cNvPr>
          <p:cNvSpPr>
            <a:spLocks noChangeArrowheads="1"/>
          </p:cNvSpPr>
          <p:nvPr/>
        </p:nvSpPr>
        <p:spPr bwMode="auto">
          <a:xfrm>
            <a:off x="9451068" y="3882979"/>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7" name="Rectangle 216">
            <a:extLst>
              <a:ext uri="{FF2B5EF4-FFF2-40B4-BE49-F238E27FC236}">
                <a16:creationId xmlns:a16="http://schemas.microsoft.com/office/drawing/2014/main" id="{CE27A9F8-9958-4033-AB44-66F20B12EB24}"/>
              </a:ext>
            </a:extLst>
          </p:cNvPr>
          <p:cNvSpPr>
            <a:spLocks noChangeArrowheads="1"/>
          </p:cNvSpPr>
          <p:nvPr/>
        </p:nvSpPr>
        <p:spPr bwMode="auto">
          <a:xfrm>
            <a:off x="9906502" y="3882979"/>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8" name="Rectangle 217">
            <a:extLst>
              <a:ext uri="{FF2B5EF4-FFF2-40B4-BE49-F238E27FC236}">
                <a16:creationId xmlns:a16="http://schemas.microsoft.com/office/drawing/2014/main" id="{4B9DD88C-AAF5-42E9-B1D0-E407BBE2562D}"/>
              </a:ext>
            </a:extLst>
          </p:cNvPr>
          <p:cNvSpPr>
            <a:spLocks noChangeArrowheads="1"/>
          </p:cNvSpPr>
          <p:nvPr/>
        </p:nvSpPr>
        <p:spPr bwMode="auto">
          <a:xfrm>
            <a:off x="10360764" y="3882979"/>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9" name="Rectangle 218">
            <a:extLst>
              <a:ext uri="{FF2B5EF4-FFF2-40B4-BE49-F238E27FC236}">
                <a16:creationId xmlns:a16="http://schemas.microsoft.com/office/drawing/2014/main" id="{19811468-3F50-46A5-9FCC-E142EB047E28}"/>
              </a:ext>
            </a:extLst>
          </p:cNvPr>
          <p:cNvSpPr>
            <a:spLocks noChangeArrowheads="1"/>
          </p:cNvSpPr>
          <p:nvPr/>
        </p:nvSpPr>
        <p:spPr bwMode="auto">
          <a:xfrm>
            <a:off x="10816197" y="3882979"/>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10" name="Rectangle 219">
            <a:extLst>
              <a:ext uri="{FF2B5EF4-FFF2-40B4-BE49-F238E27FC236}">
                <a16:creationId xmlns:a16="http://schemas.microsoft.com/office/drawing/2014/main" id="{8B7D78B3-2097-4A23-9C3F-1125A291261D}"/>
              </a:ext>
            </a:extLst>
          </p:cNvPr>
          <p:cNvSpPr>
            <a:spLocks noChangeArrowheads="1"/>
          </p:cNvSpPr>
          <p:nvPr/>
        </p:nvSpPr>
        <p:spPr bwMode="auto">
          <a:xfrm>
            <a:off x="11270460" y="3882979"/>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11" name="Rectangle 220">
            <a:extLst>
              <a:ext uri="{FF2B5EF4-FFF2-40B4-BE49-F238E27FC236}">
                <a16:creationId xmlns:a16="http://schemas.microsoft.com/office/drawing/2014/main" id="{DBB4AA29-F514-41F3-B6B4-9610813E1395}"/>
              </a:ext>
            </a:extLst>
          </p:cNvPr>
          <p:cNvSpPr>
            <a:spLocks noChangeArrowheads="1"/>
          </p:cNvSpPr>
          <p:nvPr/>
        </p:nvSpPr>
        <p:spPr bwMode="auto">
          <a:xfrm>
            <a:off x="11725893" y="3882979"/>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12" name="Rectangle 222">
            <a:extLst>
              <a:ext uri="{FF2B5EF4-FFF2-40B4-BE49-F238E27FC236}">
                <a16:creationId xmlns:a16="http://schemas.microsoft.com/office/drawing/2014/main" id="{287D0D65-4B00-4631-B5FC-94D7E43E842D}"/>
              </a:ext>
            </a:extLst>
          </p:cNvPr>
          <p:cNvSpPr>
            <a:spLocks noChangeArrowheads="1"/>
          </p:cNvSpPr>
          <p:nvPr/>
        </p:nvSpPr>
        <p:spPr bwMode="auto">
          <a:xfrm>
            <a:off x="354110" y="4391371"/>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13" name="Rectangle 223">
            <a:extLst>
              <a:ext uri="{FF2B5EF4-FFF2-40B4-BE49-F238E27FC236}">
                <a16:creationId xmlns:a16="http://schemas.microsoft.com/office/drawing/2014/main" id="{FBB8768D-6FD5-4CB0-A06E-CF3727089158}"/>
              </a:ext>
            </a:extLst>
          </p:cNvPr>
          <p:cNvSpPr>
            <a:spLocks noChangeArrowheads="1"/>
          </p:cNvSpPr>
          <p:nvPr/>
        </p:nvSpPr>
        <p:spPr bwMode="auto">
          <a:xfrm>
            <a:off x="809543" y="4391371"/>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14" name="Rectangle 224">
            <a:extLst>
              <a:ext uri="{FF2B5EF4-FFF2-40B4-BE49-F238E27FC236}">
                <a16:creationId xmlns:a16="http://schemas.microsoft.com/office/drawing/2014/main" id="{281CA9FD-C68E-46EE-A725-A9F8AA1B82A2}"/>
              </a:ext>
            </a:extLst>
          </p:cNvPr>
          <p:cNvSpPr>
            <a:spLocks noChangeArrowheads="1"/>
          </p:cNvSpPr>
          <p:nvPr/>
        </p:nvSpPr>
        <p:spPr bwMode="auto">
          <a:xfrm>
            <a:off x="1263806" y="4391371"/>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15" name="Rectangle 225">
            <a:extLst>
              <a:ext uri="{FF2B5EF4-FFF2-40B4-BE49-F238E27FC236}">
                <a16:creationId xmlns:a16="http://schemas.microsoft.com/office/drawing/2014/main" id="{2C929F36-95D0-44EF-A29A-4917FCAA9DC8}"/>
              </a:ext>
            </a:extLst>
          </p:cNvPr>
          <p:cNvSpPr>
            <a:spLocks noChangeArrowheads="1"/>
          </p:cNvSpPr>
          <p:nvPr/>
        </p:nvSpPr>
        <p:spPr bwMode="auto">
          <a:xfrm>
            <a:off x="1719239" y="4391371"/>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16" name="Rectangle 226">
            <a:extLst>
              <a:ext uri="{FF2B5EF4-FFF2-40B4-BE49-F238E27FC236}">
                <a16:creationId xmlns:a16="http://schemas.microsoft.com/office/drawing/2014/main" id="{358BC528-6DA1-42F6-96D0-4B4BA226AB53}"/>
              </a:ext>
            </a:extLst>
          </p:cNvPr>
          <p:cNvSpPr>
            <a:spLocks noChangeArrowheads="1"/>
          </p:cNvSpPr>
          <p:nvPr/>
        </p:nvSpPr>
        <p:spPr bwMode="auto">
          <a:xfrm>
            <a:off x="2173502" y="4391371"/>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17" name="Rectangle 227">
            <a:extLst>
              <a:ext uri="{FF2B5EF4-FFF2-40B4-BE49-F238E27FC236}">
                <a16:creationId xmlns:a16="http://schemas.microsoft.com/office/drawing/2014/main" id="{70AA7180-339A-4FFD-AF13-4DDD53BCB65F}"/>
              </a:ext>
            </a:extLst>
          </p:cNvPr>
          <p:cNvSpPr>
            <a:spLocks noChangeArrowheads="1"/>
          </p:cNvSpPr>
          <p:nvPr/>
        </p:nvSpPr>
        <p:spPr bwMode="auto">
          <a:xfrm>
            <a:off x="2628935" y="4391371"/>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18" name="Rectangle 228">
            <a:extLst>
              <a:ext uri="{FF2B5EF4-FFF2-40B4-BE49-F238E27FC236}">
                <a16:creationId xmlns:a16="http://schemas.microsoft.com/office/drawing/2014/main" id="{29F2CEBB-46BC-4448-9E54-C7750D8C8F54}"/>
              </a:ext>
            </a:extLst>
          </p:cNvPr>
          <p:cNvSpPr>
            <a:spLocks noChangeArrowheads="1"/>
          </p:cNvSpPr>
          <p:nvPr/>
        </p:nvSpPr>
        <p:spPr bwMode="auto">
          <a:xfrm>
            <a:off x="3083198" y="4391371"/>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19" name="Rectangle 241">
            <a:extLst>
              <a:ext uri="{FF2B5EF4-FFF2-40B4-BE49-F238E27FC236}">
                <a16:creationId xmlns:a16="http://schemas.microsoft.com/office/drawing/2014/main" id="{728033F9-6F38-4655-93DC-83583534C14D}"/>
              </a:ext>
            </a:extLst>
          </p:cNvPr>
          <p:cNvSpPr>
            <a:spLocks noChangeArrowheads="1"/>
          </p:cNvSpPr>
          <p:nvPr/>
        </p:nvSpPr>
        <p:spPr bwMode="auto">
          <a:xfrm>
            <a:off x="8996805" y="4391371"/>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0" name="Rectangle 242">
            <a:extLst>
              <a:ext uri="{FF2B5EF4-FFF2-40B4-BE49-F238E27FC236}">
                <a16:creationId xmlns:a16="http://schemas.microsoft.com/office/drawing/2014/main" id="{31C757BD-CB68-4FDF-94B8-7CD58F1FB71C}"/>
              </a:ext>
            </a:extLst>
          </p:cNvPr>
          <p:cNvSpPr>
            <a:spLocks noChangeArrowheads="1"/>
          </p:cNvSpPr>
          <p:nvPr/>
        </p:nvSpPr>
        <p:spPr bwMode="auto">
          <a:xfrm>
            <a:off x="9451068" y="4391371"/>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1" name="Rectangle 243">
            <a:extLst>
              <a:ext uri="{FF2B5EF4-FFF2-40B4-BE49-F238E27FC236}">
                <a16:creationId xmlns:a16="http://schemas.microsoft.com/office/drawing/2014/main" id="{9B0E4C87-6738-405B-883B-AAE740C4C799}"/>
              </a:ext>
            </a:extLst>
          </p:cNvPr>
          <p:cNvSpPr>
            <a:spLocks noChangeArrowheads="1"/>
          </p:cNvSpPr>
          <p:nvPr/>
        </p:nvSpPr>
        <p:spPr bwMode="auto">
          <a:xfrm>
            <a:off x="9906502" y="4391371"/>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2" name="Rectangle 244">
            <a:extLst>
              <a:ext uri="{FF2B5EF4-FFF2-40B4-BE49-F238E27FC236}">
                <a16:creationId xmlns:a16="http://schemas.microsoft.com/office/drawing/2014/main" id="{DA32B563-8524-4670-AB69-252BDC266634}"/>
              </a:ext>
            </a:extLst>
          </p:cNvPr>
          <p:cNvSpPr>
            <a:spLocks noChangeArrowheads="1"/>
          </p:cNvSpPr>
          <p:nvPr/>
        </p:nvSpPr>
        <p:spPr bwMode="auto">
          <a:xfrm>
            <a:off x="10360764" y="4391371"/>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3" name="Rectangle 245">
            <a:extLst>
              <a:ext uri="{FF2B5EF4-FFF2-40B4-BE49-F238E27FC236}">
                <a16:creationId xmlns:a16="http://schemas.microsoft.com/office/drawing/2014/main" id="{6EC4888D-ACC8-4037-B218-9E9421F8C155}"/>
              </a:ext>
            </a:extLst>
          </p:cNvPr>
          <p:cNvSpPr>
            <a:spLocks noChangeArrowheads="1"/>
          </p:cNvSpPr>
          <p:nvPr/>
        </p:nvSpPr>
        <p:spPr bwMode="auto">
          <a:xfrm>
            <a:off x="10816197" y="4391371"/>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4" name="Rectangle 246">
            <a:extLst>
              <a:ext uri="{FF2B5EF4-FFF2-40B4-BE49-F238E27FC236}">
                <a16:creationId xmlns:a16="http://schemas.microsoft.com/office/drawing/2014/main" id="{E79B4470-BBFB-4BE1-89AB-C7574F8C4983}"/>
              </a:ext>
            </a:extLst>
          </p:cNvPr>
          <p:cNvSpPr>
            <a:spLocks noChangeArrowheads="1"/>
          </p:cNvSpPr>
          <p:nvPr/>
        </p:nvSpPr>
        <p:spPr bwMode="auto">
          <a:xfrm>
            <a:off x="11270460" y="4391371"/>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5" name="Rectangle 247">
            <a:extLst>
              <a:ext uri="{FF2B5EF4-FFF2-40B4-BE49-F238E27FC236}">
                <a16:creationId xmlns:a16="http://schemas.microsoft.com/office/drawing/2014/main" id="{2E2BFF5D-548A-437A-838D-19C1F071EED0}"/>
              </a:ext>
            </a:extLst>
          </p:cNvPr>
          <p:cNvSpPr>
            <a:spLocks noChangeArrowheads="1"/>
          </p:cNvSpPr>
          <p:nvPr/>
        </p:nvSpPr>
        <p:spPr bwMode="auto">
          <a:xfrm>
            <a:off x="11725893" y="4391371"/>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6" name="Rectangle 249">
            <a:extLst>
              <a:ext uri="{FF2B5EF4-FFF2-40B4-BE49-F238E27FC236}">
                <a16:creationId xmlns:a16="http://schemas.microsoft.com/office/drawing/2014/main" id="{FFCA5316-A321-453C-8CE2-53AF9364363F}"/>
              </a:ext>
            </a:extLst>
          </p:cNvPr>
          <p:cNvSpPr>
            <a:spLocks noChangeArrowheads="1"/>
          </p:cNvSpPr>
          <p:nvPr/>
        </p:nvSpPr>
        <p:spPr bwMode="auto">
          <a:xfrm>
            <a:off x="354110" y="4898595"/>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7" name="Rectangle 250">
            <a:extLst>
              <a:ext uri="{FF2B5EF4-FFF2-40B4-BE49-F238E27FC236}">
                <a16:creationId xmlns:a16="http://schemas.microsoft.com/office/drawing/2014/main" id="{AA681E6A-C814-482F-A76C-24B20AD9D03F}"/>
              </a:ext>
            </a:extLst>
          </p:cNvPr>
          <p:cNvSpPr>
            <a:spLocks noChangeArrowheads="1"/>
          </p:cNvSpPr>
          <p:nvPr/>
        </p:nvSpPr>
        <p:spPr bwMode="auto">
          <a:xfrm>
            <a:off x="809543" y="4898595"/>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8" name="Rectangle 251">
            <a:extLst>
              <a:ext uri="{FF2B5EF4-FFF2-40B4-BE49-F238E27FC236}">
                <a16:creationId xmlns:a16="http://schemas.microsoft.com/office/drawing/2014/main" id="{301C7270-7CAD-49F2-B66B-B28D94E0EF77}"/>
              </a:ext>
            </a:extLst>
          </p:cNvPr>
          <p:cNvSpPr>
            <a:spLocks noChangeArrowheads="1"/>
          </p:cNvSpPr>
          <p:nvPr/>
        </p:nvSpPr>
        <p:spPr bwMode="auto">
          <a:xfrm>
            <a:off x="1263806" y="4898595"/>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9" name="Rectangle 252">
            <a:extLst>
              <a:ext uri="{FF2B5EF4-FFF2-40B4-BE49-F238E27FC236}">
                <a16:creationId xmlns:a16="http://schemas.microsoft.com/office/drawing/2014/main" id="{979CEB10-3E83-4407-BEDC-D49144AA153C}"/>
              </a:ext>
            </a:extLst>
          </p:cNvPr>
          <p:cNvSpPr>
            <a:spLocks noChangeArrowheads="1"/>
          </p:cNvSpPr>
          <p:nvPr/>
        </p:nvSpPr>
        <p:spPr bwMode="auto">
          <a:xfrm>
            <a:off x="1719239" y="4898595"/>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0" name="Rectangle 253">
            <a:extLst>
              <a:ext uri="{FF2B5EF4-FFF2-40B4-BE49-F238E27FC236}">
                <a16:creationId xmlns:a16="http://schemas.microsoft.com/office/drawing/2014/main" id="{2F6B505E-6719-4385-8C9E-80108E1D7F7B}"/>
              </a:ext>
            </a:extLst>
          </p:cNvPr>
          <p:cNvSpPr>
            <a:spLocks noChangeArrowheads="1"/>
          </p:cNvSpPr>
          <p:nvPr/>
        </p:nvSpPr>
        <p:spPr bwMode="auto">
          <a:xfrm>
            <a:off x="2173502" y="4898595"/>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1" name="Rectangle 254">
            <a:extLst>
              <a:ext uri="{FF2B5EF4-FFF2-40B4-BE49-F238E27FC236}">
                <a16:creationId xmlns:a16="http://schemas.microsoft.com/office/drawing/2014/main" id="{032E3D58-EF2F-47C1-84FC-FFC2C3C663F7}"/>
              </a:ext>
            </a:extLst>
          </p:cNvPr>
          <p:cNvSpPr>
            <a:spLocks noChangeArrowheads="1"/>
          </p:cNvSpPr>
          <p:nvPr/>
        </p:nvSpPr>
        <p:spPr bwMode="auto">
          <a:xfrm>
            <a:off x="2628935" y="4898595"/>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2" name="Rectangle 255">
            <a:extLst>
              <a:ext uri="{FF2B5EF4-FFF2-40B4-BE49-F238E27FC236}">
                <a16:creationId xmlns:a16="http://schemas.microsoft.com/office/drawing/2014/main" id="{AE4B524B-159B-4639-80B1-B1298E934946}"/>
              </a:ext>
            </a:extLst>
          </p:cNvPr>
          <p:cNvSpPr>
            <a:spLocks noChangeArrowheads="1"/>
          </p:cNvSpPr>
          <p:nvPr/>
        </p:nvSpPr>
        <p:spPr bwMode="auto">
          <a:xfrm>
            <a:off x="3083198" y="4898595"/>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3" name="Rectangle 268">
            <a:extLst>
              <a:ext uri="{FF2B5EF4-FFF2-40B4-BE49-F238E27FC236}">
                <a16:creationId xmlns:a16="http://schemas.microsoft.com/office/drawing/2014/main" id="{F44A1C49-7120-46FC-ADFE-3126D15DCC8B}"/>
              </a:ext>
            </a:extLst>
          </p:cNvPr>
          <p:cNvSpPr>
            <a:spLocks noChangeArrowheads="1"/>
          </p:cNvSpPr>
          <p:nvPr/>
        </p:nvSpPr>
        <p:spPr bwMode="auto">
          <a:xfrm>
            <a:off x="8996805" y="4898595"/>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4" name="Rectangle 269">
            <a:extLst>
              <a:ext uri="{FF2B5EF4-FFF2-40B4-BE49-F238E27FC236}">
                <a16:creationId xmlns:a16="http://schemas.microsoft.com/office/drawing/2014/main" id="{E81048C2-AD36-49EE-9F83-DE219A886273}"/>
              </a:ext>
            </a:extLst>
          </p:cNvPr>
          <p:cNvSpPr>
            <a:spLocks noChangeArrowheads="1"/>
          </p:cNvSpPr>
          <p:nvPr/>
        </p:nvSpPr>
        <p:spPr bwMode="auto">
          <a:xfrm>
            <a:off x="9451068" y="4898595"/>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5" name="Rectangle 270">
            <a:extLst>
              <a:ext uri="{FF2B5EF4-FFF2-40B4-BE49-F238E27FC236}">
                <a16:creationId xmlns:a16="http://schemas.microsoft.com/office/drawing/2014/main" id="{1C51B872-4D89-44AD-BEC3-889DD85942BD}"/>
              </a:ext>
            </a:extLst>
          </p:cNvPr>
          <p:cNvSpPr>
            <a:spLocks noChangeArrowheads="1"/>
          </p:cNvSpPr>
          <p:nvPr/>
        </p:nvSpPr>
        <p:spPr bwMode="auto">
          <a:xfrm>
            <a:off x="9906502" y="4898595"/>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6" name="Rectangle 271">
            <a:extLst>
              <a:ext uri="{FF2B5EF4-FFF2-40B4-BE49-F238E27FC236}">
                <a16:creationId xmlns:a16="http://schemas.microsoft.com/office/drawing/2014/main" id="{9DA5806A-0222-4504-B311-47FFFE9AE4A6}"/>
              </a:ext>
            </a:extLst>
          </p:cNvPr>
          <p:cNvSpPr>
            <a:spLocks noChangeArrowheads="1"/>
          </p:cNvSpPr>
          <p:nvPr/>
        </p:nvSpPr>
        <p:spPr bwMode="auto">
          <a:xfrm>
            <a:off x="10360764" y="4898595"/>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7" name="Rectangle 272">
            <a:extLst>
              <a:ext uri="{FF2B5EF4-FFF2-40B4-BE49-F238E27FC236}">
                <a16:creationId xmlns:a16="http://schemas.microsoft.com/office/drawing/2014/main" id="{6B98E2B9-61AD-4E8B-8BCB-EB7830DF08DC}"/>
              </a:ext>
            </a:extLst>
          </p:cNvPr>
          <p:cNvSpPr>
            <a:spLocks noChangeArrowheads="1"/>
          </p:cNvSpPr>
          <p:nvPr/>
        </p:nvSpPr>
        <p:spPr bwMode="auto">
          <a:xfrm>
            <a:off x="10816197" y="4898595"/>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8" name="Rectangle 273">
            <a:extLst>
              <a:ext uri="{FF2B5EF4-FFF2-40B4-BE49-F238E27FC236}">
                <a16:creationId xmlns:a16="http://schemas.microsoft.com/office/drawing/2014/main" id="{4B0DA759-2C7B-4700-8A97-72281E91C804}"/>
              </a:ext>
            </a:extLst>
          </p:cNvPr>
          <p:cNvSpPr>
            <a:spLocks noChangeArrowheads="1"/>
          </p:cNvSpPr>
          <p:nvPr/>
        </p:nvSpPr>
        <p:spPr bwMode="auto">
          <a:xfrm>
            <a:off x="11270460" y="4898595"/>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9" name="Rectangle 274">
            <a:extLst>
              <a:ext uri="{FF2B5EF4-FFF2-40B4-BE49-F238E27FC236}">
                <a16:creationId xmlns:a16="http://schemas.microsoft.com/office/drawing/2014/main" id="{908809DC-2628-4896-B87F-004226030EBC}"/>
              </a:ext>
            </a:extLst>
          </p:cNvPr>
          <p:cNvSpPr>
            <a:spLocks noChangeArrowheads="1"/>
          </p:cNvSpPr>
          <p:nvPr/>
        </p:nvSpPr>
        <p:spPr bwMode="auto">
          <a:xfrm>
            <a:off x="11725893" y="4898595"/>
            <a:ext cx="10882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0" name="Rectangle 276">
            <a:extLst>
              <a:ext uri="{FF2B5EF4-FFF2-40B4-BE49-F238E27FC236}">
                <a16:creationId xmlns:a16="http://schemas.microsoft.com/office/drawing/2014/main" id="{623F1777-4E55-4093-B250-548D46D62488}"/>
              </a:ext>
            </a:extLst>
          </p:cNvPr>
          <p:cNvSpPr>
            <a:spLocks noChangeArrowheads="1"/>
          </p:cNvSpPr>
          <p:nvPr/>
        </p:nvSpPr>
        <p:spPr bwMode="auto">
          <a:xfrm>
            <a:off x="354110" y="54069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1" name="Rectangle 277">
            <a:extLst>
              <a:ext uri="{FF2B5EF4-FFF2-40B4-BE49-F238E27FC236}">
                <a16:creationId xmlns:a16="http://schemas.microsoft.com/office/drawing/2014/main" id="{2515C3B5-603D-401D-A531-447BA1E7FDD7}"/>
              </a:ext>
            </a:extLst>
          </p:cNvPr>
          <p:cNvSpPr>
            <a:spLocks noChangeArrowheads="1"/>
          </p:cNvSpPr>
          <p:nvPr/>
        </p:nvSpPr>
        <p:spPr bwMode="auto">
          <a:xfrm>
            <a:off x="809543" y="54069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2" name="Rectangle 278">
            <a:extLst>
              <a:ext uri="{FF2B5EF4-FFF2-40B4-BE49-F238E27FC236}">
                <a16:creationId xmlns:a16="http://schemas.microsoft.com/office/drawing/2014/main" id="{DE5E7D55-A437-437C-A5CD-CE16F8BDC721}"/>
              </a:ext>
            </a:extLst>
          </p:cNvPr>
          <p:cNvSpPr>
            <a:spLocks noChangeArrowheads="1"/>
          </p:cNvSpPr>
          <p:nvPr/>
        </p:nvSpPr>
        <p:spPr bwMode="auto">
          <a:xfrm>
            <a:off x="1263806" y="54069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3" name="Rectangle 279">
            <a:extLst>
              <a:ext uri="{FF2B5EF4-FFF2-40B4-BE49-F238E27FC236}">
                <a16:creationId xmlns:a16="http://schemas.microsoft.com/office/drawing/2014/main" id="{6867695A-35E0-4E03-955E-5542EBF0247E}"/>
              </a:ext>
            </a:extLst>
          </p:cNvPr>
          <p:cNvSpPr>
            <a:spLocks noChangeArrowheads="1"/>
          </p:cNvSpPr>
          <p:nvPr/>
        </p:nvSpPr>
        <p:spPr bwMode="auto">
          <a:xfrm>
            <a:off x="1719239" y="54069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4" name="Rectangle 280">
            <a:extLst>
              <a:ext uri="{FF2B5EF4-FFF2-40B4-BE49-F238E27FC236}">
                <a16:creationId xmlns:a16="http://schemas.microsoft.com/office/drawing/2014/main" id="{4E871617-5158-41C5-BB14-EBADA1396FA2}"/>
              </a:ext>
            </a:extLst>
          </p:cNvPr>
          <p:cNvSpPr>
            <a:spLocks noChangeArrowheads="1"/>
          </p:cNvSpPr>
          <p:nvPr/>
        </p:nvSpPr>
        <p:spPr bwMode="auto">
          <a:xfrm>
            <a:off x="2173502" y="54069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5" name="Rectangle 281">
            <a:extLst>
              <a:ext uri="{FF2B5EF4-FFF2-40B4-BE49-F238E27FC236}">
                <a16:creationId xmlns:a16="http://schemas.microsoft.com/office/drawing/2014/main" id="{4E2D5191-ECDB-4D1B-A3F5-436A79475BF7}"/>
              </a:ext>
            </a:extLst>
          </p:cNvPr>
          <p:cNvSpPr>
            <a:spLocks noChangeArrowheads="1"/>
          </p:cNvSpPr>
          <p:nvPr/>
        </p:nvSpPr>
        <p:spPr bwMode="auto">
          <a:xfrm>
            <a:off x="2628935" y="54069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6" name="Rectangle 282">
            <a:extLst>
              <a:ext uri="{FF2B5EF4-FFF2-40B4-BE49-F238E27FC236}">
                <a16:creationId xmlns:a16="http://schemas.microsoft.com/office/drawing/2014/main" id="{71BE142B-C02B-4FD1-A332-6902B7131A16}"/>
              </a:ext>
            </a:extLst>
          </p:cNvPr>
          <p:cNvSpPr>
            <a:spLocks noChangeArrowheads="1"/>
          </p:cNvSpPr>
          <p:nvPr/>
        </p:nvSpPr>
        <p:spPr bwMode="auto">
          <a:xfrm>
            <a:off x="3083198" y="54069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7" name="Rectangle 283">
            <a:extLst>
              <a:ext uri="{FF2B5EF4-FFF2-40B4-BE49-F238E27FC236}">
                <a16:creationId xmlns:a16="http://schemas.microsoft.com/office/drawing/2014/main" id="{1C1A90F5-08ED-4AB6-9F35-63A8866025D0}"/>
              </a:ext>
            </a:extLst>
          </p:cNvPr>
          <p:cNvSpPr>
            <a:spLocks noChangeArrowheads="1"/>
          </p:cNvSpPr>
          <p:nvPr/>
        </p:nvSpPr>
        <p:spPr bwMode="auto">
          <a:xfrm>
            <a:off x="3538630" y="54069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8" name="Rectangle 284">
            <a:extLst>
              <a:ext uri="{FF2B5EF4-FFF2-40B4-BE49-F238E27FC236}">
                <a16:creationId xmlns:a16="http://schemas.microsoft.com/office/drawing/2014/main" id="{163D79BB-8C1C-4D0D-AFDD-A8EEE07F4DC4}"/>
              </a:ext>
            </a:extLst>
          </p:cNvPr>
          <p:cNvSpPr>
            <a:spLocks noChangeArrowheads="1"/>
          </p:cNvSpPr>
          <p:nvPr/>
        </p:nvSpPr>
        <p:spPr bwMode="auto">
          <a:xfrm>
            <a:off x="3992893" y="54069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9" name="Rectangle 285">
            <a:extLst>
              <a:ext uri="{FF2B5EF4-FFF2-40B4-BE49-F238E27FC236}">
                <a16:creationId xmlns:a16="http://schemas.microsoft.com/office/drawing/2014/main" id="{1B2DF357-EFD3-403D-A136-E53ACA518239}"/>
              </a:ext>
            </a:extLst>
          </p:cNvPr>
          <p:cNvSpPr>
            <a:spLocks noChangeArrowheads="1"/>
          </p:cNvSpPr>
          <p:nvPr/>
        </p:nvSpPr>
        <p:spPr bwMode="auto">
          <a:xfrm>
            <a:off x="4448327" y="54069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0" name="Rectangle 286">
            <a:extLst>
              <a:ext uri="{FF2B5EF4-FFF2-40B4-BE49-F238E27FC236}">
                <a16:creationId xmlns:a16="http://schemas.microsoft.com/office/drawing/2014/main" id="{99BE0D0E-EECE-441B-9B0B-10138A8DC6DD}"/>
              </a:ext>
            </a:extLst>
          </p:cNvPr>
          <p:cNvSpPr>
            <a:spLocks noChangeArrowheads="1"/>
          </p:cNvSpPr>
          <p:nvPr/>
        </p:nvSpPr>
        <p:spPr bwMode="auto">
          <a:xfrm>
            <a:off x="4902590" y="54069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1" name="Rectangle 287">
            <a:extLst>
              <a:ext uri="{FF2B5EF4-FFF2-40B4-BE49-F238E27FC236}">
                <a16:creationId xmlns:a16="http://schemas.microsoft.com/office/drawing/2014/main" id="{5F8922A9-01DD-4E8E-A435-E9368C30AC56}"/>
              </a:ext>
            </a:extLst>
          </p:cNvPr>
          <p:cNvSpPr>
            <a:spLocks noChangeArrowheads="1"/>
          </p:cNvSpPr>
          <p:nvPr/>
        </p:nvSpPr>
        <p:spPr bwMode="auto">
          <a:xfrm>
            <a:off x="5358022" y="54069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2" name="Rectangle 288">
            <a:extLst>
              <a:ext uri="{FF2B5EF4-FFF2-40B4-BE49-F238E27FC236}">
                <a16:creationId xmlns:a16="http://schemas.microsoft.com/office/drawing/2014/main" id="{BE148054-6735-4808-92F8-53F3E0FF27FD}"/>
              </a:ext>
            </a:extLst>
          </p:cNvPr>
          <p:cNvSpPr>
            <a:spLocks noChangeArrowheads="1"/>
          </p:cNvSpPr>
          <p:nvPr/>
        </p:nvSpPr>
        <p:spPr bwMode="auto">
          <a:xfrm>
            <a:off x="5812285" y="54069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3" name="Rectangle 289">
            <a:extLst>
              <a:ext uri="{FF2B5EF4-FFF2-40B4-BE49-F238E27FC236}">
                <a16:creationId xmlns:a16="http://schemas.microsoft.com/office/drawing/2014/main" id="{83EF7D19-EE81-4C8B-BB74-1EBFE79A10D4}"/>
              </a:ext>
            </a:extLst>
          </p:cNvPr>
          <p:cNvSpPr>
            <a:spLocks noChangeArrowheads="1"/>
          </p:cNvSpPr>
          <p:nvPr/>
        </p:nvSpPr>
        <p:spPr bwMode="auto">
          <a:xfrm>
            <a:off x="6267718" y="54069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4" name="Rectangle 290">
            <a:extLst>
              <a:ext uri="{FF2B5EF4-FFF2-40B4-BE49-F238E27FC236}">
                <a16:creationId xmlns:a16="http://schemas.microsoft.com/office/drawing/2014/main" id="{4F511F31-AAA8-4436-8486-592CB8944FC3}"/>
              </a:ext>
            </a:extLst>
          </p:cNvPr>
          <p:cNvSpPr>
            <a:spLocks noChangeArrowheads="1"/>
          </p:cNvSpPr>
          <p:nvPr/>
        </p:nvSpPr>
        <p:spPr bwMode="auto">
          <a:xfrm>
            <a:off x="6721981" y="54069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5" name="Rectangle 291">
            <a:extLst>
              <a:ext uri="{FF2B5EF4-FFF2-40B4-BE49-F238E27FC236}">
                <a16:creationId xmlns:a16="http://schemas.microsoft.com/office/drawing/2014/main" id="{369EBF34-9826-4B91-A306-5839D20C49EC}"/>
              </a:ext>
            </a:extLst>
          </p:cNvPr>
          <p:cNvSpPr>
            <a:spLocks noChangeArrowheads="1"/>
          </p:cNvSpPr>
          <p:nvPr/>
        </p:nvSpPr>
        <p:spPr bwMode="auto">
          <a:xfrm>
            <a:off x="7177414" y="54069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6" name="Rectangle 292">
            <a:extLst>
              <a:ext uri="{FF2B5EF4-FFF2-40B4-BE49-F238E27FC236}">
                <a16:creationId xmlns:a16="http://schemas.microsoft.com/office/drawing/2014/main" id="{859A171A-D946-4682-BEB2-E7822CAF95FD}"/>
              </a:ext>
            </a:extLst>
          </p:cNvPr>
          <p:cNvSpPr>
            <a:spLocks noChangeArrowheads="1"/>
          </p:cNvSpPr>
          <p:nvPr/>
        </p:nvSpPr>
        <p:spPr bwMode="auto">
          <a:xfrm>
            <a:off x="7631676" y="54069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7" name="Rectangle 293">
            <a:extLst>
              <a:ext uri="{FF2B5EF4-FFF2-40B4-BE49-F238E27FC236}">
                <a16:creationId xmlns:a16="http://schemas.microsoft.com/office/drawing/2014/main" id="{AF93A40B-14CA-4CA7-9133-C7B48DAC4152}"/>
              </a:ext>
            </a:extLst>
          </p:cNvPr>
          <p:cNvSpPr>
            <a:spLocks noChangeArrowheads="1"/>
          </p:cNvSpPr>
          <p:nvPr/>
        </p:nvSpPr>
        <p:spPr bwMode="auto">
          <a:xfrm>
            <a:off x="8087110" y="54069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8" name="Rectangle 294">
            <a:extLst>
              <a:ext uri="{FF2B5EF4-FFF2-40B4-BE49-F238E27FC236}">
                <a16:creationId xmlns:a16="http://schemas.microsoft.com/office/drawing/2014/main" id="{30BB7367-2D64-40A9-8FC2-6664A0872F69}"/>
              </a:ext>
            </a:extLst>
          </p:cNvPr>
          <p:cNvSpPr>
            <a:spLocks noChangeArrowheads="1"/>
          </p:cNvSpPr>
          <p:nvPr/>
        </p:nvSpPr>
        <p:spPr bwMode="auto">
          <a:xfrm>
            <a:off x="8541373" y="54069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9" name="Rectangle 295">
            <a:extLst>
              <a:ext uri="{FF2B5EF4-FFF2-40B4-BE49-F238E27FC236}">
                <a16:creationId xmlns:a16="http://schemas.microsoft.com/office/drawing/2014/main" id="{14A42AB5-CCB0-416F-85D7-152BACA427FC}"/>
              </a:ext>
            </a:extLst>
          </p:cNvPr>
          <p:cNvSpPr>
            <a:spLocks noChangeArrowheads="1"/>
          </p:cNvSpPr>
          <p:nvPr/>
        </p:nvSpPr>
        <p:spPr bwMode="auto">
          <a:xfrm>
            <a:off x="8996805" y="54069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0" name="Rectangle 296">
            <a:extLst>
              <a:ext uri="{FF2B5EF4-FFF2-40B4-BE49-F238E27FC236}">
                <a16:creationId xmlns:a16="http://schemas.microsoft.com/office/drawing/2014/main" id="{31700671-BD7D-40A1-81C9-CF9CE4C2A725}"/>
              </a:ext>
            </a:extLst>
          </p:cNvPr>
          <p:cNvSpPr>
            <a:spLocks noChangeArrowheads="1"/>
          </p:cNvSpPr>
          <p:nvPr/>
        </p:nvSpPr>
        <p:spPr bwMode="auto">
          <a:xfrm>
            <a:off x="9451068" y="54069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1" name="Rectangle 297">
            <a:extLst>
              <a:ext uri="{FF2B5EF4-FFF2-40B4-BE49-F238E27FC236}">
                <a16:creationId xmlns:a16="http://schemas.microsoft.com/office/drawing/2014/main" id="{1C490051-C4F6-4F21-9CBD-DFB84514AD2B}"/>
              </a:ext>
            </a:extLst>
          </p:cNvPr>
          <p:cNvSpPr>
            <a:spLocks noChangeArrowheads="1"/>
          </p:cNvSpPr>
          <p:nvPr/>
        </p:nvSpPr>
        <p:spPr bwMode="auto">
          <a:xfrm>
            <a:off x="9906502" y="5406987"/>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2" name="Rectangle 298">
            <a:extLst>
              <a:ext uri="{FF2B5EF4-FFF2-40B4-BE49-F238E27FC236}">
                <a16:creationId xmlns:a16="http://schemas.microsoft.com/office/drawing/2014/main" id="{14B47FB0-304B-408C-AA3F-0F5BB6A5AA3F}"/>
              </a:ext>
            </a:extLst>
          </p:cNvPr>
          <p:cNvSpPr>
            <a:spLocks noChangeArrowheads="1"/>
          </p:cNvSpPr>
          <p:nvPr/>
        </p:nvSpPr>
        <p:spPr bwMode="auto">
          <a:xfrm>
            <a:off x="10360764" y="54069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3" name="Rectangle 299">
            <a:extLst>
              <a:ext uri="{FF2B5EF4-FFF2-40B4-BE49-F238E27FC236}">
                <a16:creationId xmlns:a16="http://schemas.microsoft.com/office/drawing/2014/main" id="{9AE02871-B6BC-490F-A388-280843B2B1F3}"/>
              </a:ext>
            </a:extLst>
          </p:cNvPr>
          <p:cNvSpPr>
            <a:spLocks noChangeArrowheads="1"/>
          </p:cNvSpPr>
          <p:nvPr/>
        </p:nvSpPr>
        <p:spPr bwMode="auto">
          <a:xfrm>
            <a:off x="10816197" y="5406987"/>
            <a:ext cx="10882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4" name="Rectangle 300">
            <a:extLst>
              <a:ext uri="{FF2B5EF4-FFF2-40B4-BE49-F238E27FC236}">
                <a16:creationId xmlns:a16="http://schemas.microsoft.com/office/drawing/2014/main" id="{BCA5BD2F-9032-4907-8901-2774F8E56D47}"/>
              </a:ext>
            </a:extLst>
          </p:cNvPr>
          <p:cNvSpPr>
            <a:spLocks noChangeArrowheads="1"/>
          </p:cNvSpPr>
          <p:nvPr/>
        </p:nvSpPr>
        <p:spPr bwMode="auto">
          <a:xfrm>
            <a:off x="11270460" y="54069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5" name="Rectangle 301">
            <a:extLst>
              <a:ext uri="{FF2B5EF4-FFF2-40B4-BE49-F238E27FC236}">
                <a16:creationId xmlns:a16="http://schemas.microsoft.com/office/drawing/2014/main" id="{36189607-33CC-47D6-88FA-F4CD1D7D1954}"/>
              </a:ext>
            </a:extLst>
          </p:cNvPr>
          <p:cNvSpPr>
            <a:spLocks noChangeArrowheads="1"/>
          </p:cNvSpPr>
          <p:nvPr/>
        </p:nvSpPr>
        <p:spPr bwMode="auto">
          <a:xfrm>
            <a:off x="11725893" y="54069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6" name="Rectangle 303">
            <a:extLst>
              <a:ext uri="{FF2B5EF4-FFF2-40B4-BE49-F238E27FC236}">
                <a16:creationId xmlns:a16="http://schemas.microsoft.com/office/drawing/2014/main" id="{7926FB0B-1EC7-42B6-A9AF-4F352A02DE93}"/>
              </a:ext>
            </a:extLst>
          </p:cNvPr>
          <p:cNvSpPr>
            <a:spLocks noChangeArrowheads="1"/>
          </p:cNvSpPr>
          <p:nvPr/>
        </p:nvSpPr>
        <p:spPr bwMode="auto">
          <a:xfrm>
            <a:off x="354110" y="5915379"/>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7" name="Rectangle 304">
            <a:extLst>
              <a:ext uri="{FF2B5EF4-FFF2-40B4-BE49-F238E27FC236}">
                <a16:creationId xmlns:a16="http://schemas.microsoft.com/office/drawing/2014/main" id="{C6CE7582-1C15-40D6-A04B-3AB4A11174B4}"/>
              </a:ext>
            </a:extLst>
          </p:cNvPr>
          <p:cNvSpPr>
            <a:spLocks noChangeArrowheads="1"/>
          </p:cNvSpPr>
          <p:nvPr/>
        </p:nvSpPr>
        <p:spPr bwMode="auto">
          <a:xfrm>
            <a:off x="809543" y="5915379"/>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8" name="Rectangle 305">
            <a:extLst>
              <a:ext uri="{FF2B5EF4-FFF2-40B4-BE49-F238E27FC236}">
                <a16:creationId xmlns:a16="http://schemas.microsoft.com/office/drawing/2014/main" id="{1A4C7EDE-CAE5-4A0E-A085-D115521EE112}"/>
              </a:ext>
            </a:extLst>
          </p:cNvPr>
          <p:cNvSpPr>
            <a:spLocks noChangeArrowheads="1"/>
          </p:cNvSpPr>
          <p:nvPr/>
        </p:nvSpPr>
        <p:spPr bwMode="auto">
          <a:xfrm>
            <a:off x="1263806" y="5915379"/>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9" name="Rectangle 306">
            <a:extLst>
              <a:ext uri="{FF2B5EF4-FFF2-40B4-BE49-F238E27FC236}">
                <a16:creationId xmlns:a16="http://schemas.microsoft.com/office/drawing/2014/main" id="{A45537C6-B529-4B21-AD2D-EF53D7A3A687}"/>
              </a:ext>
            </a:extLst>
          </p:cNvPr>
          <p:cNvSpPr>
            <a:spLocks noChangeArrowheads="1"/>
          </p:cNvSpPr>
          <p:nvPr/>
        </p:nvSpPr>
        <p:spPr bwMode="auto">
          <a:xfrm>
            <a:off x="1719239" y="5915379"/>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0" name="Rectangle 307">
            <a:extLst>
              <a:ext uri="{FF2B5EF4-FFF2-40B4-BE49-F238E27FC236}">
                <a16:creationId xmlns:a16="http://schemas.microsoft.com/office/drawing/2014/main" id="{BD7156AF-407F-4067-A722-2F7D5A6CBD41}"/>
              </a:ext>
            </a:extLst>
          </p:cNvPr>
          <p:cNvSpPr>
            <a:spLocks noChangeArrowheads="1"/>
          </p:cNvSpPr>
          <p:nvPr/>
        </p:nvSpPr>
        <p:spPr bwMode="auto">
          <a:xfrm>
            <a:off x="2173502" y="5915379"/>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1" name="Rectangle 308">
            <a:extLst>
              <a:ext uri="{FF2B5EF4-FFF2-40B4-BE49-F238E27FC236}">
                <a16:creationId xmlns:a16="http://schemas.microsoft.com/office/drawing/2014/main" id="{DB5E4949-C1A1-462A-A907-81360D68C1D5}"/>
              </a:ext>
            </a:extLst>
          </p:cNvPr>
          <p:cNvSpPr>
            <a:spLocks noChangeArrowheads="1"/>
          </p:cNvSpPr>
          <p:nvPr/>
        </p:nvSpPr>
        <p:spPr bwMode="auto">
          <a:xfrm>
            <a:off x="2628935" y="5915379"/>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2" name="Rectangle 309">
            <a:extLst>
              <a:ext uri="{FF2B5EF4-FFF2-40B4-BE49-F238E27FC236}">
                <a16:creationId xmlns:a16="http://schemas.microsoft.com/office/drawing/2014/main" id="{FAD5200A-AC76-4A0D-9277-A1C8E4D69729}"/>
              </a:ext>
            </a:extLst>
          </p:cNvPr>
          <p:cNvSpPr>
            <a:spLocks noChangeArrowheads="1"/>
          </p:cNvSpPr>
          <p:nvPr/>
        </p:nvSpPr>
        <p:spPr bwMode="auto">
          <a:xfrm>
            <a:off x="3083198" y="5915379"/>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3" name="Rectangle 310">
            <a:extLst>
              <a:ext uri="{FF2B5EF4-FFF2-40B4-BE49-F238E27FC236}">
                <a16:creationId xmlns:a16="http://schemas.microsoft.com/office/drawing/2014/main" id="{B10E8F52-7FCD-4B17-964A-1A97E2CB0669}"/>
              </a:ext>
            </a:extLst>
          </p:cNvPr>
          <p:cNvSpPr>
            <a:spLocks noChangeArrowheads="1"/>
          </p:cNvSpPr>
          <p:nvPr/>
        </p:nvSpPr>
        <p:spPr bwMode="auto">
          <a:xfrm>
            <a:off x="3538630" y="5915379"/>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4" name="Rectangle 311">
            <a:extLst>
              <a:ext uri="{FF2B5EF4-FFF2-40B4-BE49-F238E27FC236}">
                <a16:creationId xmlns:a16="http://schemas.microsoft.com/office/drawing/2014/main" id="{199F53BC-5327-4C34-A560-B7D93F5F951E}"/>
              </a:ext>
            </a:extLst>
          </p:cNvPr>
          <p:cNvSpPr>
            <a:spLocks noChangeArrowheads="1"/>
          </p:cNvSpPr>
          <p:nvPr/>
        </p:nvSpPr>
        <p:spPr bwMode="auto">
          <a:xfrm>
            <a:off x="3992893" y="5915379"/>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5" name="Rectangle 312">
            <a:extLst>
              <a:ext uri="{FF2B5EF4-FFF2-40B4-BE49-F238E27FC236}">
                <a16:creationId xmlns:a16="http://schemas.microsoft.com/office/drawing/2014/main" id="{2FC7F96E-2AA5-4430-8933-303E0E254435}"/>
              </a:ext>
            </a:extLst>
          </p:cNvPr>
          <p:cNvSpPr>
            <a:spLocks noChangeArrowheads="1"/>
          </p:cNvSpPr>
          <p:nvPr/>
        </p:nvSpPr>
        <p:spPr bwMode="auto">
          <a:xfrm>
            <a:off x="4448327" y="5915379"/>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6" name="Rectangle 313">
            <a:extLst>
              <a:ext uri="{FF2B5EF4-FFF2-40B4-BE49-F238E27FC236}">
                <a16:creationId xmlns:a16="http://schemas.microsoft.com/office/drawing/2014/main" id="{6F48430D-4266-4379-B0B9-939C11A824B5}"/>
              </a:ext>
            </a:extLst>
          </p:cNvPr>
          <p:cNvSpPr>
            <a:spLocks noChangeArrowheads="1"/>
          </p:cNvSpPr>
          <p:nvPr/>
        </p:nvSpPr>
        <p:spPr bwMode="auto">
          <a:xfrm>
            <a:off x="4902590" y="5915379"/>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7" name="Rectangle 314">
            <a:extLst>
              <a:ext uri="{FF2B5EF4-FFF2-40B4-BE49-F238E27FC236}">
                <a16:creationId xmlns:a16="http://schemas.microsoft.com/office/drawing/2014/main" id="{E96290E6-15F2-4B8D-BD72-D47344F70D55}"/>
              </a:ext>
            </a:extLst>
          </p:cNvPr>
          <p:cNvSpPr>
            <a:spLocks noChangeArrowheads="1"/>
          </p:cNvSpPr>
          <p:nvPr/>
        </p:nvSpPr>
        <p:spPr bwMode="auto">
          <a:xfrm>
            <a:off x="5358022" y="5915379"/>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8" name="Rectangle 315">
            <a:extLst>
              <a:ext uri="{FF2B5EF4-FFF2-40B4-BE49-F238E27FC236}">
                <a16:creationId xmlns:a16="http://schemas.microsoft.com/office/drawing/2014/main" id="{FBC8EBAB-9D6C-48D6-BE00-C2F53C03F66A}"/>
              </a:ext>
            </a:extLst>
          </p:cNvPr>
          <p:cNvSpPr>
            <a:spLocks noChangeArrowheads="1"/>
          </p:cNvSpPr>
          <p:nvPr/>
        </p:nvSpPr>
        <p:spPr bwMode="auto">
          <a:xfrm>
            <a:off x="5812285" y="5915379"/>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9" name="Rectangle 316">
            <a:extLst>
              <a:ext uri="{FF2B5EF4-FFF2-40B4-BE49-F238E27FC236}">
                <a16:creationId xmlns:a16="http://schemas.microsoft.com/office/drawing/2014/main" id="{2E89C0F2-BC8E-4CA4-A11F-96B5B0E77AA2}"/>
              </a:ext>
            </a:extLst>
          </p:cNvPr>
          <p:cNvSpPr>
            <a:spLocks noChangeArrowheads="1"/>
          </p:cNvSpPr>
          <p:nvPr/>
        </p:nvSpPr>
        <p:spPr bwMode="auto">
          <a:xfrm>
            <a:off x="6267718" y="5915379"/>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0" name="Rectangle 317">
            <a:extLst>
              <a:ext uri="{FF2B5EF4-FFF2-40B4-BE49-F238E27FC236}">
                <a16:creationId xmlns:a16="http://schemas.microsoft.com/office/drawing/2014/main" id="{ABB2F2E5-0B78-4924-8C02-91133456E04E}"/>
              </a:ext>
            </a:extLst>
          </p:cNvPr>
          <p:cNvSpPr>
            <a:spLocks noChangeArrowheads="1"/>
          </p:cNvSpPr>
          <p:nvPr/>
        </p:nvSpPr>
        <p:spPr bwMode="auto">
          <a:xfrm>
            <a:off x="6721981" y="5915379"/>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1" name="Rectangle 318">
            <a:extLst>
              <a:ext uri="{FF2B5EF4-FFF2-40B4-BE49-F238E27FC236}">
                <a16:creationId xmlns:a16="http://schemas.microsoft.com/office/drawing/2014/main" id="{8A77E39A-3439-42E5-864E-07050A9B949A}"/>
              </a:ext>
            </a:extLst>
          </p:cNvPr>
          <p:cNvSpPr>
            <a:spLocks noChangeArrowheads="1"/>
          </p:cNvSpPr>
          <p:nvPr/>
        </p:nvSpPr>
        <p:spPr bwMode="auto">
          <a:xfrm>
            <a:off x="7177414" y="5915379"/>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2" name="Rectangle 319">
            <a:extLst>
              <a:ext uri="{FF2B5EF4-FFF2-40B4-BE49-F238E27FC236}">
                <a16:creationId xmlns:a16="http://schemas.microsoft.com/office/drawing/2014/main" id="{25EAA1C5-3174-4F4B-BFF3-90C5CCB903EC}"/>
              </a:ext>
            </a:extLst>
          </p:cNvPr>
          <p:cNvSpPr>
            <a:spLocks noChangeArrowheads="1"/>
          </p:cNvSpPr>
          <p:nvPr/>
        </p:nvSpPr>
        <p:spPr bwMode="auto">
          <a:xfrm>
            <a:off x="7631676" y="5915379"/>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3" name="Rectangle 320">
            <a:extLst>
              <a:ext uri="{FF2B5EF4-FFF2-40B4-BE49-F238E27FC236}">
                <a16:creationId xmlns:a16="http://schemas.microsoft.com/office/drawing/2014/main" id="{1F2DB9F1-C65F-4052-A053-3F8F3AF0F08F}"/>
              </a:ext>
            </a:extLst>
          </p:cNvPr>
          <p:cNvSpPr>
            <a:spLocks noChangeArrowheads="1"/>
          </p:cNvSpPr>
          <p:nvPr/>
        </p:nvSpPr>
        <p:spPr bwMode="auto">
          <a:xfrm>
            <a:off x="8087110" y="5915379"/>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4" name="Rectangle 321">
            <a:extLst>
              <a:ext uri="{FF2B5EF4-FFF2-40B4-BE49-F238E27FC236}">
                <a16:creationId xmlns:a16="http://schemas.microsoft.com/office/drawing/2014/main" id="{AFFB727D-B40C-4F86-915F-7329F028339A}"/>
              </a:ext>
            </a:extLst>
          </p:cNvPr>
          <p:cNvSpPr>
            <a:spLocks noChangeArrowheads="1"/>
          </p:cNvSpPr>
          <p:nvPr/>
        </p:nvSpPr>
        <p:spPr bwMode="auto">
          <a:xfrm>
            <a:off x="8541373" y="5915379"/>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5" name="Rectangle 322">
            <a:extLst>
              <a:ext uri="{FF2B5EF4-FFF2-40B4-BE49-F238E27FC236}">
                <a16:creationId xmlns:a16="http://schemas.microsoft.com/office/drawing/2014/main" id="{584872F2-AD23-451B-B00B-D48843FDC2F0}"/>
              </a:ext>
            </a:extLst>
          </p:cNvPr>
          <p:cNvSpPr>
            <a:spLocks noChangeArrowheads="1"/>
          </p:cNvSpPr>
          <p:nvPr/>
        </p:nvSpPr>
        <p:spPr bwMode="auto">
          <a:xfrm>
            <a:off x="8996805" y="5915379"/>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6" name="Rectangle 323">
            <a:extLst>
              <a:ext uri="{FF2B5EF4-FFF2-40B4-BE49-F238E27FC236}">
                <a16:creationId xmlns:a16="http://schemas.microsoft.com/office/drawing/2014/main" id="{59E7ABF1-EA01-439C-89DC-4066F7684B5B}"/>
              </a:ext>
            </a:extLst>
          </p:cNvPr>
          <p:cNvSpPr>
            <a:spLocks noChangeArrowheads="1"/>
          </p:cNvSpPr>
          <p:nvPr/>
        </p:nvSpPr>
        <p:spPr bwMode="auto">
          <a:xfrm>
            <a:off x="9451068" y="5915379"/>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7" name="Rectangle 324">
            <a:extLst>
              <a:ext uri="{FF2B5EF4-FFF2-40B4-BE49-F238E27FC236}">
                <a16:creationId xmlns:a16="http://schemas.microsoft.com/office/drawing/2014/main" id="{F5673CC4-BA29-4135-9BA9-AED7EAA77A45}"/>
              </a:ext>
            </a:extLst>
          </p:cNvPr>
          <p:cNvSpPr>
            <a:spLocks noChangeArrowheads="1"/>
          </p:cNvSpPr>
          <p:nvPr/>
        </p:nvSpPr>
        <p:spPr bwMode="auto">
          <a:xfrm>
            <a:off x="9906502" y="5915379"/>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8" name="Rectangle 325">
            <a:extLst>
              <a:ext uri="{FF2B5EF4-FFF2-40B4-BE49-F238E27FC236}">
                <a16:creationId xmlns:a16="http://schemas.microsoft.com/office/drawing/2014/main" id="{06B3D335-F1DF-4E26-A5A1-31E9CD919EA6}"/>
              </a:ext>
            </a:extLst>
          </p:cNvPr>
          <p:cNvSpPr>
            <a:spLocks noChangeArrowheads="1"/>
          </p:cNvSpPr>
          <p:nvPr/>
        </p:nvSpPr>
        <p:spPr bwMode="auto">
          <a:xfrm>
            <a:off x="10360764" y="5915379"/>
            <a:ext cx="10999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9" name="Rectangle 326">
            <a:extLst>
              <a:ext uri="{FF2B5EF4-FFF2-40B4-BE49-F238E27FC236}">
                <a16:creationId xmlns:a16="http://schemas.microsoft.com/office/drawing/2014/main" id="{834239CB-0B66-488B-B963-CD4BC4A66C7E}"/>
              </a:ext>
            </a:extLst>
          </p:cNvPr>
          <p:cNvSpPr>
            <a:spLocks noChangeArrowheads="1"/>
          </p:cNvSpPr>
          <p:nvPr/>
        </p:nvSpPr>
        <p:spPr bwMode="auto">
          <a:xfrm>
            <a:off x="10816197" y="5915379"/>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0" name="Rectangle 327">
            <a:extLst>
              <a:ext uri="{FF2B5EF4-FFF2-40B4-BE49-F238E27FC236}">
                <a16:creationId xmlns:a16="http://schemas.microsoft.com/office/drawing/2014/main" id="{5DF8D3AD-C701-45DA-A09C-0B72B8B4D062}"/>
              </a:ext>
            </a:extLst>
          </p:cNvPr>
          <p:cNvSpPr>
            <a:spLocks noChangeArrowheads="1"/>
          </p:cNvSpPr>
          <p:nvPr/>
        </p:nvSpPr>
        <p:spPr bwMode="auto">
          <a:xfrm>
            <a:off x="11270460" y="5915379"/>
            <a:ext cx="10999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1" name="Rectangle 328">
            <a:extLst>
              <a:ext uri="{FF2B5EF4-FFF2-40B4-BE49-F238E27FC236}">
                <a16:creationId xmlns:a16="http://schemas.microsoft.com/office/drawing/2014/main" id="{4A5BD061-AFE7-47F7-A037-4635A1719163}"/>
              </a:ext>
            </a:extLst>
          </p:cNvPr>
          <p:cNvSpPr>
            <a:spLocks noChangeArrowheads="1"/>
          </p:cNvSpPr>
          <p:nvPr/>
        </p:nvSpPr>
        <p:spPr bwMode="auto">
          <a:xfrm>
            <a:off x="11725893" y="5915379"/>
            <a:ext cx="108822" cy="108822"/>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2" name="Rectangle 303">
            <a:extLst>
              <a:ext uri="{FF2B5EF4-FFF2-40B4-BE49-F238E27FC236}">
                <a16:creationId xmlns:a16="http://schemas.microsoft.com/office/drawing/2014/main" id="{72E47367-DB80-4AEF-B453-F2874E290804}"/>
              </a:ext>
            </a:extLst>
          </p:cNvPr>
          <p:cNvSpPr>
            <a:spLocks noChangeArrowheads="1"/>
          </p:cNvSpPr>
          <p:nvPr/>
        </p:nvSpPr>
        <p:spPr bwMode="auto">
          <a:xfrm>
            <a:off x="354110" y="6422607"/>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3" name="Rectangle 304">
            <a:extLst>
              <a:ext uri="{FF2B5EF4-FFF2-40B4-BE49-F238E27FC236}">
                <a16:creationId xmlns:a16="http://schemas.microsoft.com/office/drawing/2014/main" id="{A5D11ACD-18C7-4BD8-97B9-7564D82EECED}"/>
              </a:ext>
            </a:extLst>
          </p:cNvPr>
          <p:cNvSpPr>
            <a:spLocks noChangeArrowheads="1"/>
          </p:cNvSpPr>
          <p:nvPr/>
        </p:nvSpPr>
        <p:spPr bwMode="auto">
          <a:xfrm>
            <a:off x="809543" y="6422607"/>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4" name="Rectangle 305">
            <a:extLst>
              <a:ext uri="{FF2B5EF4-FFF2-40B4-BE49-F238E27FC236}">
                <a16:creationId xmlns:a16="http://schemas.microsoft.com/office/drawing/2014/main" id="{7304767C-0411-429C-B5FC-DE14E770D4E3}"/>
              </a:ext>
            </a:extLst>
          </p:cNvPr>
          <p:cNvSpPr>
            <a:spLocks noChangeArrowheads="1"/>
          </p:cNvSpPr>
          <p:nvPr/>
        </p:nvSpPr>
        <p:spPr bwMode="auto">
          <a:xfrm>
            <a:off x="1263806" y="6422607"/>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5" name="Rectangle 306">
            <a:extLst>
              <a:ext uri="{FF2B5EF4-FFF2-40B4-BE49-F238E27FC236}">
                <a16:creationId xmlns:a16="http://schemas.microsoft.com/office/drawing/2014/main" id="{D74BCE79-1C15-40ED-A6B2-30D89DC13305}"/>
              </a:ext>
            </a:extLst>
          </p:cNvPr>
          <p:cNvSpPr>
            <a:spLocks noChangeArrowheads="1"/>
          </p:cNvSpPr>
          <p:nvPr/>
        </p:nvSpPr>
        <p:spPr bwMode="auto">
          <a:xfrm>
            <a:off x="1719239" y="6422607"/>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6" name="Rectangle 307">
            <a:extLst>
              <a:ext uri="{FF2B5EF4-FFF2-40B4-BE49-F238E27FC236}">
                <a16:creationId xmlns:a16="http://schemas.microsoft.com/office/drawing/2014/main" id="{4966B602-0BC1-433A-A6DC-60644E5D1576}"/>
              </a:ext>
            </a:extLst>
          </p:cNvPr>
          <p:cNvSpPr>
            <a:spLocks noChangeArrowheads="1"/>
          </p:cNvSpPr>
          <p:nvPr/>
        </p:nvSpPr>
        <p:spPr bwMode="auto">
          <a:xfrm>
            <a:off x="2173502" y="6422607"/>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7" name="Rectangle 308">
            <a:extLst>
              <a:ext uri="{FF2B5EF4-FFF2-40B4-BE49-F238E27FC236}">
                <a16:creationId xmlns:a16="http://schemas.microsoft.com/office/drawing/2014/main" id="{5FA73E87-F9E1-4922-AB56-257040A0C260}"/>
              </a:ext>
            </a:extLst>
          </p:cNvPr>
          <p:cNvSpPr>
            <a:spLocks noChangeArrowheads="1"/>
          </p:cNvSpPr>
          <p:nvPr/>
        </p:nvSpPr>
        <p:spPr bwMode="auto">
          <a:xfrm>
            <a:off x="2628935" y="6422607"/>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8" name="Rectangle 309">
            <a:extLst>
              <a:ext uri="{FF2B5EF4-FFF2-40B4-BE49-F238E27FC236}">
                <a16:creationId xmlns:a16="http://schemas.microsoft.com/office/drawing/2014/main" id="{3523D0D6-BF5C-4992-89BC-D80F4B65DDA7}"/>
              </a:ext>
            </a:extLst>
          </p:cNvPr>
          <p:cNvSpPr>
            <a:spLocks noChangeArrowheads="1"/>
          </p:cNvSpPr>
          <p:nvPr/>
        </p:nvSpPr>
        <p:spPr bwMode="auto">
          <a:xfrm>
            <a:off x="3083198" y="6422607"/>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9" name="Rectangle 310">
            <a:extLst>
              <a:ext uri="{FF2B5EF4-FFF2-40B4-BE49-F238E27FC236}">
                <a16:creationId xmlns:a16="http://schemas.microsoft.com/office/drawing/2014/main" id="{5D76C7BC-28B0-4D32-B952-79C61B9622E0}"/>
              </a:ext>
            </a:extLst>
          </p:cNvPr>
          <p:cNvSpPr>
            <a:spLocks noChangeArrowheads="1"/>
          </p:cNvSpPr>
          <p:nvPr/>
        </p:nvSpPr>
        <p:spPr bwMode="auto">
          <a:xfrm>
            <a:off x="3538630" y="6422607"/>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0" name="Rectangle 311">
            <a:extLst>
              <a:ext uri="{FF2B5EF4-FFF2-40B4-BE49-F238E27FC236}">
                <a16:creationId xmlns:a16="http://schemas.microsoft.com/office/drawing/2014/main" id="{02B04400-D266-4DBE-913D-B08E3CF680B4}"/>
              </a:ext>
            </a:extLst>
          </p:cNvPr>
          <p:cNvSpPr>
            <a:spLocks noChangeArrowheads="1"/>
          </p:cNvSpPr>
          <p:nvPr/>
        </p:nvSpPr>
        <p:spPr bwMode="auto">
          <a:xfrm>
            <a:off x="3992893" y="6422607"/>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1" name="Rectangle 312">
            <a:extLst>
              <a:ext uri="{FF2B5EF4-FFF2-40B4-BE49-F238E27FC236}">
                <a16:creationId xmlns:a16="http://schemas.microsoft.com/office/drawing/2014/main" id="{7B93B4CC-C4D7-437E-A267-7391A7627D42}"/>
              </a:ext>
            </a:extLst>
          </p:cNvPr>
          <p:cNvSpPr>
            <a:spLocks noChangeArrowheads="1"/>
          </p:cNvSpPr>
          <p:nvPr/>
        </p:nvSpPr>
        <p:spPr bwMode="auto">
          <a:xfrm>
            <a:off x="4448327" y="6422607"/>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2" name="Rectangle 313">
            <a:extLst>
              <a:ext uri="{FF2B5EF4-FFF2-40B4-BE49-F238E27FC236}">
                <a16:creationId xmlns:a16="http://schemas.microsoft.com/office/drawing/2014/main" id="{4B2581D9-C04D-4A48-A51B-2934BA88C105}"/>
              </a:ext>
            </a:extLst>
          </p:cNvPr>
          <p:cNvSpPr>
            <a:spLocks noChangeArrowheads="1"/>
          </p:cNvSpPr>
          <p:nvPr/>
        </p:nvSpPr>
        <p:spPr bwMode="auto">
          <a:xfrm>
            <a:off x="4902590" y="6422607"/>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3" name="Rectangle 314">
            <a:extLst>
              <a:ext uri="{FF2B5EF4-FFF2-40B4-BE49-F238E27FC236}">
                <a16:creationId xmlns:a16="http://schemas.microsoft.com/office/drawing/2014/main" id="{6F9A094D-9E36-418E-BD81-0BED0CA37542}"/>
              </a:ext>
            </a:extLst>
          </p:cNvPr>
          <p:cNvSpPr>
            <a:spLocks noChangeArrowheads="1"/>
          </p:cNvSpPr>
          <p:nvPr/>
        </p:nvSpPr>
        <p:spPr bwMode="auto">
          <a:xfrm>
            <a:off x="5358022" y="6422607"/>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4" name="Rectangle 315">
            <a:extLst>
              <a:ext uri="{FF2B5EF4-FFF2-40B4-BE49-F238E27FC236}">
                <a16:creationId xmlns:a16="http://schemas.microsoft.com/office/drawing/2014/main" id="{99CE1A4E-E309-4173-B637-E7FA8780A5B0}"/>
              </a:ext>
            </a:extLst>
          </p:cNvPr>
          <p:cNvSpPr>
            <a:spLocks noChangeArrowheads="1"/>
          </p:cNvSpPr>
          <p:nvPr/>
        </p:nvSpPr>
        <p:spPr bwMode="auto">
          <a:xfrm>
            <a:off x="5812285" y="6422607"/>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5" name="Rectangle 316">
            <a:extLst>
              <a:ext uri="{FF2B5EF4-FFF2-40B4-BE49-F238E27FC236}">
                <a16:creationId xmlns:a16="http://schemas.microsoft.com/office/drawing/2014/main" id="{35908A89-8ABE-4EA6-AB07-7C6C075084C7}"/>
              </a:ext>
            </a:extLst>
          </p:cNvPr>
          <p:cNvSpPr>
            <a:spLocks noChangeArrowheads="1"/>
          </p:cNvSpPr>
          <p:nvPr/>
        </p:nvSpPr>
        <p:spPr bwMode="auto">
          <a:xfrm>
            <a:off x="6267718" y="6422607"/>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6" name="Rectangle 317">
            <a:extLst>
              <a:ext uri="{FF2B5EF4-FFF2-40B4-BE49-F238E27FC236}">
                <a16:creationId xmlns:a16="http://schemas.microsoft.com/office/drawing/2014/main" id="{52D7FC56-1108-4D22-9631-D0A08F954F2D}"/>
              </a:ext>
            </a:extLst>
          </p:cNvPr>
          <p:cNvSpPr>
            <a:spLocks noChangeArrowheads="1"/>
          </p:cNvSpPr>
          <p:nvPr/>
        </p:nvSpPr>
        <p:spPr bwMode="auto">
          <a:xfrm>
            <a:off x="6721981" y="6422607"/>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7" name="Rectangle 318">
            <a:extLst>
              <a:ext uri="{FF2B5EF4-FFF2-40B4-BE49-F238E27FC236}">
                <a16:creationId xmlns:a16="http://schemas.microsoft.com/office/drawing/2014/main" id="{E6B3457F-C39E-40F4-B8B4-741981759F9C}"/>
              </a:ext>
            </a:extLst>
          </p:cNvPr>
          <p:cNvSpPr>
            <a:spLocks noChangeArrowheads="1"/>
          </p:cNvSpPr>
          <p:nvPr/>
        </p:nvSpPr>
        <p:spPr bwMode="auto">
          <a:xfrm>
            <a:off x="7177414" y="6422607"/>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8" name="Rectangle 319">
            <a:extLst>
              <a:ext uri="{FF2B5EF4-FFF2-40B4-BE49-F238E27FC236}">
                <a16:creationId xmlns:a16="http://schemas.microsoft.com/office/drawing/2014/main" id="{08E774A7-E1DE-46A1-A6F9-D13721437291}"/>
              </a:ext>
            </a:extLst>
          </p:cNvPr>
          <p:cNvSpPr>
            <a:spLocks noChangeArrowheads="1"/>
          </p:cNvSpPr>
          <p:nvPr/>
        </p:nvSpPr>
        <p:spPr bwMode="auto">
          <a:xfrm>
            <a:off x="7631676" y="6422607"/>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9" name="Rectangle 320">
            <a:extLst>
              <a:ext uri="{FF2B5EF4-FFF2-40B4-BE49-F238E27FC236}">
                <a16:creationId xmlns:a16="http://schemas.microsoft.com/office/drawing/2014/main" id="{7B8BB479-CE5F-4C3D-9C65-414F6B72D38F}"/>
              </a:ext>
            </a:extLst>
          </p:cNvPr>
          <p:cNvSpPr>
            <a:spLocks noChangeArrowheads="1"/>
          </p:cNvSpPr>
          <p:nvPr/>
        </p:nvSpPr>
        <p:spPr bwMode="auto">
          <a:xfrm>
            <a:off x="8087110" y="6422607"/>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0" name="Rectangle 321">
            <a:extLst>
              <a:ext uri="{FF2B5EF4-FFF2-40B4-BE49-F238E27FC236}">
                <a16:creationId xmlns:a16="http://schemas.microsoft.com/office/drawing/2014/main" id="{2E97BD59-5139-4C10-8550-C855D2D1FEC1}"/>
              </a:ext>
            </a:extLst>
          </p:cNvPr>
          <p:cNvSpPr>
            <a:spLocks noChangeArrowheads="1"/>
          </p:cNvSpPr>
          <p:nvPr/>
        </p:nvSpPr>
        <p:spPr bwMode="auto">
          <a:xfrm>
            <a:off x="8541373" y="6422607"/>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1" name="Rectangle 322">
            <a:extLst>
              <a:ext uri="{FF2B5EF4-FFF2-40B4-BE49-F238E27FC236}">
                <a16:creationId xmlns:a16="http://schemas.microsoft.com/office/drawing/2014/main" id="{3AA2DF57-9830-4A49-9748-4ADE27F46F6D}"/>
              </a:ext>
            </a:extLst>
          </p:cNvPr>
          <p:cNvSpPr>
            <a:spLocks noChangeArrowheads="1"/>
          </p:cNvSpPr>
          <p:nvPr/>
        </p:nvSpPr>
        <p:spPr bwMode="auto">
          <a:xfrm>
            <a:off x="8996805" y="6422607"/>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2" name="Rectangle 323">
            <a:extLst>
              <a:ext uri="{FF2B5EF4-FFF2-40B4-BE49-F238E27FC236}">
                <a16:creationId xmlns:a16="http://schemas.microsoft.com/office/drawing/2014/main" id="{01A36D7F-15E1-44B8-9B0F-4F2DAABB6669}"/>
              </a:ext>
            </a:extLst>
          </p:cNvPr>
          <p:cNvSpPr>
            <a:spLocks noChangeArrowheads="1"/>
          </p:cNvSpPr>
          <p:nvPr/>
        </p:nvSpPr>
        <p:spPr bwMode="auto">
          <a:xfrm>
            <a:off x="9451068" y="6422607"/>
            <a:ext cx="10999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3" name="Rectangle 324">
            <a:extLst>
              <a:ext uri="{FF2B5EF4-FFF2-40B4-BE49-F238E27FC236}">
                <a16:creationId xmlns:a16="http://schemas.microsoft.com/office/drawing/2014/main" id="{716C32D4-81F1-4B63-9A1A-24136249381B}"/>
              </a:ext>
            </a:extLst>
          </p:cNvPr>
          <p:cNvSpPr>
            <a:spLocks noChangeArrowheads="1"/>
          </p:cNvSpPr>
          <p:nvPr/>
        </p:nvSpPr>
        <p:spPr bwMode="auto">
          <a:xfrm>
            <a:off x="9906502" y="6422607"/>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4" name="Rectangle 325">
            <a:extLst>
              <a:ext uri="{FF2B5EF4-FFF2-40B4-BE49-F238E27FC236}">
                <a16:creationId xmlns:a16="http://schemas.microsoft.com/office/drawing/2014/main" id="{6341F2A0-638B-4AEC-A1C2-759E1F2E1FE8}"/>
              </a:ext>
            </a:extLst>
          </p:cNvPr>
          <p:cNvSpPr>
            <a:spLocks noChangeArrowheads="1"/>
          </p:cNvSpPr>
          <p:nvPr/>
        </p:nvSpPr>
        <p:spPr bwMode="auto">
          <a:xfrm>
            <a:off x="10360764" y="6422607"/>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5" name="Rectangle 326">
            <a:extLst>
              <a:ext uri="{FF2B5EF4-FFF2-40B4-BE49-F238E27FC236}">
                <a16:creationId xmlns:a16="http://schemas.microsoft.com/office/drawing/2014/main" id="{AC3BBC0F-0B8D-458F-94A7-D77F591B6038}"/>
              </a:ext>
            </a:extLst>
          </p:cNvPr>
          <p:cNvSpPr>
            <a:spLocks noChangeArrowheads="1"/>
          </p:cNvSpPr>
          <p:nvPr/>
        </p:nvSpPr>
        <p:spPr bwMode="auto">
          <a:xfrm>
            <a:off x="10816197" y="6422607"/>
            <a:ext cx="108822" cy="108822"/>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6" name="Rectangle 327">
            <a:extLst>
              <a:ext uri="{FF2B5EF4-FFF2-40B4-BE49-F238E27FC236}">
                <a16:creationId xmlns:a16="http://schemas.microsoft.com/office/drawing/2014/main" id="{2BCB09AE-15F7-4D67-9547-C60DDCB0CEA6}"/>
              </a:ext>
            </a:extLst>
          </p:cNvPr>
          <p:cNvSpPr>
            <a:spLocks noChangeArrowheads="1"/>
          </p:cNvSpPr>
          <p:nvPr/>
        </p:nvSpPr>
        <p:spPr bwMode="auto">
          <a:xfrm>
            <a:off x="11270460" y="6422607"/>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7" name="Rectangle 328">
            <a:extLst>
              <a:ext uri="{FF2B5EF4-FFF2-40B4-BE49-F238E27FC236}">
                <a16:creationId xmlns:a16="http://schemas.microsoft.com/office/drawing/2014/main" id="{19811182-AAD5-444A-AEBF-DA4474795936}"/>
              </a:ext>
            </a:extLst>
          </p:cNvPr>
          <p:cNvSpPr>
            <a:spLocks noChangeArrowheads="1"/>
          </p:cNvSpPr>
          <p:nvPr/>
        </p:nvSpPr>
        <p:spPr bwMode="auto">
          <a:xfrm>
            <a:off x="11725893" y="6422607"/>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8" name="Rectangle 91">
            <a:extLst>
              <a:ext uri="{FF2B5EF4-FFF2-40B4-BE49-F238E27FC236}">
                <a16:creationId xmlns:a16="http://schemas.microsoft.com/office/drawing/2014/main" id="{F5F1C36C-3F5F-453A-8021-577AF8102B7D}"/>
              </a:ext>
            </a:extLst>
          </p:cNvPr>
          <p:cNvSpPr>
            <a:spLocks noChangeArrowheads="1"/>
          </p:cNvSpPr>
          <p:nvPr userDrawn="1"/>
        </p:nvSpPr>
        <p:spPr bwMode="auto">
          <a:xfrm>
            <a:off x="3538630" y="1862783"/>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9" name="Rectangle 92">
            <a:extLst>
              <a:ext uri="{FF2B5EF4-FFF2-40B4-BE49-F238E27FC236}">
                <a16:creationId xmlns:a16="http://schemas.microsoft.com/office/drawing/2014/main" id="{B68E0835-F6A9-4C24-80BC-2C4982644A6B}"/>
              </a:ext>
            </a:extLst>
          </p:cNvPr>
          <p:cNvSpPr>
            <a:spLocks noChangeArrowheads="1"/>
          </p:cNvSpPr>
          <p:nvPr userDrawn="1"/>
        </p:nvSpPr>
        <p:spPr bwMode="auto">
          <a:xfrm>
            <a:off x="3992893" y="1862783"/>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0" name="Rectangle 118">
            <a:extLst>
              <a:ext uri="{FF2B5EF4-FFF2-40B4-BE49-F238E27FC236}">
                <a16:creationId xmlns:a16="http://schemas.microsoft.com/office/drawing/2014/main" id="{C7E8024E-9FFB-4AFF-946C-F32504357775}"/>
              </a:ext>
            </a:extLst>
          </p:cNvPr>
          <p:cNvSpPr>
            <a:spLocks noChangeArrowheads="1"/>
          </p:cNvSpPr>
          <p:nvPr userDrawn="1"/>
        </p:nvSpPr>
        <p:spPr bwMode="auto">
          <a:xfrm>
            <a:off x="3538630" y="2371175"/>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1" name="Rectangle 119">
            <a:extLst>
              <a:ext uri="{FF2B5EF4-FFF2-40B4-BE49-F238E27FC236}">
                <a16:creationId xmlns:a16="http://schemas.microsoft.com/office/drawing/2014/main" id="{542FA810-66E0-4E5C-A29B-2F35550C8B07}"/>
              </a:ext>
            </a:extLst>
          </p:cNvPr>
          <p:cNvSpPr>
            <a:spLocks noChangeArrowheads="1"/>
          </p:cNvSpPr>
          <p:nvPr userDrawn="1"/>
        </p:nvSpPr>
        <p:spPr bwMode="auto">
          <a:xfrm>
            <a:off x="3992893" y="2371175"/>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2" name="Rectangle 145">
            <a:extLst>
              <a:ext uri="{FF2B5EF4-FFF2-40B4-BE49-F238E27FC236}">
                <a16:creationId xmlns:a16="http://schemas.microsoft.com/office/drawing/2014/main" id="{E3ADD3A0-60F3-4CCF-A787-C83FEFD7452B}"/>
              </a:ext>
            </a:extLst>
          </p:cNvPr>
          <p:cNvSpPr>
            <a:spLocks noChangeArrowheads="1"/>
          </p:cNvSpPr>
          <p:nvPr userDrawn="1"/>
        </p:nvSpPr>
        <p:spPr bwMode="auto">
          <a:xfrm>
            <a:off x="3538630" y="2878399"/>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3" name="Rectangle 146">
            <a:extLst>
              <a:ext uri="{FF2B5EF4-FFF2-40B4-BE49-F238E27FC236}">
                <a16:creationId xmlns:a16="http://schemas.microsoft.com/office/drawing/2014/main" id="{03B5D2C0-D46F-4CA6-BB0C-7E966C3AB9DB}"/>
              </a:ext>
            </a:extLst>
          </p:cNvPr>
          <p:cNvSpPr>
            <a:spLocks noChangeArrowheads="1"/>
          </p:cNvSpPr>
          <p:nvPr userDrawn="1"/>
        </p:nvSpPr>
        <p:spPr bwMode="auto">
          <a:xfrm>
            <a:off x="3992893" y="2878399"/>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4" name="Rectangle 172">
            <a:extLst>
              <a:ext uri="{FF2B5EF4-FFF2-40B4-BE49-F238E27FC236}">
                <a16:creationId xmlns:a16="http://schemas.microsoft.com/office/drawing/2014/main" id="{A5A79340-EBE4-4E04-AF35-EAB781F1CA7F}"/>
              </a:ext>
            </a:extLst>
          </p:cNvPr>
          <p:cNvSpPr>
            <a:spLocks noChangeArrowheads="1"/>
          </p:cNvSpPr>
          <p:nvPr userDrawn="1"/>
        </p:nvSpPr>
        <p:spPr bwMode="auto">
          <a:xfrm>
            <a:off x="3538630" y="3386791"/>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5" name="Rectangle 173">
            <a:extLst>
              <a:ext uri="{FF2B5EF4-FFF2-40B4-BE49-F238E27FC236}">
                <a16:creationId xmlns:a16="http://schemas.microsoft.com/office/drawing/2014/main" id="{A3D2A4FF-3DD1-4D92-A192-6C0C4D36720E}"/>
              </a:ext>
            </a:extLst>
          </p:cNvPr>
          <p:cNvSpPr>
            <a:spLocks noChangeArrowheads="1"/>
          </p:cNvSpPr>
          <p:nvPr userDrawn="1"/>
        </p:nvSpPr>
        <p:spPr bwMode="auto">
          <a:xfrm>
            <a:off x="3992893" y="3386791"/>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6" name="Rectangle 199">
            <a:extLst>
              <a:ext uri="{FF2B5EF4-FFF2-40B4-BE49-F238E27FC236}">
                <a16:creationId xmlns:a16="http://schemas.microsoft.com/office/drawing/2014/main" id="{F8123DF8-9385-4180-994E-0FB3C83AB056}"/>
              </a:ext>
            </a:extLst>
          </p:cNvPr>
          <p:cNvSpPr>
            <a:spLocks noChangeArrowheads="1"/>
          </p:cNvSpPr>
          <p:nvPr userDrawn="1"/>
        </p:nvSpPr>
        <p:spPr bwMode="auto">
          <a:xfrm>
            <a:off x="3538630" y="3895183"/>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7" name="Rectangle 200">
            <a:extLst>
              <a:ext uri="{FF2B5EF4-FFF2-40B4-BE49-F238E27FC236}">
                <a16:creationId xmlns:a16="http://schemas.microsoft.com/office/drawing/2014/main" id="{35B83622-CCF4-4468-AC64-CB149002826E}"/>
              </a:ext>
            </a:extLst>
          </p:cNvPr>
          <p:cNvSpPr>
            <a:spLocks noChangeArrowheads="1"/>
          </p:cNvSpPr>
          <p:nvPr userDrawn="1"/>
        </p:nvSpPr>
        <p:spPr bwMode="auto">
          <a:xfrm>
            <a:off x="3992893" y="3895183"/>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8" name="Rectangle 227">
            <a:extLst>
              <a:ext uri="{FF2B5EF4-FFF2-40B4-BE49-F238E27FC236}">
                <a16:creationId xmlns:a16="http://schemas.microsoft.com/office/drawing/2014/main" id="{BFBE24A8-7F94-482E-85C3-410179531E60}"/>
              </a:ext>
            </a:extLst>
          </p:cNvPr>
          <p:cNvSpPr>
            <a:spLocks noChangeArrowheads="1"/>
          </p:cNvSpPr>
          <p:nvPr userDrawn="1"/>
        </p:nvSpPr>
        <p:spPr bwMode="auto">
          <a:xfrm>
            <a:off x="3538631" y="4403575"/>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9" name="Rectangle 228">
            <a:extLst>
              <a:ext uri="{FF2B5EF4-FFF2-40B4-BE49-F238E27FC236}">
                <a16:creationId xmlns:a16="http://schemas.microsoft.com/office/drawing/2014/main" id="{7BB41F2F-EDE1-4BB3-B582-2B31560A4BBC}"/>
              </a:ext>
            </a:extLst>
          </p:cNvPr>
          <p:cNvSpPr>
            <a:spLocks noChangeArrowheads="1"/>
          </p:cNvSpPr>
          <p:nvPr userDrawn="1"/>
        </p:nvSpPr>
        <p:spPr bwMode="auto">
          <a:xfrm>
            <a:off x="3992894" y="4403575"/>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0" name="Rectangle 254">
            <a:extLst>
              <a:ext uri="{FF2B5EF4-FFF2-40B4-BE49-F238E27FC236}">
                <a16:creationId xmlns:a16="http://schemas.microsoft.com/office/drawing/2014/main" id="{B7B10579-D69C-4FCC-AF11-0E5789DC7BAB}"/>
              </a:ext>
            </a:extLst>
          </p:cNvPr>
          <p:cNvSpPr>
            <a:spLocks noChangeArrowheads="1"/>
          </p:cNvSpPr>
          <p:nvPr userDrawn="1"/>
        </p:nvSpPr>
        <p:spPr bwMode="auto">
          <a:xfrm>
            <a:off x="3538631" y="4910799"/>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1" name="Rectangle 255">
            <a:extLst>
              <a:ext uri="{FF2B5EF4-FFF2-40B4-BE49-F238E27FC236}">
                <a16:creationId xmlns:a16="http://schemas.microsoft.com/office/drawing/2014/main" id="{A4A3592F-5BAF-4960-8617-39A5A4418C41}"/>
              </a:ext>
            </a:extLst>
          </p:cNvPr>
          <p:cNvSpPr>
            <a:spLocks noChangeArrowheads="1"/>
          </p:cNvSpPr>
          <p:nvPr userDrawn="1"/>
        </p:nvSpPr>
        <p:spPr bwMode="auto">
          <a:xfrm>
            <a:off x="3992894" y="4910799"/>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2" name="Rectangle 91">
            <a:extLst>
              <a:ext uri="{FF2B5EF4-FFF2-40B4-BE49-F238E27FC236}">
                <a16:creationId xmlns:a16="http://schemas.microsoft.com/office/drawing/2014/main" id="{D185731F-D098-4E64-B7BB-077680516CB5}"/>
              </a:ext>
            </a:extLst>
          </p:cNvPr>
          <p:cNvSpPr>
            <a:spLocks noChangeArrowheads="1"/>
          </p:cNvSpPr>
          <p:nvPr userDrawn="1"/>
        </p:nvSpPr>
        <p:spPr bwMode="auto">
          <a:xfrm>
            <a:off x="4448326" y="1854852"/>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3" name="Rectangle 92">
            <a:extLst>
              <a:ext uri="{FF2B5EF4-FFF2-40B4-BE49-F238E27FC236}">
                <a16:creationId xmlns:a16="http://schemas.microsoft.com/office/drawing/2014/main" id="{C9CCA8BE-3357-4F70-B832-4B61283439F8}"/>
              </a:ext>
            </a:extLst>
          </p:cNvPr>
          <p:cNvSpPr>
            <a:spLocks noChangeArrowheads="1"/>
          </p:cNvSpPr>
          <p:nvPr userDrawn="1"/>
        </p:nvSpPr>
        <p:spPr bwMode="auto">
          <a:xfrm>
            <a:off x="4902589" y="1854852"/>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4" name="Rectangle 118">
            <a:extLst>
              <a:ext uri="{FF2B5EF4-FFF2-40B4-BE49-F238E27FC236}">
                <a16:creationId xmlns:a16="http://schemas.microsoft.com/office/drawing/2014/main" id="{E455E6B1-820F-4874-9998-3F33FDF6762A}"/>
              </a:ext>
            </a:extLst>
          </p:cNvPr>
          <p:cNvSpPr>
            <a:spLocks noChangeArrowheads="1"/>
          </p:cNvSpPr>
          <p:nvPr userDrawn="1"/>
        </p:nvSpPr>
        <p:spPr bwMode="auto">
          <a:xfrm>
            <a:off x="4448326" y="2363244"/>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5" name="Rectangle 119">
            <a:extLst>
              <a:ext uri="{FF2B5EF4-FFF2-40B4-BE49-F238E27FC236}">
                <a16:creationId xmlns:a16="http://schemas.microsoft.com/office/drawing/2014/main" id="{A5878F30-11F9-4620-BB7C-A20308D54D2A}"/>
              </a:ext>
            </a:extLst>
          </p:cNvPr>
          <p:cNvSpPr>
            <a:spLocks noChangeArrowheads="1"/>
          </p:cNvSpPr>
          <p:nvPr userDrawn="1"/>
        </p:nvSpPr>
        <p:spPr bwMode="auto">
          <a:xfrm>
            <a:off x="4902589" y="2363244"/>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6" name="Rectangle 145">
            <a:extLst>
              <a:ext uri="{FF2B5EF4-FFF2-40B4-BE49-F238E27FC236}">
                <a16:creationId xmlns:a16="http://schemas.microsoft.com/office/drawing/2014/main" id="{282B328E-96DE-404A-8A33-DD08463AA16C}"/>
              </a:ext>
            </a:extLst>
          </p:cNvPr>
          <p:cNvSpPr>
            <a:spLocks noChangeArrowheads="1"/>
          </p:cNvSpPr>
          <p:nvPr userDrawn="1"/>
        </p:nvSpPr>
        <p:spPr bwMode="auto">
          <a:xfrm>
            <a:off x="4448326" y="2870468"/>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7" name="Rectangle 146">
            <a:extLst>
              <a:ext uri="{FF2B5EF4-FFF2-40B4-BE49-F238E27FC236}">
                <a16:creationId xmlns:a16="http://schemas.microsoft.com/office/drawing/2014/main" id="{6B4AC90D-580B-4B11-8435-170433BF37CE}"/>
              </a:ext>
            </a:extLst>
          </p:cNvPr>
          <p:cNvSpPr>
            <a:spLocks noChangeArrowheads="1"/>
          </p:cNvSpPr>
          <p:nvPr userDrawn="1"/>
        </p:nvSpPr>
        <p:spPr bwMode="auto">
          <a:xfrm>
            <a:off x="4902589" y="2870468"/>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8" name="Rectangle 172">
            <a:extLst>
              <a:ext uri="{FF2B5EF4-FFF2-40B4-BE49-F238E27FC236}">
                <a16:creationId xmlns:a16="http://schemas.microsoft.com/office/drawing/2014/main" id="{9FF1A1F4-2E5F-4786-B499-D60DC75B214B}"/>
              </a:ext>
            </a:extLst>
          </p:cNvPr>
          <p:cNvSpPr>
            <a:spLocks noChangeArrowheads="1"/>
          </p:cNvSpPr>
          <p:nvPr userDrawn="1"/>
        </p:nvSpPr>
        <p:spPr bwMode="auto">
          <a:xfrm>
            <a:off x="4448326" y="3378860"/>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9" name="Rectangle 173">
            <a:extLst>
              <a:ext uri="{FF2B5EF4-FFF2-40B4-BE49-F238E27FC236}">
                <a16:creationId xmlns:a16="http://schemas.microsoft.com/office/drawing/2014/main" id="{0F1C8560-0B43-4D98-ADB6-195504D71D3D}"/>
              </a:ext>
            </a:extLst>
          </p:cNvPr>
          <p:cNvSpPr>
            <a:spLocks noChangeArrowheads="1"/>
          </p:cNvSpPr>
          <p:nvPr userDrawn="1"/>
        </p:nvSpPr>
        <p:spPr bwMode="auto">
          <a:xfrm>
            <a:off x="4902589" y="3378860"/>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0" name="Rectangle 199">
            <a:extLst>
              <a:ext uri="{FF2B5EF4-FFF2-40B4-BE49-F238E27FC236}">
                <a16:creationId xmlns:a16="http://schemas.microsoft.com/office/drawing/2014/main" id="{A4D091FA-192E-4111-9D0A-1154813D182B}"/>
              </a:ext>
            </a:extLst>
          </p:cNvPr>
          <p:cNvSpPr>
            <a:spLocks noChangeArrowheads="1"/>
          </p:cNvSpPr>
          <p:nvPr userDrawn="1"/>
        </p:nvSpPr>
        <p:spPr bwMode="auto">
          <a:xfrm>
            <a:off x="4448326" y="3887252"/>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1" name="Rectangle 200">
            <a:extLst>
              <a:ext uri="{FF2B5EF4-FFF2-40B4-BE49-F238E27FC236}">
                <a16:creationId xmlns:a16="http://schemas.microsoft.com/office/drawing/2014/main" id="{2456DB9E-FD91-4F1E-8D75-71C5A435799A}"/>
              </a:ext>
            </a:extLst>
          </p:cNvPr>
          <p:cNvSpPr>
            <a:spLocks noChangeArrowheads="1"/>
          </p:cNvSpPr>
          <p:nvPr userDrawn="1"/>
        </p:nvSpPr>
        <p:spPr bwMode="auto">
          <a:xfrm>
            <a:off x="4902589" y="3887252"/>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2" name="Rectangle 227">
            <a:extLst>
              <a:ext uri="{FF2B5EF4-FFF2-40B4-BE49-F238E27FC236}">
                <a16:creationId xmlns:a16="http://schemas.microsoft.com/office/drawing/2014/main" id="{82ADDEB8-4944-41EC-9927-6FCED6B44E0F}"/>
              </a:ext>
            </a:extLst>
          </p:cNvPr>
          <p:cNvSpPr>
            <a:spLocks noChangeArrowheads="1"/>
          </p:cNvSpPr>
          <p:nvPr userDrawn="1"/>
        </p:nvSpPr>
        <p:spPr bwMode="auto">
          <a:xfrm>
            <a:off x="4448327" y="4395644"/>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3" name="Rectangle 228">
            <a:extLst>
              <a:ext uri="{FF2B5EF4-FFF2-40B4-BE49-F238E27FC236}">
                <a16:creationId xmlns:a16="http://schemas.microsoft.com/office/drawing/2014/main" id="{3E7F6ABB-32D8-4D9F-8019-5A6F21704275}"/>
              </a:ext>
            </a:extLst>
          </p:cNvPr>
          <p:cNvSpPr>
            <a:spLocks noChangeArrowheads="1"/>
          </p:cNvSpPr>
          <p:nvPr userDrawn="1"/>
        </p:nvSpPr>
        <p:spPr bwMode="auto">
          <a:xfrm>
            <a:off x="4902590" y="4395644"/>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4" name="Rectangle 254">
            <a:extLst>
              <a:ext uri="{FF2B5EF4-FFF2-40B4-BE49-F238E27FC236}">
                <a16:creationId xmlns:a16="http://schemas.microsoft.com/office/drawing/2014/main" id="{FF3C13CA-9CE5-4787-9D9F-6F33F6D7219E}"/>
              </a:ext>
            </a:extLst>
          </p:cNvPr>
          <p:cNvSpPr>
            <a:spLocks noChangeArrowheads="1"/>
          </p:cNvSpPr>
          <p:nvPr userDrawn="1"/>
        </p:nvSpPr>
        <p:spPr bwMode="auto">
          <a:xfrm>
            <a:off x="4448327" y="4902868"/>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5" name="Rectangle 255">
            <a:extLst>
              <a:ext uri="{FF2B5EF4-FFF2-40B4-BE49-F238E27FC236}">
                <a16:creationId xmlns:a16="http://schemas.microsoft.com/office/drawing/2014/main" id="{F45F3084-D5DF-4E2A-9FD2-8FADA756F908}"/>
              </a:ext>
            </a:extLst>
          </p:cNvPr>
          <p:cNvSpPr>
            <a:spLocks noChangeArrowheads="1"/>
          </p:cNvSpPr>
          <p:nvPr userDrawn="1"/>
        </p:nvSpPr>
        <p:spPr bwMode="auto">
          <a:xfrm>
            <a:off x="4902590" y="4902868"/>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6" name="Rectangle 91">
            <a:extLst>
              <a:ext uri="{FF2B5EF4-FFF2-40B4-BE49-F238E27FC236}">
                <a16:creationId xmlns:a16="http://schemas.microsoft.com/office/drawing/2014/main" id="{C8C188D8-825C-491C-B927-12A86B68F9C8}"/>
              </a:ext>
            </a:extLst>
          </p:cNvPr>
          <p:cNvSpPr>
            <a:spLocks noChangeArrowheads="1"/>
          </p:cNvSpPr>
          <p:nvPr userDrawn="1"/>
        </p:nvSpPr>
        <p:spPr bwMode="auto">
          <a:xfrm>
            <a:off x="5358022" y="183043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7" name="Rectangle 92">
            <a:extLst>
              <a:ext uri="{FF2B5EF4-FFF2-40B4-BE49-F238E27FC236}">
                <a16:creationId xmlns:a16="http://schemas.microsoft.com/office/drawing/2014/main" id="{F1A1CAD1-7E2F-491A-A2F7-752577008BAE}"/>
              </a:ext>
            </a:extLst>
          </p:cNvPr>
          <p:cNvSpPr>
            <a:spLocks noChangeArrowheads="1"/>
          </p:cNvSpPr>
          <p:nvPr userDrawn="1"/>
        </p:nvSpPr>
        <p:spPr bwMode="auto">
          <a:xfrm>
            <a:off x="5812285" y="183043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8" name="Rectangle 118">
            <a:extLst>
              <a:ext uri="{FF2B5EF4-FFF2-40B4-BE49-F238E27FC236}">
                <a16:creationId xmlns:a16="http://schemas.microsoft.com/office/drawing/2014/main" id="{C9F7170B-09CB-4F23-B86C-E3C5A5A9526F}"/>
              </a:ext>
            </a:extLst>
          </p:cNvPr>
          <p:cNvSpPr>
            <a:spLocks noChangeArrowheads="1"/>
          </p:cNvSpPr>
          <p:nvPr userDrawn="1"/>
        </p:nvSpPr>
        <p:spPr bwMode="auto">
          <a:xfrm>
            <a:off x="5358022" y="2338829"/>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9" name="Rectangle 119">
            <a:extLst>
              <a:ext uri="{FF2B5EF4-FFF2-40B4-BE49-F238E27FC236}">
                <a16:creationId xmlns:a16="http://schemas.microsoft.com/office/drawing/2014/main" id="{91FF46E2-A356-45DF-9FE0-6D68E8BBB82B}"/>
              </a:ext>
            </a:extLst>
          </p:cNvPr>
          <p:cNvSpPr>
            <a:spLocks noChangeArrowheads="1"/>
          </p:cNvSpPr>
          <p:nvPr userDrawn="1"/>
        </p:nvSpPr>
        <p:spPr bwMode="auto">
          <a:xfrm>
            <a:off x="5812285" y="2338829"/>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0" name="Rectangle 145">
            <a:extLst>
              <a:ext uri="{FF2B5EF4-FFF2-40B4-BE49-F238E27FC236}">
                <a16:creationId xmlns:a16="http://schemas.microsoft.com/office/drawing/2014/main" id="{233DF4C6-7DB2-4DEC-965E-4E0FD1AE2F7E}"/>
              </a:ext>
            </a:extLst>
          </p:cNvPr>
          <p:cNvSpPr>
            <a:spLocks noChangeArrowheads="1"/>
          </p:cNvSpPr>
          <p:nvPr userDrawn="1"/>
        </p:nvSpPr>
        <p:spPr bwMode="auto">
          <a:xfrm>
            <a:off x="5358022" y="2846053"/>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1" name="Rectangle 146">
            <a:extLst>
              <a:ext uri="{FF2B5EF4-FFF2-40B4-BE49-F238E27FC236}">
                <a16:creationId xmlns:a16="http://schemas.microsoft.com/office/drawing/2014/main" id="{BA0EBE02-0FF5-4E5F-B07E-C74F70CB3BB6}"/>
              </a:ext>
            </a:extLst>
          </p:cNvPr>
          <p:cNvSpPr>
            <a:spLocks noChangeArrowheads="1"/>
          </p:cNvSpPr>
          <p:nvPr userDrawn="1"/>
        </p:nvSpPr>
        <p:spPr bwMode="auto">
          <a:xfrm>
            <a:off x="5812285" y="2846053"/>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2" name="Rectangle 172">
            <a:extLst>
              <a:ext uri="{FF2B5EF4-FFF2-40B4-BE49-F238E27FC236}">
                <a16:creationId xmlns:a16="http://schemas.microsoft.com/office/drawing/2014/main" id="{C1FFCEB5-7D01-4DF1-AE5C-13AA614FBB24}"/>
              </a:ext>
            </a:extLst>
          </p:cNvPr>
          <p:cNvSpPr>
            <a:spLocks noChangeArrowheads="1"/>
          </p:cNvSpPr>
          <p:nvPr userDrawn="1"/>
        </p:nvSpPr>
        <p:spPr bwMode="auto">
          <a:xfrm>
            <a:off x="5358022" y="3354445"/>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3" name="Rectangle 173">
            <a:extLst>
              <a:ext uri="{FF2B5EF4-FFF2-40B4-BE49-F238E27FC236}">
                <a16:creationId xmlns:a16="http://schemas.microsoft.com/office/drawing/2014/main" id="{4E743A8D-CDF1-43FE-9A64-273018A788F5}"/>
              </a:ext>
            </a:extLst>
          </p:cNvPr>
          <p:cNvSpPr>
            <a:spLocks noChangeArrowheads="1"/>
          </p:cNvSpPr>
          <p:nvPr userDrawn="1"/>
        </p:nvSpPr>
        <p:spPr bwMode="auto">
          <a:xfrm>
            <a:off x="5812285" y="3354445"/>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4" name="Rectangle 199">
            <a:extLst>
              <a:ext uri="{FF2B5EF4-FFF2-40B4-BE49-F238E27FC236}">
                <a16:creationId xmlns:a16="http://schemas.microsoft.com/office/drawing/2014/main" id="{5816494B-7CF7-4661-9520-ECF2157C306A}"/>
              </a:ext>
            </a:extLst>
          </p:cNvPr>
          <p:cNvSpPr>
            <a:spLocks noChangeArrowheads="1"/>
          </p:cNvSpPr>
          <p:nvPr userDrawn="1"/>
        </p:nvSpPr>
        <p:spPr bwMode="auto">
          <a:xfrm>
            <a:off x="5358022" y="386283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5" name="Rectangle 200">
            <a:extLst>
              <a:ext uri="{FF2B5EF4-FFF2-40B4-BE49-F238E27FC236}">
                <a16:creationId xmlns:a16="http://schemas.microsoft.com/office/drawing/2014/main" id="{D5F4C1D4-E8FC-483F-82E0-C314B4887C06}"/>
              </a:ext>
            </a:extLst>
          </p:cNvPr>
          <p:cNvSpPr>
            <a:spLocks noChangeArrowheads="1"/>
          </p:cNvSpPr>
          <p:nvPr userDrawn="1"/>
        </p:nvSpPr>
        <p:spPr bwMode="auto">
          <a:xfrm>
            <a:off x="5812285" y="386283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6" name="Rectangle 227">
            <a:extLst>
              <a:ext uri="{FF2B5EF4-FFF2-40B4-BE49-F238E27FC236}">
                <a16:creationId xmlns:a16="http://schemas.microsoft.com/office/drawing/2014/main" id="{1DE23893-72CE-44E4-9514-E4A35927AD0D}"/>
              </a:ext>
            </a:extLst>
          </p:cNvPr>
          <p:cNvSpPr>
            <a:spLocks noChangeArrowheads="1"/>
          </p:cNvSpPr>
          <p:nvPr userDrawn="1"/>
        </p:nvSpPr>
        <p:spPr bwMode="auto">
          <a:xfrm>
            <a:off x="5358023" y="4371229"/>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7" name="Rectangle 228">
            <a:extLst>
              <a:ext uri="{FF2B5EF4-FFF2-40B4-BE49-F238E27FC236}">
                <a16:creationId xmlns:a16="http://schemas.microsoft.com/office/drawing/2014/main" id="{FDAE80AB-A18F-4777-8A7E-3AF3817C0054}"/>
              </a:ext>
            </a:extLst>
          </p:cNvPr>
          <p:cNvSpPr>
            <a:spLocks noChangeArrowheads="1"/>
          </p:cNvSpPr>
          <p:nvPr userDrawn="1"/>
        </p:nvSpPr>
        <p:spPr bwMode="auto">
          <a:xfrm>
            <a:off x="5812286" y="4371229"/>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8" name="Rectangle 254">
            <a:extLst>
              <a:ext uri="{FF2B5EF4-FFF2-40B4-BE49-F238E27FC236}">
                <a16:creationId xmlns:a16="http://schemas.microsoft.com/office/drawing/2014/main" id="{057CEA97-FB2D-4753-85A3-0C33E822D3CE}"/>
              </a:ext>
            </a:extLst>
          </p:cNvPr>
          <p:cNvSpPr>
            <a:spLocks noChangeArrowheads="1"/>
          </p:cNvSpPr>
          <p:nvPr userDrawn="1"/>
        </p:nvSpPr>
        <p:spPr bwMode="auto">
          <a:xfrm>
            <a:off x="5358023" y="4878453"/>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9" name="Rectangle 255">
            <a:extLst>
              <a:ext uri="{FF2B5EF4-FFF2-40B4-BE49-F238E27FC236}">
                <a16:creationId xmlns:a16="http://schemas.microsoft.com/office/drawing/2014/main" id="{79420A4A-5528-4EC0-987F-DF7C0EEB41F6}"/>
              </a:ext>
            </a:extLst>
          </p:cNvPr>
          <p:cNvSpPr>
            <a:spLocks noChangeArrowheads="1"/>
          </p:cNvSpPr>
          <p:nvPr userDrawn="1"/>
        </p:nvSpPr>
        <p:spPr bwMode="auto">
          <a:xfrm>
            <a:off x="5812286" y="4878453"/>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0" name="Rectangle 91">
            <a:extLst>
              <a:ext uri="{FF2B5EF4-FFF2-40B4-BE49-F238E27FC236}">
                <a16:creationId xmlns:a16="http://schemas.microsoft.com/office/drawing/2014/main" id="{DBC80B5A-0476-410E-B60C-6450F79B3E0B}"/>
              </a:ext>
            </a:extLst>
          </p:cNvPr>
          <p:cNvSpPr>
            <a:spLocks noChangeArrowheads="1"/>
          </p:cNvSpPr>
          <p:nvPr userDrawn="1"/>
        </p:nvSpPr>
        <p:spPr bwMode="auto">
          <a:xfrm>
            <a:off x="6267716" y="1842966"/>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1" name="Rectangle 92">
            <a:extLst>
              <a:ext uri="{FF2B5EF4-FFF2-40B4-BE49-F238E27FC236}">
                <a16:creationId xmlns:a16="http://schemas.microsoft.com/office/drawing/2014/main" id="{65FABB81-DBF4-42B4-8D90-A98EC802144F}"/>
              </a:ext>
            </a:extLst>
          </p:cNvPr>
          <p:cNvSpPr>
            <a:spLocks noChangeArrowheads="1"/>
          </p:cNvSpPr>
          <p:nvPr userDrawn="1"/>
        </p:nvSpPr>
        <p:spPr bwMode="auto">
          <a:xfrm>
            <a:off x="6721979" y="1842966"/>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2" name="Rectangle 118">
            <a:extLst>
              <a:ext uri="{FF2B5EF4-FFF2-40B4-BE49-F238E27FC236}">
                <a16:creationId xmlns:a16="http://schemas.microsoft.com/office/drawing/2014/main" id="{A6202184-9808-4043-9640-D0544AB5D404}"/>
              </a:ext>
            </a:extLst>
          </p:cNvPr>
          <p:cNvSpPr>
            <a:spLocks noChangeArrowheads="1"/>
          </p:cNvSpPr>
          <p:nvPr userDrawn="1"/>
        </p:nvSpPr>
        <p:spPr bwMode="auto">
          <a:xfrm>
            <a:off x="6267716" y="2351358"/>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3" name="Rectangle 119">
            <a:extLst>
              <a:ext uri="{FF2B5EF4-FFF2-40B4-BE49-F238E27FC236}">
                <a16:creationId xmlns:a16="http://schemas.microsoft.com/office/drawing/2014/main" id="{FEED1DE3-7FCB-412B-AD9F-396C8AFC0B44}"/>
              </a:ext>
            </a:extLst>
          </p:cNvPr>
          <p:cNvSpPr>
            <a:spLocks noChangeArrowheads="1"/>
          </p:cNvSpPr>
          <p:nvPr userDrawn="1"/>
        </p:nvSpPr>
        <p:spPr bwMode="auto">
          <a:xfrm>
            <a:off x="6721979" y="2351358"/>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4" name="Rectangle 145">
            <a:extLst>
              <a:ext uri="{FF2B5EF4-FFF2-40B4-BE49-F238E27FC236}">
                <a16:creationId xmlns:a16="http://schemas.microsoft.com/office/drawing/2014/main" id="{E3D106F5-B3BA-48C7-BB89-5F7A7B3FD30F}"/>
              </a:ext>
            </a:extLst>
          </p:cNvPr>
          <p:cNvSpPr>
            <a:spLocks noChangeArrowheads="1"/>
          </p:cNvSpPr>
          <p:nvPr userDrawn="1"/>
        </p:nvSpPr>
        <p:spPr bwMode="auto">
          <a:xfrm>
            <a:off x="6267716" y="2858582"/>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5" name="Rectangle 146">
            <a:extLst>
              <a:ext uri="{FF2B5EF4-FFF2-40B4-BE49-F238E27FC236}">
                <a16:creationId xmlns:a16="http://schemas.microsoft.com/office/drawing/2014/main" id="{98A5D359-1B62-4D55-856B-6A4D9015C636}"/>
              </a:ext>
            </a:extLst>
          </p:cNvPr>
          <p:cNvSpPr>
            <a:spLocks noChangeArrowheads="1"/>
          </p:cNvSpPr>
          <p:nvPr userDrawn="1"/>
        </p:nvSpPr>
        <p:spPr bwMode="auto">
          <a:xfrm>
            <a:off x="6721979" y="2858582"/>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6" name="Rectangle 172">
            <a:extLst>
              <a:ext uri="{FF2B5EF4-FFF2-40B4-BE49-F238E27FC236}">
                <a16:creationId xmlns:a16="http://schemas.microsoft.com/office/drawing/2014/main" id="{8AEB6855-7DCA-4BAB-B081-5EAFB1014586}"/>
              </a:ext>
            </a:extLst>
          </p:cNvPr>
          <p:cNvSpPr>
            <a:spLocks noChangeArrowheads="1"/>
          </p:cNvSpPr>
          <p:nvPr userDrawn="1"/>
        </p:nvSpPr>
        <p:spPr bwMode="auto">
          <a:xfrm>
            <a:off x="6267716" y="3366974"/>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7" name="Rectangle 173">
            <a:extLst>
              <a:ext uri="{FF2B5EF4-FFF2-40B4-BE49-F238E27FC236}">
                <a16:creationId xmlns:a16="http://schemas.microsoft.com/office/drawing/2014/main" id="{18A0DCB0-4E9E-42D7-ABF1-2CB0A069240A}"/>
              </a:ext>
            </a:extLst>
          </p:cNvPr>
          <p:cNvSpPr>
            <a:spLocks noChangeArrowheads="1"/>
          </p:cNvSpPr>
          <p:nvPr userDrawn="1"/>
        </p:nvSpPr>
        <p:spPr bwMode="auto">
          <a:xfrm>
            <a:off x="6721979" y="3366974"/>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8" name="Rectangle 199">
            <a:extLst>
              <a:ext uri="{FF2B5EF4-FFF2-40B4-BE49-F238E27FC236}">
                <a16:creationId xmlns:a16="http://schemas.microsoft.com/office/drawing/2014/main" id="{C94A534B-EDB6-41CC-BFD6-C8E5C64E30CF}"/>
              </a:ext>
            </a:extLst>
          </p:cNvPr>
          <p:cNvSpPr>
            <a:spLocks noChangeArrowheads="1"/>
          </p:cNvSpPr>
          <p:nvPr userDrawn="1"/>
        </p:nvSpPr>
        <p:spPr bwMode="auto">
          <a:xfrm>
            <a:off x="6267716" y="3875366"/>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9" name="Rectangle 200">
            <a:extLst>
              <a:ext uri="{FF2B5EF4-FFF2-40B4-BE49-F238E27FC236}">
                <a16:creationId xmlns:a16="http://schemas.microsoft.com/office/drawing/2014/main" id="{D3305D9B-7E5D-4A06-B20C-705E7AADA0EE}"/>
              </a:ext>
            </a:extLst>
          </p:cNvPr>
          <p:cNvSpPr>
            <a:spLocks noChangeArrowheads="1"/>
          </p:cNvSpPr>
          <p:nvPr userDrawn="1"/>
        </p:nvSpPr>
        <p:spPr bwMode="auto">
          <a:xfrm>
            <a:off x="6721979" y="3875366"/>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0" name="Rectangle 227">
            <a:extLst>
              <a:ext uri="{FF2B5EF4-FFF2-40B4-BE49-F238E27FC236}">
                <a16:creationId xmlns:a16="http://schemas.microsoft.com/office/drawing/2014/main" id="{10DC9989-B0C3-40E8-9A23-4DD46B61F186}"/>
              </a:ext>
            </a:extLst>
          </p:cNvPr>
          <p:cNvSpPr>
            <a:spLocks noChangeArrowheads="1"/>
          </p:cNvSpPr>
          <p:nvPr userDrawn="1"/>
        </p:nvSpPr>
        <p:spPr bwMode="auto">
          <a:xfrm>
            <a:off x="6267717" y="4383758"/>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1" name="Rectangle 228">
            <a:extLst>
              <a:ext uri="{FF2B5EF4-FFF2-40B4-BE49-F238E27FC236}">
                <a16:creationId xmlns:a16="http://schemas.microsoft.com/office/drawing/2014/main" id="{802DD19F-ACAF-462C-9EF0-03BED7E8C2A2}"/>
              </a:ext>
            </a:extLst>
          </p:cNvPr>
          <p:cNvSpPr>
            <a:spLocks noChangeArrowheads="1"/>
          </p:cNvSpPr>
          <p:nvPr userDrawn="1"/>
        </p:nvSpPr>
        <p:spPr bwMode="auto">
          <a:xfrm>
            <a:off x="6721980" y="4383758"/>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2" name="Rectangle 254">
            <a:extLst>
              <a:ext uri="{FF2B5EF4-FFF2-40B4-BE49-F238E27FC236}">
                <a16:creationId xmlns:a16="http://schemas.microsoft.com/office/drawing/2014/main" id="{B675BA60-6E6B-4897-B172-3FEB85B0A6BE}"/>
              </a:ext>
            </a:extLst>
          </p:cNvPr>
          <p:cNvSpPr>
            <a:spLocks noChangeArrowheads="1"/>
          </p:cNvSpPr>
          <p:nvPr userDrawn="1"/>
        </p:nvSpPr>
        <p:spPr bwMode="auto">
          <a:xfrm>
            <a:off x="6267717" y="4890982"/>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3" name="Rectangle 255">
            <a:extLst>
              <a:ext uri="{FF2B5EF4-FFF2-40B4-BE49-F238E27FC236}">
                <a16:creationId xmlns:a16="http://schemas.microsoft.com/office/drawing/2014/main" id="{90EC0740-4B58-4786-864F-D6202316E36B}"/>
              </a:ext>
            </a:extLst>
          </p:cNvPr>
          <p:cNvSpPr>
            <a:spLocks noChangeArrowheads="1"/>
          </p:cNvSpPr>
          <p:nvPr userDrawn="1"/>
        </p:nvSpPr>
        <p:spPr bwMode="auto">
          <a:xfrm>
            <a:off x="6721980" y="4890982"/>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4" name="Rectangle 91">
            <a:extLst>
              <a:ext uri="{FF2B5EF4-FFF2-40B4-BE49-F238E27FC236}">
                <a16:creationId xmlns:a16="http://schemas.microsoft.com/office/drawing/2014/main" id="{6F4C6DA5-9C32-43AB-9B2B-D5F64DCD5B48}"/>
              </a:ext>
            </a:extLst>
          </p:cNvPr>
          <p:cNvSpPr>
            <a:spLocks noChangeArrowheads="1"/>
          </p:cNvSpPr>
          <p:nvPr userDrawn="1"/>
        </p:nvSpPr>
        <p:spPr bwMode="auto">
          <a:xfrm>
            <a:off x="7177412" y="1855170"/>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5" name="Rectangle 92">
            <a:extLst>
              <a:ext uri="{FF2B5EF4-FFF2-40B4-BE49-F238E27FC236}">
                <a16:creationId xmlns:a16="http://schemas.microsoft.com/office/drawing/2014/main" id="{2E98FFFB-1367-4885-A347-2B10A92AF779}"/>
              </a:ext>
            </a:extLst>
          </p:cNvPr>
          <p:cNvSpPr>
            <a:spLocks noChangeArrowheads="1"/>
          </p:cNvSpPr>
          <p:nvPr userDrawn="1"/>
        </p:nvSpPr>
        <p:spPr bwMode="auto">
          <a:xfrm>
            <a:off x="7631675" y="1855170"/>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6" name="Rectangle 118">
            <a:extLst>
              <a:ext uri="{FF2B5EF4-FFF2-40B4-BE49-F238E27FC236}">
                <a16:creationId xmlns:a16="http://schemas.microsoft.com/office/drawing/2014/main" id="{B0EE3A07-2F28-4D28-AD64-4E71640B185F}"/>
              </a:ext>
            </a:extLst>
          </p:cNvPr>
          <p:cNvSpPr>
            <a:spLocks noChangeArrowheads="1"/>
          </p:cNvSpPr>
          <p:nvPr userDrawn="1"/>
        </p:nvSpPr>
        <p:spPr bwMode="auto">
          <a:xfrm>
            <a:off x="7177412" y="2363562"/>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7" name="Rectangle 119">
            <a:extLst>
              <a:ext uri="{FF2B5EF4-FFF2-40B4-BE49-F238E27FC236}">
                <a16:creationId xmlns:a16="http://schemas.microsoft.com/office/drawing/2014/main" id="{CCE2A03B-C80B-42F1-9230-C10251D1238C}"/>
              </a:ext>
            </a:extLst>
          </p:cNvPr>
          <p:cNvSpPr>
            <a:spLocks noChangeArrowheads="1"/>
          </p:cNvSpPr>
          <p:nvPr userDrawn="1"/>
        </p:nvSpPr>
        <p:spPr bwMode="auto">
          <a:xfrm>
            <a:off x="7631675" y="2363562"/>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8" name="Rectangle 145">
            <a:extLst>
              <a:ext uri="{FF2B5EF4-FFF2-40B4-BE49-F238E27FC236}">
                <a16:creationId xmlns:a16="http://schemas.microsoft.com/office/drawing/2014/main" id="{87375277-0EF5-4601-B688-CC287F3E6A48}"/>
              </a:ext>
            </a:extLst>
          </p:cNvPr>
          <p:cNvSpPr>
            <a:spLocks noChangeArrowheads="1"/>
          </p:cNvSpPr>
          <p:nvPr userDrawn="1"/>
        </p:nvSpPr>
        <p:spPr bwMode="auto">
          <a:xfrm>
            <a:off x="7177412" y="2870786"/>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9" name="Rectangle 146">
            <a:extLst>
              <a:ext uri="{FF2B5EF4-FFF2-40B4-BE49-F238E27FC236}">
                <a16:creationId xmlns:a16="http://schemas.microsoft.com/office/drawing/2014/main" id="{19099545-7878-4215-9ADA-69237497B88B}"/>
              </a:ext>
            </a:extLst>
          </p:cNvPr>
          <p:cNvSpPr>
            <a:spLocks noChangeArrowheads="1"/>
          </p:cNvSpPr>
          <p:nvPr userDrawn="1"/>
        </p:nvSpPr>
        <p:spPr bwMode="auto">
          <a:xfrm>
            <a:off x="7631675" y="2870786"/>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0" name="Rectangle 172">
            <a:extLst>
              <a:ext uri="{FF2B5EF4-FFF2-40B4-BE49-F238E27FC236}">
                <a16:creationId xmlns:a16="http://schemas.microsoft.com/office/drawing/2014/main" id="{13AB64CA-71E8-4F3D-8A8F-48ADB8EE76DD}"/>
              </a:ext>
            </a:extLst>
          </p:cNvPr>
          <p:cNvSpPr>
            <a:spLocks noChangeArrowheads="1"/>
          </p:cNvSpPr>
          <p:nvPr userDrawn="1"/>
        </p:nvSpPr>
        <p:spPr bwMode="auto">
          <a:xfrm>
            <a:off x="7177412" y="3379178"/>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1" name="Rectangle 173">
            <a:extLst>
              <a:ext uri="{FF2B5EF4-FFF2-40B4-BE49-F238E27FC236}">
                <a16:creationId xmlns:a16="http://schemas.microsoft.com/office/drawing/2014/main" id="{E6E68EB4-8B4F-4659-85F0-F33EB0681EAB}"/>
              </a:ext>
            </a:extLst>
          </p:cNvPr>
          <p:cNvSpPr>
            <a:spLocks noChangeArrowheads="1"/>
          </p:cNvSpPr>
          <p:nvPr userDrawn="1"/>
        </p:nvSpPr>
        <p:spPr bwMode="auto">
          <a:xfrm>
            <a:off x="7631675" y="3379178"/>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2" name="Rectangle 199">
            <a:extLst>
              <a:ext uri="{FF2B5EF4-FFF2-40B4-BE49-F238E27FC236}">
                <a16:creationId xmlns:a16="http://schemas.microsoft.com/office/drawing/2014/main" id="{FD5D2EFE-78D7-47A0-B41B-A6D123F33258}"/>
              </a:ext>
            </a:extLst>
          </p:cNvPr>
          <p:cNvSpPr>
            <a:spLocks noChangeArrowheads="1"/>
          </p:cNvSpPr>
          <p:nvPr userDrawn="1"/>
        </p:nvSpPr>
        <p:spPr bwMode="auto">
          <a:xfrm>
            <a:off x="7177412" y="3887570"/>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3" name="Rectangle 200">
            <a:extLst>
              <a:ext uri="{FF2B5EF4-FFF2-40B4-BE49-F238E27FC236}">
                <a16:creationId xmlns:a16="http://schemas.microsoft.com/office/drawing/2014/main" id="{43DD1F99-EF92-4FA7-A688-DFB8CA0428A2}"/>
              </a:ext>
            </a:extLst>
          </p:cNvPr>
          <p:cNvSpPr>
            <a:spLocks noChangeArrowheads="1"/>
          </p:cNvSpPr>
          <p:nvPr userDrawn="1"/>
        </p:nvSpPr>
        <p:spPr bwMode="auto">
          <a:xfrm>
            <a:off x="7631675" y="3887570"/>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4" name="Rectangle 227">
            <a:extLst>
              <a:ext uri="{FF2B5EF4-FFF2-40B4-BE49-F238E27FC236}">
                <a16:creationId xmlns:a16="http://schemas.microsoft.com/office/drawing/2014/main" id="{61B66908-9A89-4CAA-82BB-1B0CBBA7121D}"/>
              </a:ext>
            </a:extLst>
          </p:cNvPr>
          <p:cNvSpPr>
            <a:spLocks noChangeArrowheads="1"/>
          </p:cNvSpPr>
          <p:nvPr userDrawn="1"/>
        </p:nvSpPr>
        <p:spPr bwMode="auto">
          <a:xfrm>
            <a:off x="7177413" y="4395962"/>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5" name="Rectangle 228">
            <a:extLst>
              <a:ext uri="{FF2B5EF4-FFF2-40B4-BE49-F238E27FC236}">
                <a16:creationId xmlns:a16="http://schemas.microsoft.com/office/drawing/2014/main" id="{A25ADF27-53D5-47C3-A679-6359C6A587B3}"/>
              </a:ext>
            </a:extLst>
          </p:cNvPr>
          <p:cNvSpPr>
            <a:spLocks noChangeArrowheads="1"/>
          </p:cNvSpPr>
          <p:nvPr userDrawn="1"/>
        </p:nvSpPr>
        <p:spPr bwMode="auto">
          <a:xfrm>
            <a:off x="7631676" y="4395962"/>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6" name="Rectangle 254">
            <a:extLst>
              <a:ext uri="{FF2B5EF4-FFF2-40B4-BE49-F238E27FC236}">
                <a16:creationId xmlns:a16="http://schemas.microsoft.com/office/drawing/2014/main" id="{3571E780-2740-4415-A8FC-0A7B70032679}"/>
              </a:ext>
            </a:extLst>
          </p:cNvPr>
          <p:cNvSpPr>
            <a:spLocks noChangeArrowheads="1"/>
          </p:cNvSpPr>
          <p:nvPr userDrawn="1"/>
        </p:nvSpPr>
        <p:spPr bwMode="auto">
          <a:xfrm>
            <a:off x="7177413" y="4903186"/>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7" name="Rectangle 255">
            <a:extLst>
              <a:ext uri="{FF2B5EF4-FFF2-40B4-BE49-F238E27FC236}">
                <a16:creationId xmlns:a16="http://schemas.microsoft.com/office/drawing/2014/main" id="{D4DFF327-57BB-4D9E-A2B7-F0DD5B949776}"/>
              </a:ext>
            </a:extLst>
          </p:cNvPr>
          <p:cNvSpPr>
            <a:spLocks noChangeArrowheads="1"/>
          </p:cNvSpPr>
          <p:nvPr userDrawn="1"/>
        </p:nvSpPr>
        <p:spPr bwMode="auto">
          <a:xfrm>
            <a:off x="7631676" y="4903186"/>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5" name="Rectangle 91">
            <a:extLst>
              <a:ext uri="{FF2B5EF4-FFF2-40B4-BE49-F238E27FC236}">
                <a16:creationId xmlns:a16="http://schemas.microsoft.com/office/drawing/2014/main" id="{8A3B7425-E369-4F53-BA6F-5242DA61BF30}"/>
              </a:ext>
            </a:extLst>
          </p:cNvPr>
          <p:cNvSpPr>
            <a:spLocks noChangeArrowheads="1"/>
          </p:cNvSpPr>
          <p:nvPr userDrawn="1"/>
        </p:nvSpPr>
        <p:spPr bwMode="auto">
          <a:xfrm>
            <a:off x="8087107" y="1855170"/>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6" name="Rectangle 92">
            <a:extLst>
              <a:ext uri="{FF2B5EF4-FFF2-40B4-BE49-F238E27FC236}">
                <a16:creationId xmlns:a16="http://schemas.microsoft.com/office/drawing/2014/main" id="{4E6A839F-6FCF-4E31-8BD0-E16864EEE062}"/>
              </a:ext>
            </a:extLst>
          </p:cNvPr>
          <p:cNvSpPr>
            <a:spLocks noChangeArrowheads="1"/>
          </p:cNvSpPr>
          <p:nvPr userDrawn="1"/>
        </p:nvSpPr>
        <p:spPr bwMode="auto">
          <a:xfrm>
            <a:off x="8541370" y="1855170"/>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7" name="Rectangle 118">
            <a:extLst>
              <a:ext uri="{FF2B5EF4-FFF2-40B4-BE49-F238E27FC236}">
                <a16:creationId xmlns:a16="http://schemas.microsoft.com/office/drawing/2014/main" id="{E30405E0-3BAF-415C-962D-57EEE5D59061}"/>
              </a:ext>
            </a:extLst>
          </p:cNvPr>
          <p:cNvSpPr>
            <a:spLocks noChangeArrowheads="1"/>
          </p:cNvSpPr>
          <p:nvPr userDrawn="1"/>
        </p:nvSpPr>
        <p:spPr bwMode="auto">
          <a:xfrm>
            <a:off x="8087107" y="2363562"/>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8" name="Rectangle 119">
            <a:extLst>
              <a:ext uri="{FF2B5EF4-FFF2-40B4-BE49-F238E27FC236}">
                <a16:creationId xmlns:a16="http://schemas.microsoft.com/office/drawing/2014/main" id="{2F0D6E87-BA13-4616-837F-44E6418D2BE9}"/>
              </a:ext>
            </a:extLst>
          </p:cNvPr>
          <p:cNvSpPr>
            <a:spLocks noChangeArrowheads="1"/>
          </p:cNvSpPr>
          <p:nvPr userDrawn="1"/>
        </p:nvSpPr>
        <p:spPr bwMode="auto">
          <a:xfrm>
            <a:off x="8541370" y="2363562"/>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9" name="Rectangle 145">
            <a:extLst>
              <a:ext uri="{FF2B5EF4-FFF2-40B4-BE49-F238E27FC236}">
                <a16:creationId xmlns:a16="http://schemas.microsoft.com/office/drawing/2014/main" id="{6E4DC2C7-60E2-4E39-A040-33E1148C84D5}"/>
              </a:ext>
            </a:extLst>
          </p:cNvPr>
          <p:cNvSpPr>
            <a:spLocks noChangeArrowheads="1"/>
          </p:cNvSpPr>
          <p:nvPr userDrawn="1"/>
        </p:nvSpPr>
        <p:spPr bwMode="auto">
          <a:xfrm>
            <a:off x="8087107" y="2870786"/>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0" name="Rectangle 146">
            <a:extLst>
              <a:ext uri="{FF2B5EF4-FFF2-40B4-BE49-F238E27FC236}">
                <a16:creationId xmlns:a16="http://schemas.microsoft.com/office/drawing/2014/main" id="{966097DC-FD1B-4AB8-9270-D63BF4F1A3CB}"/>
              </a:ext>
            </a:extLst>
          </p:cNvPr>
          <p:cNvSpPr>
            <a:spLocks noChangeArrowheads="1"/>
          </p:cNvSpPr>
          <p:nvPr userDrawn="1"/>
        </p:nvSpPr>
        <p:spPr bwMode="auto">
          <a:xfrm>
            <a:off x="8541370" y="2870786"/>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1" name="Rectangle 172">
            <a:extLst>
              <a:ext uri="{FF2B5EF4-FFF2-40B4-BE49-F238E27FC236}">
                <a16:creationId xmlns:a16="http://schemas.microsoft.com/office/drawing/2014/main" id="{F9963C2C-FE13-4B53-9E0A-33833EBFF4BC}"/>
              </a:ext>
            </a:extLst>
          </p:cNvPr>
          <p:cNvSpPr>
            <a:spLocks noChangeArrowheads="1"/>
          </p:cNvSpPr>
          <p:nvPr userDrawn="1"/>
        </p:nvSpPr>
        <p:spPr bwMode="auto">
          <a:xfrm>
            <a:off x="8087107" y="3379178"/>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2" name="Rectangle 173">
            <a:extLst>
              <a:ext uri="{FF2B5EF4-FFF2-40B4-BE49-F238E27FC236}">
                <a16:creationId xmlns:a16="http://schemas.microsoft.com/office/drawing/2014/main" id="{E25FDE01-0116-404D-AED3-856484360C6A}"/>
              </a:ext>
            </a:extLst>
          </p:cNvPr>
          <p:cNvSpPr>
            <a:spLocks noChangeArrowheads="1"/>
          </p:cNvSpPr>
          <p:nvPr userDrawn="1"/>
        </p:nvSpPr>
        <p:spPr bwMode="auto">
          <a:xfrm>
            <a:off x="8541370" y="3379178"/>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3" name="Rectangle 199">
            <a:extLst>
              <a:ext uri="{FF2B5EF4-FFF2-40B4-BE49-F238E27FC236}">
                <a16:creationId xmlns:a16="http://schemas.microsoft.com/office/drawing/2014/main" id="{6301786C-8F5C-45F8-9EBB-5C24E924F8FB}"/>
              </a:ext>
            </a:extLst>
          </p:cNvPr>
          <p:cNvSpPr>
            <a:spLocks noChangeArrowheads="1"/>
          </p:cNvSpPr>
          <p:nvPr userDrawn="1"/>
        </p:nvSpPr>
        <p:spPr bwMode="auto">
          <a:xfrm>
            <a:off x="8087107" y="3887570"/>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4" name="Rectangle 200">
            <a:extLst>
              <a:ext uri="{FF2B5EF4-FFF2-40B4-BE49-F238E27FC236}">
                <a16:creationId xmlns:a16="http://schemas.microsoft.com/office/drawing/2014/main" id="{5F732FBA-FE3A-4BD8-BBC1-9C523E6253B3}"/>
              </a:ext>
            </a:extLst>
          </p:cNvPr>
          <p:cNvSpPr>
            <a:spLocks noChangeArrowheads="1"/>
          </p:cNvSpPr>
          <p:nvPr userDrawn="1"/>
        </p:nvSpPr>
        <p:spPr bwMode="auto">
          <a:xfrm>
            <a:off x="8541370" y="3887570"/>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5" name="Rectangle 227">
            <a:extLst>
              <a:ext uri="{FF2B5EF4-FFF2-40B4-BE49-F238E27FC236}">
                <a16:creationId xmlns:a16="http://schemas.microsoft.com/office/drawing/2014/main" id="{C637BBAC-97AA-4D18-AA59-2A7536613F5A}"/>
              </a:ext>
            </a:extLst>
          </p:cNvPr>
          <p:cNvSpPr>
            <a:spLocks noChangeArrowheads="1"/>
          </p:cNvSpPr>
          <p:nvPr userDrawn="1"/>
        </p:nvSpPr>
        <p:spPr bwMode="auto">
          <a:xfrm>
            <a:off x="8087108" y="4395962"/>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6" name="Rectangle 228">
            <a:extLst>
              <a:ext uri="{FF2B5EF4-FFF2-40B4-BE49-F238E27FC236}">
                <a16:creationId xmlns:a16="http://schemas.microsoft.com/office/drawing/2014/main" id="{6065E043-00A0-4681-9A2D-6DCA1E6EF993}"/>
              </a:ext>
            </a:extLst>
          </p:cNvPr>
          <p:cNvSpPr>
            <a:spLocks noChangeArrowheads="1"/>
          </p:cNvSpPr>
          <p:nvPr userDrawn="1"/>
        </p:nvSpPr>
        <p:spPr bwMode="auto">
          <a:xfrm>
            <a:off x="8541371" y="4395962"/>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7" name="Rectangle 254">
            <a:extLst>
              <a:ext uri="{FF2B5EF4-FFF2-40B4-BE49-F238E27FC236}">
                <a16:creationId xmlns:a16="http://schemas.microsoft.com/office/drawing/2014/main" id="{CE169FB0-5491-4F5D-BC9E-C9846ADDC0B8}"/>
              </a:ext>
            </a:extLst>
          </p:cNvPr>
          <p:cNvSpPr>
            <a:spLocks noChangeArrowheads="1"/>
          </p:cNvSpPr>
          <p:nvPr userDrawn="1"/>
        </p:nvSpPr>
        <p:spPr bwMode="auto">
          <a:xfrm>
            <a:off x="8087108" y="4903186"/>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8" name="Rectangle 255">
            <a:extLst>
              <a:ext uri="{FF2B5EF4-FFF2-40B4-BE49-F238E27FC236}">
                <a16:creationId xmlns:a16="http://schemas.microsoft.com/office/drawing/2014/main" id="{2057D317-5E06-487E-8C29-ACF2FBFDAD7B}"/>
              </a:ext>
            </a:extLst>
          </p:cNvPr>
          <p:cNvSpPr>
            <a:spLocks noChangeArrowheads="1"/>
          </p:cNvSpPr>
          <p:nvPr userDrawn="1"/>
        </p:nvSpPr>
        <p:spPr bwMode="auto">
          <a:xfrm>
            <a:off x="8541371" y="4903186"/>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Tree>
    <p:extLst>
      <p:ext uri="{BB962C8B-B14F-4D97-AF65-F5344CB8AC3E}">
        <p14:creationId xmlns:p14="http://schemas.microsoft.com/office/powerpoint/2010/main" val="1452309341"/>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Thank You">
    <p:bg>
      <p:bgPr>
        <a:solidFill>
          <a:schemeClr val="accent1"/>
        </a:solidFill>
        <a:effectLst/>
      </p:bgPr>
    </p:bg>
    <p:spTree>
      <p:nvGrpSpPr>
        <p:cNvPr id="1" name=""/>
        <p:cNvGrpSpPr/>
        <p:nvPr/>
      </p:nvGrpSpPr>
      <p:grpSpPr>
        <a:xfrm>
          <a:off x="0" y="0"/>
          <a:ext cx="0" cy="0"/>
          <a:chOff x="0" y="0"/>
          <a:chExt cx="0" cy="0"/>
        </a:xfrm>
      </p:grpSpPr>
      <p:sp>
        <p:nvSpPr>
          <p:cNvPr id="337" name="Rectangle 5">
            <a:extLst>
              <a:ext uri="{FF2B5EF4-FFF2-40B4-BE49-F238E27FC236}">
                <a16:creationId xmlns:a16="http://schemas.microsoft.com/office/drawing/2014/main" id="{85C298FF-97F9-4147-B827-D8E5136C2635}"/>
              </a:ext>
            </a:extLst>
          </p:cNvPr>
          <p:cNvSpPr>
            <a:spLocks noChangeArrowheads="1"/>
          </p:cNvSpPr>
          <p:nvPr/>
        </p:nvSpPr>
        <p:spPr bwMode="auto">
          <a:xfrm>
            <a:off x="354110" y="326571"/>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8" name="Rectangle 6">
            <a:extLst>
              <a:ext uri="{FF2B5EF4-FFF2-40B4-BE49-F238E27FC236}">
                <a16:creationId xmlns:a16="http://schemas.microsoft.com/office/drawing/2014/main" id="{9408EFDD-1492-4223-8E65-A093D2F1BB8A}"/>
              </a:ext>
            </a:extLst>
          </p:cNvPr>
          <p:cNvSpPr>
            <a:spLocks noChangeArrowheads="1"/>
          </p:cNvSpPr>
          <p:nvPr/>
        </p:nvSpPr>
        <p:spPr bwMode="auto">
          <a:xfrm>
            <a:off x="809542" y="326571"/>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9" name="Rectangle 7">
            <a:extLst>
              <a:ext uri="{FF2B5EF4-FFF2-40B4-BE49-F238E27FC236}">
                <a16:creationId xmlns:a16="http://schemas.microsoft.com/office/drawing/2014/main" id="{F894E7F8-7101-42ED-9EE3-85F58C6EF313}"/>
              </a:ext>
            </a:extLst>
          </p:cNvPr>
          <p:cNvSpPr>
            <a:spLocks noChangeArrowheads="1"/>
          </p:cNvSpPr>
          <p:nvPr/>
        </p:nvSpPr>
        <p:spPr bwMode="auto">
          <a:xfrm>
            <a:off x="1263805" y="326571"/>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0" name="Rectangle 8">
            <a:extLst>
              <a:ext uri="{FF2B5EF4-FFF2-40B4-BE49-F238E27FC236}">
                <a16:creationId xmlns:a16="http://schemas.microsoft.com/office/drawing/2014/main" id="{877C8C7E-1793-4536-97A4-63A3591EF955}"/>
              </a:ext>
            </a:extLst>
          </p:cNvPr>
          <p:cNvSpPr>
            <a:spLocks noChangeArrowheads="1"/>
          </p:cNvSpPr>
          <p:nvPr/>
        </p:nvSpPr>
        <p:spPr bwMode="auto">
          <a:xfrm>
            <a:off x="1719239" y="326571"/>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1" name="Rectangle 9">
            <a:extLst>
              <a:ext uri="{FF2B5EF4-FFF2-40B4-BE49-F238E27FC236}">
                <a16:creationId xmlns:a16="http://schemas.microsoft.com/office/drawing/2014/main" id="{077D2BC4-41B3-4D98-84CA-A2503EF131C0}"/>
              </a:ext>
            </a:extLst>
          </p:cNvPr>
          <p:cNvSpPr>
            <a:spLocks noChangeArrowheads="1"/>
          </p:cNvSpPr>
          <p:nvPr/>
        </p:nvSpPr>
        <p:spPr bwMode="auto">
          <a:xfrm>
            <a:off x="2173502" y="326571"/>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2" name="Rectangle 10">
            <a:extLst>
              <a:ext uri="{FF2B5EF4-FFF2-40B4-BE49-F238E27FC236}">
                <a16:creationId xmlns:a16="http://schemas.microsoft.com/office/drawing/2014/main" id="{DE4270DF-458E-4975-B86F-E605B966C64F}"/>
              </a:ext>
            </a:extLst>
          </p:cNvPr>
          <p:cNvSpPr>
            <a:spLocks noChangeArrowheads="1"/>
          </p:cNvSpPr>
          <p:nvPr/>
        </p:nvSpPr>
        <p:spPr bwMode="auto">
          <a:xfrm>
            <a:off x="2628934" y="326571"/>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3" name="Rectangle 11">
            <a:extLst>
              <a:ext uri="{FF2B5EF4-FFF2-40B4-BE49-F238E27FC236}">
                <a16:creationId xmlns:a16="http://schemas.microsoft.com/office/drawing/2014/main" id="{5334B1DA-DE9D-46A4-B1CC-07D8B5B37F04}"/>
              </a:ext>
            </a:extLst>
          </p:cNvPr>
          <p:cNvSpPr>
            <a:spLocks noChangeArrowheads="1"/>
          </p:cNvSpPr>
          <p:nvPr/>
        </p:nvSpPr>
        <p:spPr bwMode="auto">
          <a:xfrm>
            <a:off x="3083197" y="326571"/>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4" name="Rectangle 12">
            <a:extLst>
              <a:ext uri="{FF2B5EF4-FFF2-40B4-BE49-F238E27FC236}">
                <a16:creationId xmlns:a16="http://schemas.microsoft.com/office/drawing/2014/main" id="{1CF1EF4A-5FEC-4B62-A622-2DEE7B72C0B5}"/>
              </a:ext>
            </a:extLst>
          </p:cNvPr>
          <p:cNvSpPr>
            <a:spLocks noChangeArrowheads="1"/>
          </p:cNvSpPr>
          <p:nvPr/>
        </p:nvSpPr>
        <p:spPr bwMode="auto">
          <a:xfrm>
            <a:off x="3538630" y="326571"/>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5" name="Rectangle 13">
            <a:extLst>
              <a:ext uri="{FF2B5EF4-FFF2-40B4-BE49-F238E27FC236}">
                <a16:creationId xmlns:a16="http://schemas.microsoft.com/office/drawing/2014/main" id="{322BDF90-AD9B-4F68-8F1B-8AE6FD1E4711}"/>
              </a:ext>
            </a:extLst>
          </p:cNvPr>
          <p:cNvSpPr>
            <a:spLocks noChangeArrowheads="1"/>
          </p:cNvSpPr>
          <p:nvPr/>
        </p:nvSpPr>
        <p:spPr bwMode="auto">
          <a:xfrm>
            <a:off x="3992893" y="326571"/>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6" name="Rectangle 14">
            <a:extLst>
              <a:ext uri="{FF2B5EF4-FFF2-40B4-BE49-F238E27FC236}">
                <a16:creationId xmlns:a16="http://schemas.microsoft.com/office/drawing/2014/main" id="{93F9BC3E-2349-4557-A942-FF58D3497577}"/>
              </a:ext>
            </a:extLst>
          </p:cNvPr>
          <p:cNvSpPr>
            <a:spLocks noChangeArrowheads="1"/>
          </p:cNvSpPr>
          <p:nvPr/>
        </p:nvSpPr>
        <p:spPr bwMode="auto">
          <a:xfrm>
            <a:off x="4448326" y="326571"/>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7" name="Rectangle 15">
            <a:extLst>
              <a:ext uri="{FF2B5EF4-FFF2-40B4-BE49-F238E27FC236}">
                <a16:creationId xmlns:a16="http://schemas.microsoft.com/office/drawing/2014/main" id="{D4E479F8-DBB7-4E24-82DB-9187E1DA1579}"/>
              </a:ext>
            </a:extLst>
          </p:cNvPr>
          <p:cNvSpPr>
            <a:spLocks noChangeArrowheads="1"/>
          </p:cNvSpPr>
          <p:nvPr/>
        </p:nvSpPr>
        <p:spPr bwMode="auto">
          <a:xfrm>
            <a:off x="4902589" y="326571"/>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8" name="Rectangle 16">
            <a:extLst>
              <a:ext uri="{FF2B5EF4-FFF2-40B4-BE49-F238E27FC236}">
                <a16:creationId xmlns:a16="http://schemas.microsoft.com/office/drawing/2014/main" id="{88729413-47AC-4DEA-A613-0B6158FCB8A0}"/>
              </a:ext>
            </a:extLst>
          </p:cNvPr>
          <p:cNvSpPr>
            <a:spLocks noChangeArrowheads="1"/>
          </p:cNvSpPr>
          <p:nvPr/>
        </p:nvSpPr>
        <p:spPr bwMode="auto">
          <a:xfrm>
            <a:off x="5358022" y="326571"/>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9" name="Rectangle 17">
            <a:extLst>
              <a:ext uri="{FF2B5EF4-FFF2-40B4-BE49-F238E27FC236}">
                <a16:creationId xmlns:a16="http://schemas.microsoft.com/office/drawing/2014/main" id="{20F824DD-152A-4F6D-952E-24ADD1A8C073}"/>
              </a:ext>
            </a:extLst>
          </p:cNvPr>
          <p:cNvSpPr>
            <a:spLocks noChangeArrowheads="1"/>
          </p:cNvSpPr>
          <p:nvPr/>
        </p:nvSpPr>
        <p:spPr bwMode="auto">
          <a:xfrm>
            <a:off x="5812285" y="326571"/>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0" name="Rectangle 18">
            <a:extLst>
              <a:ext uri="{FF2B5EF4-FFF2-40B4-BE49-F238E27FC236}">
                <a16:creationId xmlns:a16="http://schemas.microsoft.com/office/drawing/2014/main" id="{951C09E8-C755-4AEB-9C27-AE9621753A01}"/>
              </a:ext>
            </a:extLst>
          </p:cNvPr>
          <p:cNvSpPr>
            <a:spLocks noChangeArrowheads="1"/>
          </p:cNvSpPr>
          <p:nvPr/>
        </p:nvSpPr>
        <p:spPr bwMode="auto">
          <a:xfrm>
            <a:off x="6267717" y="326571"/>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1" name="Rectangle 19">
            <a:extLst>
              <a:ext uri="{FF2B5EF4-FFF2-40B4-BE49-F238E27FC236}">
                <a16:creationId xmlns:a16="http://schemas.microsoft.com/office/drawing/2014/main" id="{32F64432-EE66-40C8-A67A-FA722F75D59C}"/>
              </a:ext>
            </a:extLst>
          </p:cNvPr>
          <p:cNvSpPr>
            <a:spLocks noChangeArrowheads="1"/>
          </p:cNvSpPr>
          <p:nvPr/>
        </p:nvSpPr>
        <p:spPr bwMode="auto">
          <a:xfrm>
            <a:off x="6721980" y="326571"/>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2" name="Rectangle 20">
            <a:extLst>
              <a:ext uri="{FF2B5EF4-FFF2-40B4-BE49-F238E27FC236}">
                <a16:creationId xmlns:a16="http://schemas.microsoft.com/office/drawing/2014/main" id="{29005991-F871-4DFB-9517-DCB334B68BCC}"/>
              </a:ext>
            </a:extLst>
          </p:cNvPr>
          <p:cNvSpPr>
            <a:spLocks noChangeArrowheads="1"/>
          </p:cNvSpPr>
          <p:nvPr/>
        </p:nvSpPr>
        <p:spPr bwMode="auto">
          <a:xfrm>
            <a:off x="7177414" y="326571"/>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3" name="Rectangle 21">
            <a:extLst>
              <a:ext uri="{FF2B5EF4-FFF2-40B4-BE49-F238E27FC236}">
                <a16:creationId xmlns:a16="http://schemas.microsoft.com/office/drawing/2014/main" id="{1C601034-B07F-4FCA-B65F-4BA94F1FEF56}"/>
              </a:ext>
            </a:extLst>
          </p:cNvPr>
          <p:cNvSpPr>
            <a:spLocks noChangeArrowheads="1"/>
          </p:cNvSpPr>
          <p:nvPr/>
        </p:nvSpPr>
        <p:spPr bwMode="auto">
          <a:xfrm>
            <a:off x="7631676" y="326571"/>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4" name="Rectangle 22">
            <a:extLst>
              <a:ext uri="{FF2B5EF4-FFF2-40B4-BE49-F238E27FC236}">
                <a16:creationId xmlns:a16="http://schemas.microsoft.com/office/drawing/2014/main" id="{A3C10F51-A92E-4F5D-841E-2495E85BD8B7}"/>
              </a:ext>
            </a:extLst>
          </p:cNvPr>
          <p:cNvSpPr>
            <a:spLocks noChangeArrowheads="1"/>
          </p:cNvSpPr>
          <p:nvPr/>
        </p:nvSpPr>
        <p:spPr bwMode="auto">
          <a:xfrm>
            <a:off x="8087109" y="326571"/>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5" name="Rectangle 23">
            <a:extLst>
              <a:ext uri="{FF2B5EF4-FFF2-40B4-BE49-F238E27FC236}">
                <a16:creationId xmlns:a16="http://schemas.microsoft.com/office/drawing/2014/main" id="{8656C742-4C71-41EC-9EED-8A0FF35A8BC7}"/>
              </a:ext>
            </a:extLst>
          </p:cNvPr>
          <p:cNvSpPr>
            <a:spLocks noChangeArrowheads="1"/>
          </p:cNvSpPr>
          <p:nvPr/>
        </p:nvSpPr>
        <p:spPr bwMode="auto">
          <a:xfrm>
            <a:off x="8541372" y="326571"/>
            <a:ext cx="10999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6" name="Rectangle 24">
            <a:extLst>
              <a:ext uri="{FF2B5EF4-FFF2-40B4-BE49-F238E27FC236}">
                <a16:creationId xmlns:a16="http://schemas.microsoft.com/office/drawing/2014/main" id="{DD7837C0-45DC-47B0-8EB6-E1AFA3DF28F9}"/>
              </a:ext>
            </a:extLst>
          </p:cNvPr>
          <p:cNvSpPr>
            <a:spLocks noChangeArrowheads="1"/>
          </p:cNvSpPr>
          <p:nvPr/>
        </p:nvSpPr>
        <p:spPr bwMode="auto">
          <a:xfrm>
            <a:off x="8996805" y="326571"/>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7" name="Rectangle 25">
            <a:extLst>
              <a:ext uri="{FF2B5EF4-FFF2-40B4-BE49-F238E27FC236}">
                <a16:creationId xmlns:a16="http://schemas.microsoft.com/office/drawing/2014/main" id="{C6C4A808-47AA-4933-B20F-A80BEEFBDEA0}"/>
              </a:ext>
            </a:extLst>
          </p:cNvPr>
          <p:cNvSpPr>
            <a:spLocks noChangeArrowheads="1"/>
          </p:cNvSpPr>
          <p:nvPr/>
        </p:nvSpPr>
        <p:spPr bwMode="auto">
          <a:xfrm>
            <a:off x="9451068" y="326571"/>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8" name="Rectangle 26">
            <a:extLst>
              <a:ext uri="{FF2B5EF4-FFF2-40B4-BE49-F238E27FC236}">
                <a16:creationId xmlns:a16="http://schemas.microsoft.com/office/drawing/2014/main" id="{1916F620-2E67-4716-A335-AA9D0F9A9B74}"/>
              </a:ext>
            </a:extLst>
          </p:cNvPr>
          <p:cNvSpPr>
            <a:spLocks noChangeArrowheads="1"/>
          </p:cNvSpPr>
          <p:nvPr/>
        </p:nvSpPr>
        <p:spPr bwMode="auto">
          <a:xfrm>
            <a:off x="9906501" y="326571"/>
            <a:ext cx="10882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9" name="Rectangle 27">
            <a:extLst>
              <a:ext uri="{FF2B5EF4-FFF2-40B4-BE49-F238E27FC236}">
                <a16:creationId xmlns:a16="http://schemas.microsoft.com/office/drawing/2014/main" id="{54529738-34CA-43C1-9448-C6D7594E392A}"/>
              </a:ext>
            </a:extLst>
          </p:cNvPr>
          <p:cNvSpPr>
            <a:spLocks noChangeArrowheads="1"/>
          </p:cNvSpPr>
          <p:nvPr/>
        </p:nvSpPr>
        <p:spPr bwMode="auto">
          <a:xfrm>
            <a:off x="10360763" y="326571"/>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0" name="Rectangle 28">
            <a:extLst>
              <a:ext uri="{FF2B5EF4-FFF2-40B4-BE49-F238E27FC236}">
                <a16:creationId xmlns:a16="http://schemas.microsoft.com/office/drawing/2014/main" id="{AB2B254B-6166-4F70-A263-5F5630C8AF54}"/>
              </a:ext>
            </a:extLst>
          </p:cNvPr>
          <p:cNvSpPr>
            <a:spLocks noChangeArrowheads="1"/>
          </p:cNvSpPr>
          <p:nvPr/>
        </p:nvSpPr>
        <p:spPr bwMode="auto">
          <a:xfrm>
            <a:off x="10816197" y="326571"/>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1" name="Rectangle 29">
            <a:extLst>
              <a:ext uri="{FF2B5EF4-FFF2-40B4-BE49-F238E27FC236}">
                <a16:creationId xmlns:a16="http://schemas.microsoft.com/office/drawing/2014/main" id="{CC179163-7F45-4275-B900-184CA908E769}"/>
              </a:ext>
            </a:extLst>
          </p:cNvPr>
          <p:cNvSpPr>
            <a:spLocks noChangeArrowheads="1"/>
          </p:cNvSpPr>
          <p:nvPr/>
        </p:nvSpPr>
        <p:spPr bwMode="auto">
          <a:xfrm>
            <a:off x="11270460" y="326571"/>
            <a:ext cx="10999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2" name="Rectangle 30">
            <a:extLst>
              <a:ext uri="{FF2B5EF4-FFF2-40B4-BE49-F238E27FC236}">
                <a16:creationId xmlns:a16="http://schemas.microsoft.com/office/drawing/2014/main" id="{A16179B1-495E-40B6-BA3E-4FE45BD06F96}"/>
              </a:ext>
            </a:extLst>
          </p:cNvPr>
          <p:cNvSpPr>
            <a:spLocks noChangeArrowheads="1"/>
          </p:cNvSpPr>
          <p:nvPr/>
        </p:nvSpPr>
        <p:spPr bwMode="auto">
          <a:xfrm>
            <a:off x="11725892" y="326571"/>
            <a:ext cx="10882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1" name="Rectangle 32">
            <a:extLst>
              <a:ext uri="{FF2B5EF4-FFF2-40B4-BE49-F238E27FC236}">
                <a16:creationId xmlns:a16="http://schemas.microsoft.com/office/drawing/2014/main" id="{E6CEC545-E6D9-4264-BEA6-119B54AE4C09}"/>
              </a:ext>
            </a:extLst>
          </p:cNvPr>
          <p:cNvSpPr>
            <a:spLocks noChangeArrowheads="1"/>
          </p:cNvSpPr>
          <p:nvPr/>
        </p:nvSpPr>
        <p:spPr bwMode="auto">
          <a:xfrm>
            <a:off x="354110" y="833283"/>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2" name="Rectangle 33">
            <a:extLst>
              <a:ext uri="{FF2B5EF4-FFF2-40B4-BE49-F238E27FC236}">
                <a16:creationId xmlns:a16="http://schemas.microsoft.com/office/drawing/2014/main" id="{60C7E7B9-97E8-4AE1-A9F0-162381B38DA4}"/>
              </a:ext>
            </a:extLst>
          </p:cNvPr>
          <p:cNvSpPr>
            <a:spLocks noChangeArrowheads="1"/>
          </p:cNvSpPr>
          <p:nvPr/>
        </p:nvSpPr>
        <p:spPr bwMode="auto">
          <a:xfrm>
            <a:off x="809542" y="833283"/>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3" name="Rectangle 34">
            <a:extLst>
              <a:ext uri="{FF2B5EF4-FFF2-40B4-BE49-F238E27FC236}">
                <a16:creationId xmlns:a16="http://schemas.microsoft.com/office/drawing/2014/main" id="{BC9E105B-3AD3-4AC9-8C4E-3DABA3F82142}"/>
              </a:ext>
            </a:extLst>
          </p:cNvPr>
          <p:cNvSpPr>
            <a:spLocks noChangeArrowheads="1"/>
          </p:cNvSpPr>
          <p:nvPr/>
        </p:nvSpPr>
        <p:spPr bwMode="auto">
          <a:xfrm>
            <a:off x="1263805" y="833283"/>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4" name="Rectangle 35">
            <a:extLst>
              <a:ext uri="{FF2B5EF4-FFF2-40B4-BE49-F238E27FC236}">
                <a16:creationId xmlns:a16="http://schemas.microsoft.com/office/drawing/2014/main" id="{B10232F8-CE74-495F-B906-B4B223707999}"/>
              </a:ext>
            </a:extLst>
          </p:cNvPr>
          <p:cNvSpPr>
            <a:spLocks noChangeArrowheads="1"/>
          </p:cNvSpPr>
          <p:nvPr/>
        </p:nvSpPr>
        <p:spPr bwMode="auto">
          <a:xfrm>
            <a:off x="1719239" y="833283"/>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5" name="Rectangle 36">
            <a:extLst>
              <a:ext uri="{FF2B5EF4-FFF2-40B4-BE49-F238E27FC236}">
                <a16:creationId xmlns:a16="http://schemas.microsoft.com/office/drawing/2014/main" id="{377EBFB6-EE61-435B-A0EA-67D67D892FEE}"/>
              </a:ext>
            </a:extLst>
          </p:cNvPr>
          <p:cNvSpPr>
            <a:spLocks noChangeArrowheads="1"/>
          </p:cNvSpPr>
          <p:nvPr/>
        </p:nvSpPr>
        <p:spPr bwMode="auto">
          <a:xfrm>
            <a:off x="2173502" y="833283"/>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6" name="Rectangle 37">
            <a:extLst>
              <a:ext uri="{FF2B5EF4-FFF2-40B4-BE49-F238E27FC236}">
                <a16:creationId xmlns:a16="http://schemas.microsoft.com/office/drawing/2014/main" id="{7837C467-758B-463F-B551-93C783E1292B}"/>
              </a:ext>
            </a:extLst>
          </p:cNvPr>
          <p:cNvSpPr>
            <a:spLocks noChangeArrowheads="1"/>
          </p:cNvSpPr>
          <p:nvPr/>
        </p:nvSpPr>
        <p:spPr bwMode="auto">
          <a:xfrm>
            <a:off x="2628934" y="833283"/>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7" name="Rectangle 38">
            <a:extLst>
              <a:ext uri="{FF2B5EF4-FFF2-40B4-BE49-F238E27FC236}">
                <a16:creationId xmlns:a16="http://schemas.microsoft.com/office/drawing/2014/main" id="{C77A01F7-C261-4381-86C3-4C89EE66C709}"/>
              </a:ext>
            </a:extLst>
          </p:cNvPr>
          <p:cNvSpPr>
            <a:spLocks noChangeArrowheads="1"/>
          </p:cNvSpPr>
          <p:nvPr/>
        </p:nvSpPr>
        <p:spPr bwMode="auto">
          <a:xfrm>
            <a:off x="3083197" y="833283"/>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8" name="Rectangle 39">
            <a:extLst>
              <a:ext uri="{FF2B5EF4-FFF2-40B4-BE49-F238E27FC236}">
                <a16:creationId xmlns:a16="http://schemas.microsoft.com/office/drawing/2014/main" id="{7477D541-DCD7-4A47-BAD6-421CE795D868}"/>
              </a:ext>
            </a:extLst>
          </p:cNvPr>
          <p:cNvSpPr>
            <a:spLocks noChangeArrowheads="1"/>
          </p:cNvSpPr>
          <p:nvPr/>
        </p:nvSpPr>
        <p:spPr bwMode="auto">
          <a:xfrm>
            <a:off x="3538630" y="833283"/>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9" name="Rectangle 40">
            <a:extLst>
              <a:ext uri="{FF2B5EF4-FFF2-40B4-BE49-F238E27FC236}">
                <a16:creationId xmlns:a16="http://schemas.microsoft.com/office/drawing/2014/main" id="{4E64ADB5-6C15-4DFA-A1D8-CCB52869EB2D}"/>
              </a:ext>
            </a:extLst>
          </p:cNvPr>
          <p:cNvSpPr>
            <a:spLocks noChangeArrowheads="1"/>
          </p:cNvSpPr>
          <p:nvPr/>
        </p:nvSpPr>
        <p:spPr bwMode="auto">
          <a:xfrm>
            <a:off x="3992893" y="833283"/>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0" name="Rectangle 41">
            <a:extLst>
              <a:ext uri="{FF2B5EF4-FFF2-40B4-BE49-F238E27FC236}">
                <a16:creationId xmlns:a16="http://schemas.microsoft.com/office/drawing/2014/main" id="{AC57F5E1-8997-4B18-B946-EC6DFA386D59}"/>
              </a:ext>
            </a:extLst>
          </p:cNvPr>
          <p:cNvSpPr>
            <a:spLocks noChangeArrowheads="1"/>
          </p:cNvSpPr>
          <p:nvPr/>
        </p:nvSpPr>
        <p:spPr bwMode="auto">
          <a:xfrm>
            <a:off x="4448326" y="833283"/>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1" name="Rectangle 42">
            <a:extLst>
              <a:ext uri="{FF2B5EF4-FFF2-40B4-BE49-F238E27FC236}">
                <a16:creationId xmlns:a16="http://schemas.microsoft.com/office/drawing/2014/main" id="{AC1B45CA-8F96-41DA-A93A-FD14080BEB84}"/>
              </a:ext>
            </a:extLst>
          </p:cNvPr>
          <p:cNvSpPr>
            <a:spLocks noChangeArrowheads="1"/>
          </p:cNvSpPr>
          <p:nvPr/>
        </p:nvSpPr>
        <p:spPr bwMode="auto">
          <a:xfrm>
            <a:off x="4902589" y="833283"/>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2" name="Rectangle 43">
            <a:extLst>
              <a:ext uri="{FF2B5EF4-FFF2-40B4-BE49-F238E27FC236}">
                <a16:creationId xmlns:a16="http://schemas.microsoft.com/office/drawing/2014/main" id="{703118E8-5E3B-4DFA-9921-369E22CA03E5}"/>
              </a:ext>
            </a:extLst>
          </p:cNvPr>
          <p:cNvSpPr>
            <a:spLocks noChangeArrowheads="1"/>
          </p:cNvSpPr>
          <p:nvPr/>
        </p:nvSpPr>
        <p:spPr bwMode="auto">
          <a:xfrm>
            <a:off x="5358022" y="833283"/>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3" name="Rectangle 44">
            <a:extLst>
              <a:ext uri="{FF2B5EF4-FFF2-40B4-BE49-F238E27FC236}">
                <a16:creationId xmlns:a16="http://schemas.microsoft.com/office/drawing/2014/main" id="{ED301010-E5DC-4676-A476-7C14D84A537E}"/>
              </a:ext>
            </a:extLst>
          </p:cNvPr>
          <p:cNvSpPr>
            <a:spLocks noChangeArrowheads="1"/>
          </p:cNvSpPr>
          <p:nvPr/>
        </p:nvSpPr>
        <p:spPr bwMode="auto">
          <a:xfrm>
            <a:off x="5812285" y="833283"/>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4" name="Rectangle 45">
            <a:extLst>
              <a:ext uri="{FF2B5EF4-FFF2-40B4-BE49-F238E27FC236}">
                <a16:creationId xmlns:a16="http://schemas.microsoft.com/office/drawing/2014/main" id="{37F85CBA-9F8F-490A-A6C5-555D548FDAD9}"/>
              </a:ext>
            </a:extLst>
          </p:cNvPr>
          <p:cNvSpPr>
            <a:spLocks noChangeArrowheads="1"/>
          </p:cNvSpPr>
          <p:nvPr/>
        </p:nvSpPr>
        <p:spPr bwMode="auto">
          <a:xfrm>
            <a:off x="6267717" y="833283"/>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5" name="Rectangle 46">
            <a:extLst>
              <a:ext uri="{FF2B5EF4-FFF2-40B4-BE49-F238E27FC236}">
                <a16:creationId xmlns:a16="http://schemas.microsoft.com/office/drawing/2014/main" id="{4CDDB648-0406-4415-9B3A-F56F9D7B2EC7}"/>
              </a:ext>
            </a:extLst>
          </p:cNvPr>
          <p:cNvSpPr>
            <a:spLocks noChangeArrowheads="1"/>
          </p:cNvSpPr>
          <p:nvPr/>
        </p:nvSpPr>
        <p:spPr bwMode="auto">
          <a:xfrm>
            <a:off x="6721980" y="833283"/>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6" name="Rectangle 47">
            <a:extLst>
              <a:ext uri="{FF2B5EF4-FFF2-40B4-BE49-F238E27FC236}">
                <a16:creationId xmlns:a16="http://schemas.microsoft.com/office/drawing/2014/main" id="{9656844F-AFE3-4957-A69F-F4A848FEF63A}"/>
              </a:ext>
            </a:extLst>
          </p:cNvPr>
          <p:cNvSpPr>
            <a:spLocks noChangeArrowheads="1"/>
          </p:cNvSpPr>
          <p:nvPr/>
        </p:nvSpPr>
        <p:spPr bwMode="auto">
          <a:xfrm>
            <a:off x="7177414" y="833283"/>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7" name="Rectangle 48">
            <a:extLst>
              <a:ext uri="{FF2B5EF4-FFF2-40B4-BE49-F238E27FC236}">
                <a16:creationId xmlns:a16="http://schemas.microsoft.com/office/drawing/2014/main" id="{5A3A99BA-4854-4231-B6BB-888D83A01003}"/>
              </a:ext>
            </a:extLst>
          </p:cNvPr>
          <p:cNvSpPr>
            <a:spLocks noChangeArrowheads="1"/>
          </p:cNvSpPr>
          <p:nvPr/>
        </p:nvSpPr>
        <p:spPr bwMode="auto">
          <a:xfrm>
            <a:off x="7631676" y="833283"/>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8" name="Rectangle 49">
            <a:extLst>
              <a:ext uri="{FF2B5EF4-FFF2-40B4-BE49-F238E27FC236}">
                <a16:creationId xmlns:a16="http://schemas.microsoft.com/office/drawing/2014/main" id="{22B51AD2-0C6E-467F-A47F-34DAB5BB7EBC}"/>
              </a:ext>
            </a:extLst>
          </p:cNvPr>
          <p:cNvSpPr>
            <a:spLocks noChangeArrowheads="1"/>
          </p:cNvSpPr>
          <p:nvPr/>
        </p:nvSpPr>
        <p:spPr bwMode="auto">
          <a:xfrm>
            <a:off x="8087109" y="833283"/>
            <a:ext cx="10882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9" name="Rectangle 50">
            <a:extLst>
              <a:ext uri="{FF2B5EF4-FFF2-40B4-BE49-F238E27FC236}">
                <a16:creationId xmlns:a16="http://schemas.microsoft.com/office/drawing/2014/main" id="{EDE14BA8-EBD0-4206-8FB2-6B9E4AB28FEF}"/>
              </a:ext>
            </a:extLst>
          </p:cNvPr>
          <p:cNvSpPr>
            <a:spLocks noChangeArrowheads="1"/>
          </p:cNvSpPr>
          <p:nvPr/>
        </p:nvSpPr>
        <p:spPr bwMode="auto">
          <a:xfrm>
            <a:off x="8541372" y="833283"/>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0" name="Rectangle 51">
            <a:extLst>
              <a:ext uri="{FF2B5EF4-FFF2-40B4-BE49-F238E27FC236}">
                <a16:creationId xmlns:a16="http://schemas.microsoft.com/office/drawing/2014/main" id="{F2846FEF-2688-4964-A02B-231009108D65}"/>
              </a:ext>
            </a:extLst>
          </p:cNvPr>
          <p:cNvSpPr>
            <a:spLocks noChangeArrowheads="1"/>
          </p:cNvSpPr>
          <p:nvPr/>
        </p:nvSpPr>
        <p:spPr bwMode="auto">
          <a:xfrm>
            <a:off x="8996805" y="833283"/>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1" name="Rectangle 52">
            <a:extLst>
              <a:ext uri="{FF2B5EF4-FFF2-40B4-BE49-F238E27FC236}">
                <a16:creationId xmlns:a16="http://schemas.microsoft.com/office/drawing/2014/main" id="{93E03F91-49D8-43EE-B637-0558AECB0EDE}"/>
              </a:ext>
            </a:extLst>
          </p:cNvPr>
          <p:cNvSpPr>
            <a:spLocks noChangeArrowheads="1"/>
          </p:cNvSpPr>
          <p:nvPr/>
        </p:nvSpPr>
        <p:spPr bwMode="auto">
          <a:xfrm>
            <a:off x="9451068" y="833283"/>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2" name="Rectangle 53">
            <a:extLst>
              <a:ext uri="{FF2B5EF4-FFF2-40B4-BE49-F238E27FC236}">
                <a16:creationId xmlns:a16="http://schemas.microsoft.com/office/drawing/2014/main" id="{25EB1B6D-371C-4129-8792-C87711A4DC1E}"/>
              </a:ext>
            </a:extLst>
          </p:cNvPr>
          <p:cNvSpPr>
            <a:spLocks noChangeArrowheads="1"/>
          </p:cNvSpPr>
          <p:nvPr/>
        </p:nvSpPr>
        <p:spPr bwMode="auto">
          <a:xfrm>
            <a:off x="9906501" y="833283"/>
            <a:ext cx="108822" cy="108822"/>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3" name="Rectangle 54">
            <a:extLst>
              <a:ext uri="{FF2B5EF4-FFF2-40B4-BE49-F238E27FC236}">
                <a16:creationId xmlns:a16="http://schemas.microsoft.com/office/drawing/2014/main" id="{F0762AD7-4B47-41B5-90EC-26D5248FC187}"/>
              </a:ext>
            </a:extLst>
          </p:cNvPr>
          <p:cNvSpPr>
            <a:spLocks noChangeArrowheads="1"/>
          </p:cNvSpPr>
          <p:nvPr/>
        </p:nvSpPr>
        <p:spPr bwMode="auto">
          <a:xfrm>
            <a:off x="10360763" y="833283"/>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4" name="Rectangle 55">
            <a:extLst>
              <a:ext uri="{FF2B5EF4-FFF2-40B4-BE49-F238E27FC236}">
                <a16:creationId xmlns:a16="http://schemas.microsoft.com/office/drawing/2014/main" id="{77F5372A-DF0C-4EB4-8383-88ACAFBC34E4}"/>
              </a:ext>
            </a:extLst>
          </p:cNvPr>
          <p:cNvSpPr>
            <a:spLocks noChangeArrowheads="1"/>
          </p:cNvSpPr>
          <p:nvPr/>
        </p:nvSpPr>
        <p:spPr bwMode="auto">
          <a:xfrm>
            <a:off x="10816197" y="833283"/>
            <a:ext cx="10882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5" name="Rectangle 56">
            <a:extLst>
              <a:ext uri="{FF2B5EF4-FFF2-40B4-BE49-F238E27FC236}">
                <a16:creationId xmlns:a16="http://schemas.microsoft.com/office/drawing/2014/main" id="{E1647C36-4FD2-4648-B99F-D1A25055E7FA}"/>
              </a:ext>
            </a:extLst>
          </p:cNvPr>
          <p:cNvSpPr>
            <a:spLocks noChangeArrowheads="1"/>
          </p:cNvSpPr>
          <p:nvPr/>
        </p:nvSpPr>
        <p:spPr bwMode="auto">
          <a:xfrm>
            <a:off x="11270460" y="833283"/>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6" name="Rectangle 57">
            <a:extLst>
              <a:ext uri="{FF2B5EF4-FFF2-40B4-BE49-F238E27FC236}">
                <a16:creationId xmlns:a16="http://schemas.microsoft.com/office/drawing/2014/main" id="{ACEC7B34-ADAF-47D3-BF11-ED91BA7A1A56}"/>
              </a:ext>
            </a:extLst>
          </p:cNvPr>
          <p:cNvSpPr>
            <a:spLocks noChangeArrowheads="1"/>
          </p:cNvSpPr>
          <p:nvPr/>
        </p:nvSpPr>
        <p:spPr bwMode="auto">
          <a:xfrm>
            <a:off x="11725892" y="833283"/>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5" name="Rectangle 59">
            <a:extLst>
              <a:ext uri="{FF2B5EF4-FFF2-40B4-BE49-F238E27FC236}">
                <a16:creationId xmlns:a16="http://schemas.microsoft.com/office/drawing/2014/main" id="{D5764D4B-1D40-4C27-A916-0AC8D9299408}"/>
              </a:ext>
            </a:extLst>
          </p:cNvPr>
          <p:cNvSpPr>
            <a:spLocks noChangeArrowheads="1"/>
          </p:cNvSpPr>
          <p:nvPr/>
        </p:nvSpPr>
        <p:spPr bwMode="auto">
          <a:xfrm>
            <a:off x="354110" y="133882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6" name="Rectangle 60">
            <a:extLst>
              <a:ext uri="{FF2B5EF4-FFF2-40B4-BE49-F238E27FC236}">
                <a16:creationId xmlns:a16="http://schemas.microsoft.com/office/drawing/2014/main" id="{8D6FB00B-87D1-4116-9000-867A2BDD9921}"/>
              </a:ext>
            </a:extLst>
          </p:cNvPr>
          <p:cNvSpPr>
            <a:spLocks noChangeArrowheads="1"/>
          </p:cNvSpPr>
          <p:nvPr/>
        </p:nvSpPr>
        <p:spPr bwMode="auto">
          <a:xfrm>
            <a:off x="809542" y="133882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7" name="Rectangle 61">
            <a:extLst>
              <a:ext uri="{FF2B5EF4-FFF2-40B4-BE49-F238E27FC236}">
                <a16:creationId xmlns:a16="http://schemas.microsoft.com/office/drawing/2014/main" id="{13141309-AB43-4A97-A80F-35655D9BF20E}"/>
              </a:ext>
            </a:extLst>
          </p:cNvPr>
          <p:cNvSpPr>
            <a:spLocks noChangeArrowheads="1"/>
          </p:cNvSpPr>
          <p:nvPr/>
        </p:nvSpPr>
        <p:spPr bwMode="auto">
          <a:xfrm>
            <a:off x="1263805" y="133882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8" name="Rectangle 62">
            <a:extLst>
              <a:ext uri="{FF2B5EF4-FFF2-40B4-BE49-F238E27FC236}">
                <a16:creationId xmlns:a16="http://schemas.microsoft.com/office/drawing/2014/main" id="{C9A0F710-6D9F-43AD-AC28-FF4E52165501}"/>
              </a:ext>
            </a:extLst>
          </p:cNvPr>
          <p:cNvSpPr>
            <a:spLocks noChangeArrowheads="1"/>
          </p:cNvSpPr>
          <p:nvPr/>
        </p:nvSpPr>
        <p:spPr bwMode="auto">
          <a:xfrm>
            <a:off x="1719239" y="133882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9" name="Rectangle 63">
            <a:extLst>
              <a:ext uri="{FF2B5EF4-FFF2-40B4-BE49-F238E27FC236}">
                <a16:creationId xmlns:a16="http://schemas.microsoft.com/office/drawing/2014/main" id="{22D043F3-2F25-42E6-A0CC-C1417E89D190}"/>
              </a:ext>
            </a:extLst>
          </p:cNvPr>
          <p:cNvSpPr>
            <a:spLocks noChangeArrowheads="1"/>
          </p:cNvSpPr>
          <p:nvPr/>
        </p:nvSpPr>
        <p:spPr bwMode="auto">
          <a:xfrm>
            <a:off x="2173502" y="133882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0" name="Rectangle 64">
            <a:extLst>
              <a:ext uri="{FF2B5EF4-FFF2-40B4-BE49-F238E27FC236}">
                <a16:creationId xmlns:a16="http://schemas.microsoft.com/office/drawing/2014/main" id="{128AE702-54D4-4937-85C0-321F9B6D1728}"/>
              </a:ext>
            </a:extLst>
          </p:cNvPr>
          <p:cNvSpPr>
            <a:spLocks noChangeArrowheads="1"/>
          </p:cNvSpPr>
          <p:nvPr/>
        </p:nvSpPr>
        <p:spPr bwMode="auto">
          <a:xfrm>
            <a:off x="2628934" y="133882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1" name="Rectangle 65">
            <a:extLst>
              <a:ext uri="{FF2B5EF4-FFF2-40B4-BE49-F238E27FC236}">
                <a16:creationId xmlns:a16="http://schemas.microsoft.com/office/drawing/2014/main" id="{495CD95D-8E09-4DE3-AD35-D07AE4DACF52}"/>
              </a:ext>
            </a:extLst>
          </p:cNvPr>
          <p:cNvSpPr>
            <a:spLocks noChangeArrowheads="1"/>
          </p:cNvSpPr>
          <p:nvPr/>
        </p:nvSpPr>
        <p:spPr bwMode="auto">
          <a:xfrm>
            <a:off x="3083197" y="133882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2" name="Rectangle 66">
            <a:extLst>
              <a:ext uri="{FF2B5EF4-FFF2-40B4-BE49-F238E27FC236}">
                <a16:creationId xmlns:a16="http://schemas.microsoft.com/office/drawing/2014/main" id="{F9E349F8-478A-454D-B3EF-507AC5975821}"/>
              </a:ext>
            </a:extLst>
          </p:cNvPr>
          <p:cNvSpPr>
            <a:spLocks noChangeArrowheads="1"/>
          </p:cNvSpPr>
          <p:nvPr/>
        </p:nvSpPr>
        <p:spPr bwMode="auto">
          <a:xfrm>
            <a:off x="3538630" y="133882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3" name="Rectangle 67">
            <a:extLst>
              <a:ext uri="{FF2B5EF4-FFF2-40B4-BE49-F238E27FC236}">
                <a16:creationId xmlns:a16="http://schemas.microsoft.com/office/drawing/2014/main" id="{038DA8FC-06DE-457C-A8EE-5A7FEC447F1A}"/>
              </a:ext>
            </a:extLst>
          </p:cNvPr>
          <p:cNvSpPr>
            <a:spLocks noChangeArrowheads="1"/>
          </p:cNvSpPr>
          <p:nvPr/>
        </p:nvSpPr>
        <p:spPr bwMode="auto">
          <a:xfrm>
            <a:off x="3992893" y="133882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4" name="Rectangle 68">
            <a:extLst>
              <a:ext uri="{FF2B5EF4-FFF2-40B4-BE49-F238E27FC236}">
                <a16:creationId xmlns:a16="http://schemas.microsoft.com/office/drawing/2014/main" id="{37F3C727-E73B-4515-BA7B-40F081102511}"/>
              </a:ext>
            </a:extLst>
          </p:cNvPr>
          <p:cNvSpPr>
            <a:spLocks noChangeArrowheads="1"/>
          </p:cNvSpPr>
          <p:nvPr/>
        </p:nvSpPr>
        <p:spPr bwMode="auto">
          <a:xfrm>
            <a:off x="4448326" y="133882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5" name="Rectangle 69">
            <a:extLst>
              <a:ext uri="{FF2B5EF4-FFF2-40B4-BE49-F238E27FC236}">
                <a16:creationId xmlns:a16="http://schemas.microsoft.com/office/drawing/2014/main" id="{7ACA813C-C067-4264-85A3-D6CC63AFF948}"/>
              </a:ext>
            </a:extLst>
          </p:cNvPr>
          <p:cNvSpPr>
            <a:spLocks noChangeArrowheads="1"/>
          </p:cNvSpPr>
          <p:nvPr/>
        </p:nvSpPr>
        <p:spPr bwMode="auto">
          <a:xfrm>
            <a:off x="4902589" y="133882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6" name="Rectangle 70">
            <a:extLst>
              <a:ext uri="{FF2B5EF4-FFF2-40B4-BE49-F238E27FC236}">
                <a16:creationId xmlns:a16="http://schemas.microsoft.com/office/drawing/2014/main" id="{7F1EFEF0-7477-4565-8B37-7950FACA6799}"/>
              </a:ext>
            </a:extLst>
          </p:cNvPr>
          <p:cNvSpPr>
            <a:spLocks noChangeArrowheads="1"/>
          </p:cNvSpPr>
          <p:nvPr/>
        </p:nvSpPr>
        <p:spPr bwMode="auto">
          <a:xfrm>
            <a:off x="5358022" y="133882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7" name="Rectangle 71">
            <a:extLst>
              <a:ext uri="{FF2B5EF4-FFF2-40B4-BE49-F238E27FC236}">
                <a16:creationId xmlns:a16="http://schemas.microsoft.com/office/drawing/2014/main" id="{F425C54F-BDFC-4555-881A-B6F267624F2B}"/>
              </a:ext>
            </a:extLst>
          </p:cNvPr>
          <p:cNvSpPr>
            <a:spLocks noChangeArrowheads="1"/>
          </p:cNvSpPr>
          <p:nvPr/>
        </p:nvSpPr>
        <p:spPr bwMode="auto">
          <a:xfrm>
            <a:off x="5812285" y="133882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8" name="Rectangle 72">
            <a:extLst>
              <a:ext uri="{FF2B5EF4-FFF2-40B4-BE49-F238E27FC236}">
                <a16:creationId xmlns:a16="http://schemas.microsoft.com/office/drawing/2014/main" id="{213AFED9-7175-4A0D-92DC-B39BAE0FD3D9}"/>
              </a:ext>
            </a:extLst>
          </p:cNvPr>
          <p:cNvSpPr>
            <a:spLocks noChangeArrowheads="1"/>
          </p:cNvSpPr>
          <p:nvPr/>
        </p:nvSpPr>
        <p:spPr bwMode="auto">
          <a:xfrm>
            <a:off x="6267717" y="133882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9" name="Rectangle 73">
            <a:extLst>
              <a:ext uri="{FF2B5EF4-FFF2-40B4-BE49-F238E27FC236}">
                <a16:creationId xmlns:a16="http://schemas.microsoft.com/office/drawing/2014/main" id="{9E4FCFC2-A1ED-453A-B612-E5E0B39C2A9F}"/>
              </a:ext>
            </a:extLst>
          </p:cNvPr>
          <p:cNvSpPr>
            <a:spLocks noChangeArrowheads="1"/>
          </p:cNvSpPr>
          <p:nvPr/>
        </p:nvSpPr>
        <p:spPr bwMode="auto">
          <a:xfrm>
            <a:off x="6721980" y="133882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0" name="Rectangle 74">
            <a:extLst>
              <a:ext uri="{FF2B5EF4-FFF2-40B4-BE49-F238E27FC236}">
                <a16:creationId xmlns:a16="http://schemas.microsoft.com/office/drawing/2014/main" id="{1C9D742B-9152-4EF7-A612-B519BF62C6C9}"/>
              </a:ext>
            </a:extLst>
          </p:cNvPr>
          <p:cNvSpPr>
            <a:spLocks noChangeArrowheads="1"/>
          </p:cNvSpPr>
          <p:nvPr/>
        </p:nvSpPr>
        <p:spPr bwMode="auto">
          <a:xfrm>
            <a:off x="7177414" y="133882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1" name="Rectangle 75">
            <a:extLst>
              <a:ext uri="{FF2B5EF4-FFF2-40B4-BE49-F238E27FC236}">
                <a16:creationId xmlns:a16="http://schemas.microsoft.com/office/drawing/2014/main" id="{2149792F-282E-44D6-84AE-7D31FA24B25F}"/>
              </a:ext>
            </a:extLst>
          </p:cNvPr>
          <p:cNvSpPr>
            <a:spLocks noChangeArrowheads="1"/>
          </p:cNvSpPr>
          <p:nvPr/>
        </p:nvSpPr>
        <p:spPr bwMode="auto">
          <a:xfrm>
            <a:off x="7631676" y="133882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2" name="Rectangle 76">
            <a:extLst>
              <a:ext uri="{FF2B5EF4-FFF2-40B4-BE49-F238E27FC236}">
                <a16:creationId xmlns:a16="http://schemas.microsoft.com/office/drawing/2014/main" id="{BEAFEECA-B893-49C1-9039-812C4AF541DE}"/>
              </a:ext>
            </a:extLst>
          </p:cNvPr>
          <p:cNvSpPr>
            <a:spLocks noChangeArrowheads="1"/>
          </p:cNvSpPr>
          <p:nvPr/>
        </p:nvSpPr>
        <p:spPr bwMode="auto">
          <a:xfrm>
            <a:off x="8087109" y="133882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3" name="Rectangle 77">
            <a:extLst>
              <a:ext uri="{FF2B5EF4-FFF2-40B4-BE49-F238E27FC236}">
                <a16:creationId xmlns:a16="http://schemas.microsoft.com/office/drawing/2014/main" id="{122E4F71-6D60-47F1-8100-1C8190AADAFA}"/>
              </a:ext>
            </a:extLst>
          </p:cNvPr>
          <p:cNvSpPr>
            <a:spLocks noChangeArrowheads="1"/>
          </p:cNvSpPr>
          <p:nvPr/>
        </p:nvSpPr>
        <p:spPr bwMode="auto">
          <a:xfrm>
            <a:off x="8541372" y="133882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4" name="Rectangle 78">
            <a:extLst>
              <a:ext uri="{FF2B5EF4-FFF2-40B4-BE49-F238E27FC236}">
                <a16:creationId xmlns:a16="http://schemas.microsoft.com/office/drawing/2014/main" id="{E9A54785-45A1-4BC8-A85E-CA3EB19FF384}"/>
              </a:ext>
            </a:extLst>
          </p:cNvPr>
          <p:cNvSpPr>
            <a:spLocks noChangeArrowheads="1"/>
          </p:cNvSpPr>
          <p:nvPr/>
        </p:nvSpPr>
        <p:spPr bwMode="auto">
          <a:xfrm>
            <a:off x="8996805" y="133882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5" name="Rectangle 79">
            <a:extLst>
              <a:ext uri="{FF2B5EF4-FFF2-40B4-BE49-F238E27FC236}">
                <a16:creationId xmlns:a16="http://schemas.microsoft.com/office/drawing/2014/main" id="{D765DC5F-87A3-4E46-88C5-F2101A2941F1}"/>
              </a:ext>
            </a:extLst>
          </p:cNvPr>
          <p:cNvSpPr>
            <a:spLocks noChangeArrowheads="1"/>
          </p:cNvSpPr>
          <p:nvPr/>
        </p:nvSpPr>
        <p:spPr bwMode="auto">
          <a:xfrm>
            <a:off x="9451068" y="1338827"/>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6" name="Rectangle 80">
            <a:extLst>
              <a:ext uri="{FF2B5EF4-FFF2-40B4-BE49-F238E27FC236}">
                <a16:creationId xmlns:a16="http://schemas.microsoft.com/office/drawing/2014/main" id="{644B6B17-5BBC-4A03-8899-52E7DF7FE658}"/>
              </a:ext>
            </a:extLst>
          </p:cNvPr>
          <p:cNvSpPr>
            <a:spLocks noChangeArrowheads="1"/>
          </p:cNvSpPr>
          <p:nvPr/>
        </p:nvSpPr>
        <p:spPr bwMode="auto">
          <a:xfrm>
            <a:off x="9906501" y="133882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7" name="Rectangle 81">
            <a:extLst>
              <a:ext uri="{FF2B5EF4-FFF2-40B4-BE49-F238E27FC236}">
                <a16:creationId xmlns:a16="http://schemas.microsoft.com/office/drawing/2014/main" id="{987BE756-32EA-455B-8130-C8E83B1B3B0D}"/>
              </a:ext>
            </a:extLst>
          </p:cNvPr>
          <p:cNvSpPr>
            <a:spLocks noChangeArrowheads="1"/>
          </p:cNvSpPr>
          <p:nvPr/>
        </p:nvSpPr>
        <p:spPr bwMode="auto">
          <a:xfrm>
            <a:off x="10360763" y="133882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8" name="Rectangle 82">
            <a:extLst>
              <a:ext uri="{FF2B5EF4-FFF2-40B4-BE49-F238E27FC236}">
                <a16:creationId xmlns:a16="http://schemas.microsoft.com/office/drawing/2014/main" id="{5C7821F2-B5EF-4833-B9B9-5AE62E01175B}"/>
              </a:ext>
            </a:extLst>
          </p:cNvPr>
          <p:cNvSpPr>
            <a:spLocks noChangeArrowheads="1"/>
          </p:cNvSpPr>
          <p:nvPr/>
        </p:nvSpPr>
        <p:spPr bwMode="auto">
          <a:xfrm>
            <a:off x="10816197" y="133882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9" name="Rectangle 83">
            <a:extLst>
              <a:ext uri="{FF2B5EF4-FFF2-40B4-BE49-F238E27FC236}">
                <a16:creationId xmlns:a16="http://schemas.microsoft.com/office/drawing/2014/main" id="{EDF1C499-3F66-4B42-92C0-855DDB14CD0D}"/>
              </a:ext>
            </a:extLst>
          </p:cNvPr>
          <p:cNvSpPr>
            <a:spLocks noChangeArrowheads="1"/>
          </p:cNvSpPr>
          <p:nvPr/>
        </p:nvSpPr>
        <p:spPr bwMode="auto">
          <a:xfrm>
            <a:off x="11270460" y="1338827"/>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0" name="Rectangle 84">
            <a:extLst>
              <a:ext uri="{FF2B5EF4-FFF2-40B4-BE49-F238E27FC236}">
                <a16:creationId xmlns:a16="http://schemas.microsoft.com/office/drawing/2014/main" id="{3A95874A-F523-4169-A3FB-782B25C88E1A}"/>
              </a:ext>
            </a:extLst>
          </p:cNvPr>
          <p:cNvSpPr>
            <a:spLocks noChangeArrowheads="1"/>
          </p:cNvSpPr>
          <p:nvPr/>
        </p:nvSpPr>
        <p:spPr bwMode="auto">
          <a:xfrm>
            <a:off x="11725892" y="1338827"/>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9" name="Rectangle 5">
            <a:extLst>
              <a:ext uri="{FF2B5EF4-FFF2-40B4-BE49-F238E27FC236}">
                <a16:creationId xmlns:a16="http://schemas.microsoft.com/office/drawing/2014/main" id="{6291B61F-460B-41F6-82CC-088066FD85C2}"/>
              </a:ext>
            </a:extLst>
          </p:cNvPr>
          <p:cNvSpPr>
            <a:spLocks noChangeArrowheads="1"/>
          </p:cNvSpPr>
          <p:nvPr/>
        </p:nvSpPr>
        <p:spPr bwMode="auto">
          <a:xfrm>
            <a:off x="354110" y="1845539"/>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0" name="Rectangle 6">
            <a:extLst>
              <a:ext uri="{FF2B5EF4-FFF2-40B4-BE49-F238E27FC236}">
                <a16:creationId xmlns:a16="http://schemas.microsoft.com/office/drawing/2014/main" id="{C588270F-A3F7-4DD2-8B81-C30BA6412569}"/>
              </a:ext>
            </a:extLst>
          </p:cNvPr>
          <p:cNvSpPr>
            <a:spLocks noChangeArrowheads="1"/>
          </p:cNvSpPr>
          <p:nvPr/>
        </p:nvSpPr>
        <p:spPr bwMode="auto">
          <a:xfrm>
            <a:off x="809542" y="1845539"/>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1" name="Rectangle 7">
            <a:extLst>
              <a:ext uri="{FF2B5EF4-FFF2-40B4-BE49-F238E27FC236}">
                <a16:creationId xmlns:a16="http://schemas.microsoft.com/office/drawing/2014/main" id="{050F8909-1A69-4BF3-BC80-ECD1B486FAE2}"/>
              </a:ext>
            </a:extLst>
          </p:cNvPr>
          <p:cNvSpPr>
            <a:spLocks noChangeArrowheads="1"/>
          </p:cNvSpPr>
          <p:nvPr/>
        </p:nvSpPr>
        <p:spPr bwMode="auto">
          <a:xfrm>
            <a:off x="1263805" y="1845539"/>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2" name="Rectangle 8">
            <a:extLst>
              <a:ext uri="{FF2B5EF4-FFF2-40B4-BE49-F238E27FC236}">
                <a16:creationId xmlns:a16="http://schemas.microsoft.com/office/drawing/2014/main" id="{995EC835-8CAE-48D8-ADF0-22B6D986B1EF}"/>
              </a:ext>
            </a:extLst>
          </p:cNvPr>
          <p:cNvSpPr>
            <a:spLocks noChangeArrowheads="1"/>
          </p:cNvSpPr>
          <p:nvPr/>
        </p:nvSpPr>
        <p:spPr bwMode="auto">
          <a:xfrm>
            <a:off x="1719239" y="1845539"/>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3" name="Rectangle 9">
            <a:extLst>
              <a:ext uri="{FF2B5EF4-FFF2-40B4-BE49-F238E27FC236}">
                <a16:creationId xmlns:a16="http://schemas.microsoft.com/office/drawing/2014/main" id="{5076577D-01F8-484C-8AEB-1091039A662E}"/>
              </a:ext>
            </a:extLst>
          </p:cNvPr>
          <p:cNvSpPr>
            <a:spLocks noChangeArrowheads="1"/>
          </p:cNvSpPr>
          <p:nvPr/>
        </p:nvSpPr>
        <p:spPr bwMode="auto">
          <a:xfrm>
            <a:off x="2173502" y="1845539"/>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4" name="Rectangle 10">
            <a:extLst>
              <a:ext uri="{FF2B5EF4-FFF2-40B4-BE49-F238E27FC236}">
                <a16:creationId xmlns:a16="http://schemas.microsoft.com/office/drawing/2014/main" id="{5FAA1557-63ED-4C2E-89BE-E827B69C47DE}"/>
              </a:ext>
            </a:extLst>
          </p:cNvPr>
          <p:cNvSpPr>
            <a:spLocks noChangeArrowheads="1"/>
          </p:cNvSpPr>
          <p:nvPr/>
        </p:nvSpPr>
        <p:spPr bwMode="auto">
          <a:xfrm>
            <a:off x="2628934" y="1845539"/>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5" name="Rectangle 11">
            <a:extLst>
              <a:ext uri="{FF2B5EF4-FFF2-40B4-BE49-F238E27FC236}">
                <a16:creationId xmlns:a16="http://schemas.microsoft.com/office/drawing/2014/main" id="{63D8B1EF-AF76-4A72-B4E3-FC4D1B4E7A80}"/>
              </a:ext>
            </a:extLst>
          </p:cNvPr>
          <p:cNvSpPr>
            <a:spLocks noChangeArrowheads="1"/>
          </p:cNvSpPr>
          <p:nvPr/>
        </p:nvSpPr>
        <p:spPr bwMode="auto">
          <a:xfrm>
            <a:off x="3083197" y="1845539"/>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6" name="Rectangle 12">
            <a:extLst>
              <a:ext uri="{FF2B5EF4-FFF2-40B4-BE49-F238E27FC236}">
                <a16:creationId xmlns:a16="http://schemas.microsoft.com/office/drawing/2014/main" id="{4DF3DA51-2B69-42BD-A6DE-6F85AA116149}"/>
              </a:ext>
            </a:extLst>
          </p:cNvPr>
          <p:cNvSpPr>
            <a:spLocks noChangeArrowheads="1"/>
          </p:cNvSpPr>
          <p:nvPr/>
        </p:nvSpPr>
        <p:spPr bwMode="auto">
          <a:xfrm>
            <a:off x="3538630" y="1845539"/>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7" name="Rectangle 13">
            <a:extLst>
              <a:ext uri="{FF2B5EF4-FFF2-40B4-BE49-F238E27FC236}">
                <a16:creationId xmlns:a16="http://schemas.microsoft.com/office/drawing/2014/main" id="{464ECA3E-44D7-43DE-A35E-EADB2D8D7243}"/>
              </a:ext>
            </a:extLst>
          </p:cNvPr>
          <p:cNvSpPr>
            <a:spLocks noChangeArrowheads="1"/>
          </p:cNvSpPr>
          <p:nvPr/>
        </p:nvSpPr>
        <p:spPr bwMode="auto">
          <a:xfrm>
            <a:off x="3992893" y="1845539"/>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8" name="Rectangle 14">
            <a:extLst>
              <a:ext uri="{FF2B5EF4-FFF2-40B4-BE49-F238E27FC236}">
                <a16:creationId xmlns:a16="http://schemas.microsoft.com/office/drawing/2014/main" id="{36E4F914-DFE7-4297-8E42-A27710155F63}"/>
              </a:ext>
            </a:extLst>
          </p:cNvPr>
          <p:cNvSpPr>
            <a:spLocks noChangeArrowheads="1"/>
          </p:cNvSpPr>
          <p:nvPr/>
        </p:nvSpPr>
        <p:spPr bwMode="auto">
          <a:xfrm>
            <a:off x="4448326" y="1845539"/>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9" name="Rectangle 15">
            <a:extLst>
              <a:ext uri="{FF2B5EF4-FFF2-40B4-BE49-F238E27FC236}">
                <a16:creationId xmlns:a16="http://schemas.microsoft.com/office/drawing/2014/main" id="{164AA26B-0915-4E61-AFF2-BDA8ED551BFE}"/>
              </a:ext>
            </a:extLst>
          </p:cNvPr>
          <p:cNvSpPr>
            <a:spLocks noChangeArrowheads="1"/>
          </p:cNvSpPr>
          <p:nvPr/>
        </p:nvSpPr>
        <p:spPr bwMode="auto">
          <a:xfrm>
            <a:off x="4902589" y="1845539"/>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0" name="Rectangle 16">
            <a:extLst>
              <a:ext uri="{FF2B5EF4-FFF2-40B4-BE49-F238E27FC236}">
                <a16:creationId xmlns:a16="http://schemas.microsoft.com/office/drawing/2014/main" id="{D5AB2E4B-626F-4072-87E5-595D35EFADAD}"/>
              </a:ext>
            </a:extLst>
          </p:cNvPr>
          <p:cNvSpPr>
            <a:spLocks noChangeArrowheads="1"/>
          </p:cNvSpPr>
          <p:nvPr/>
        </p:nvSpPr>
        <p:spPr bwMode="auto">
          <a:xfrm>
            <a:off x="5358022" y="1845539"/>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1" name="Rectangle 17">
            <a:extLst>
              <a:ext uri="{FF2B5EF4-FFF2-40B4-BE49-F238E27FC236}">
                <a16:creationId xmlns:a16="http://schemas.microsoft.com/office/drawing/2014/main" id="{65DAB362-330B-46D1-BCA8-58DF84B02A0B}"/>
              </a:ext>
            </a:extLst>
          </p:cNvPr>
          <p:cNvSpPr>
            <a:spLocks noChangeArrowheads="1"/>
          </p:cNvSpPr>
          <p:nvPr/>
        </p:nvSpPr>
        <p:spPr bwMode="auto">
          <a:xfrm>
            <a:off x="5812285" y="1845539"/>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2" name="Rectangle 18">
            <a:extLst>
              <a:ext uri="{FF2B5EF4-FFF2-40B4-BE49-F238E27FC236}">
                <a16:creationId xmlns:a16="http://schemas.microsoft.com/office/drawing/2014/main" id="{354D240F-C2AD-45B8-AC36-32AD2EAD65C6}"/>
              </a:ext>
            </a:extLst>
          </p:cNvPr>
          <p:cNvSpPr>
            <a:spLocks noChangeArrowheads="1"/>
          </p:cNvSpPr>
          <p:nvPr/>
        </p:nvSpPr>
        <p:spPr bwMode="auto">
          <a:xfrm>
            <a:off x="6267717" y="1845539"/>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3" name="Rectangle 19">
            <a:extLst>
              <a:ext uri="{FF2B5EF4-FFF2-40B4-BE49-F238E27FC236}">
                <a16:creationId xmlns:a16="http://schemas.microsoft.com/office/drawing/2014/main" id="{90E2C084-FE42-498D-9DD1-54C9F1833304}"/>
              </a:ext>
            </a:extLst>
          </p:cNvPr>
          <p:cNvSpPr>
            <a:spLocks noChangeArrowheads="1"/>
          </p:cNvSpPr>
          <p:nvPr/>
        </p:nvSpPr>
        <p:spPr bwMode="auto">
          <a:xfrm>
            <a:off x="6721980" y="1845539"/>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4" name="Rectangle 20">
            <a:extLst>
              <a:ext uri="{FF2B5EF4-FFF2-40B4-BE49-F238E27FC236}">
                <a16:creationId xmlns:a16="http://schemas.microsoft.com/office/drawing/2014/main" id="{C350DA86-5C2C-4CB7-B1CC-4409FC68993E}"/>
              </a:ext>
            </a:extLst>
          </p:cNvPr>
          <p:cNvSpPr>
            <a:spLocks noChangeArrowheads="1"/>
          </p:cNvSpPr>
          <p:nvPr/>
        </p:nvSpPr>
        <p:spPr bwMode="auto">
          <a:xfrm>
            <a:off x="7177414" y="1845539"/>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5" name="Rectangle 21">
            <a:extLst>
              <a:ext uri="{FF2B5EF4-FFF2-40B4-BE49-F238E27FC236}">
                <a16:creationId xmlns:a16="http://schemas.microsoft.com/office/drawing/2014/main" id="{3476D016-BE0E-40FB-AE03-36C7206310DC}"/>
              </a:ext>
            </a:extLst>
          </p:cNvPr>
          <p:cNvSpPr>
            <a:spLocks noChangeArrowheads="1"/>
          </p:cNvSpPr>
          <p:nvPr/>
        </p:nvSpPr>
        <p:spPr bwMode="auto">
          <a:xfrm>
            <a:off x="7631676" y="1845539"/>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6" name="Rectangle 22">
            <a:extLst>
              <a:ext uri="{FF2B5EF4-FFF2-40B4-BE49-F238E27FC236}">
                <a16:creationId xmlns:a16="http://schemas.microsoft.com/office/drawing/2014/main" id="{4207A264-69D9-418A-8329-92D261B9B62C}"/>
              </a:ext>
            </a:extLst>
          </p:cNvPr>
          <p:cNvSpPr>
            <a:spLocks noChangeArrowheads="1"/>
          </p:cNvSpPr>
          <p:nvPr/>
        </p:nvSpPr>
        <p:spPr bwMode="auto">
          <a:xfrm>
            <a:off x="8087109" y="1845539"/>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7" name="Rectangle 23">
            <a:extLst>
              <a:ext uri="{FF2B5EF4-FFF2-40B4-BE49-F238E27FC236}">
                <a16:creationId xmlns:a16="http://schemas.microsoft.com/office/drawing/2014/main" id="{A6B0A29B-A2CB-436D-9F5A-97AC9E9B35A6}"/>
              </a:ext>
            </a:extLst>
          </p:cNvPr>
          <p:cNvSpPr>
            <a:spLocks noChangeArrowheads="1"/>
          </p:cNvSpPr>
          <p:nvPr/>
        </p:nvSpPr>
        <p:spPr bwMode="auto">
          <a:xfrm>
            <a:off x="8541372" y="1845539"/>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8" name="Rectangle 24">
            <a:extLst>
              <a:ext uri="{FF2B5EF4-FFF2-40B4-BE49-F238E27FC236}">
                <a16:creationId xmlns:a16="http://schemas.microsoft.com/office/drawing/2014/main" id="{E9855E46-BFAF-42D9-AC3D-C449C9315DD0}"/>
              </a:ext>
            </a:extLst>
          </p:cNvPr>
          <p:cNvSpPr>
            <a:spLocks noChangeArrowheads="1"/>
          </p:cNvSpPr>
          <p:nvPr/>
        </p:nvSpPr>
        <p:spPr bwMode="auto">
          <a:xfrm>
            <a:off x="8996805" y="1845539"/>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9" name="Rectangle 25">
            <a:extLst>
              <a:ext uri="{FF2B5EF4-FFF2-40B4-BE49-F238E27FC236}">
                <a16:creationId xmlns:a16="http://schemas.microsoft.com/office/drawing/2014/main" id="{8A0832E2-B419-44F2-AA90-20EF152828FB}"/>
              </a:ext>
            </a:extLst>
          </p:cNvPr>
          <p:cNvSpPr>
            <a:spLocks noChangeArrowheads="1"/>
          </p:cNvSpPr>
          <p:nvPr/>
        </p:nvSpPr>
        <p:spPr bwMode="auto">
          <a:xfrm>
            <a:off x="9451068" y="1845539"/>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0" name="Rectangle 26">
            <a:extLst>
              <a:ext uri="{FF2B5EF4-FFF2-40B4-BE49-F238E27FC236}">
                <a16:creationId xmlns:a16="http://schemas.microsoft.com/office/drawing/2014/main" id="{19E36BF2-3D4E-4C2B-8D4A-DCF9E92FAEDD}"/>
              </a:ext>
            </a:extLst>
          </p:cNvPr>
          <p:cNvSpPr>
            <a:spLocks noChangeArrowheads="1"/>
          </p:cNvSpPr>
          <p:nvPr/>
        </p:nvSpPr>
        <p:spPr bwMode="auto">
          <a:xfrm>
            <a:off x="9906501" y="1845539"/>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1" name="Rectangle 27">
            <a:extLst>
              <a:ext uri="{FF2B5EF4-FFF2-40B4-BE49-F238E27FC236}">
                <a16:creationId xmlns:a16="http://schemas.microsoft.com/office/drawing/2014/main" id="{038C7A5F-FE20-45D2-9A21-6F27B6DEE723}"/>
              </a:ext>
            </a:extLst>
          </p:cNvPr>
          <p:cNvSpPr>
            <a:spLocks noChangeArrowheads="1"/>
          </p:cNvSpPr>
          <p:nvPr/>
        </p:nvSpPr>
        <p:spPr bwMode="auto">
          <a:xfrm>
            <a:off x="10360763" y="1845539"/>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2" name="Rectangle 28">
            <a:extLst>
              <a:ext uri="{FF2B5EF4-FFF2-40B4-BE49-F238E27FC236}">
                <a16:creationId xmlns:a16="http://schemas.microsoft.com/office/drawing/2014/main" id="{E6296672-5055-43EF-8C50-F99741CCADCF}"/>
              </a:ext>
            </a:extLst>
          </p:cNvPr>
          <p:cNvSpPr>
            <a:spLocks noChangeArrowheads="1"/>
          </p:cNvSpPr>
          <p:nvPr/>
        </p:nvSpPr>
        <p:spPr bwMode="auto">
          <a:xfrm>
            <a:off x="10816197" y="1845539"/>
            <a:ext cx="10882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3" name="Rectangle 29">
            <a:extLst>
              <a:ext uri="{FF2B5EF4-FFF2-40B4-BE49-F238E27FC236}">
                <a16:creationId xmlns:a16="http://schemas.microsoft.com/office/drawing/2014/main" id="{9F789C90-FBCD-48B5-800E-4829555286BD}"/>
              </a:ext>
            </a:extLst>
          </p:cNvPr>
          <p:cNvSpPr>
            <a:spLocks noChangeArrowheads="1"/>
          </p:cNvSpPr>
          <p:nvPr/>
        </p:nvSpPr>
        <p:spPr bwMode="auto">
          <a:xfrm>
            <a:off x="11270460" y="1845539"/>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4" name="Rectangle 30">
            <a:extLst>
              <a:ext uri="{FF2B5EF4-FFF2-40B4-BE49-F238E27FC236}">
                <a16:creationId xmlns:a16="http://schemas.microsoft.com/office/drawing/2014/main" id="{DDF49BA7-3A02-4020-A1E4-11270C686243}"/>
              </a:ext>
            </a:extLst>
          </p:cNvPr>
          <p:cNvSpPr>
            <a:spLocks noChangeArrowheads="1"/>
          </p:cNvSpPr>
          <p:nvPr/>
        </p:nvSpPr>
        <p:spPr bwMode="auto">
          <a:xfrm>
            <a:off x="11725892" y="1845539"/>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3" name="Rectangle 32">
            <a:extLst>
              <a:ext uri="{FF2B5EF4-FFF2-40B4-BE49-F238E27FC236}">
                <a16:creationId xmlns:a16="http://schemas.microsoft.com/office/drawing/2014/main" id="{B4B13D94-DCE1-468B-AF50-848FB46E4948}"/>
              </a:ext>
            </a:extLst>
          </p:cNvPr>
          <p:cNvSpPr>
            <a:spLocks noChangeArrowheads="1"/>
          </p:cNvSpPr>
          <p:nvPr/>
        </p:nvSpPr>
        <p:spPr bwMode="auto">
          <a:xfrm>
            <a:off x="354110" y="2352251"/>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4" name="Rectangle 33">
            <a:extLst>
              <a:ext uri="{FF2B5EF4-FFF2-40B4-BE49-F238E27FC236}">
                <a16:creationId xmlns:a16="http://schemas.microsoft.com/office/drawing/2014/main" id="{D42897BB-EFBB-4C3E-B7D8-39558C9973F8}"/>
              </a:ext>
            </a:extLst>
          </p:cNvPr>
          <p:cNvSpPr>
            <a:spLocks noChangeArrowheads="1"/>
          </p:cNvSpPr>
          <p:nvPr/>
        </p:nvSpPr>
        <p:spPr bwMode="auto">
          <a:xfrm>
            <a:off x="809542" y="2352251"/>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5" name="Rectangle 34">
            <a:extLst>
              <a:ext uri="{FF2B5EF4-FFF2-40B4-BE49-F238E27FC236}">
                <a16:creationId xmlns:a16="http://schemas.microsoft.com/office/drawing/2014/main" id="{4FAE9ED1-B75E-4074-8A29-538EBAC75111}"/>
              </a:ext>
            </a:extLst>
          </p:cNvPr>
          <p:cNvSpPr>
            <a:spLocks noChangeArrowheads="1"/>
          </p:cNvSpPr>
          <p:nvPr/>
        </p:nvSpPr>
        <p:spPr bwMode="auto">
          <a:xfrm>
            <a:off x="1263805" y="2352251"/>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6" name="Rectangle 35">
            <a:extLst>
              <a:ext uri="{FF2B5EF4-FFF2-40B4-BE49-F238E27FC236}">
                <a16:creationId xmlns:a16="http://schemas.microsoft.com/office/drawing/2014/main" id="{04AF33C2-82DD-4449-B5ED-C6E11A9176B9}"/>
              </a:ext>
            </a:extLst>
          </p:cNvPr>
          <p:cNvSpPr>
            <a:spLocks noChangeArrowheads="1"/>
          </p:cNvSpPr>
          <p:nvPr/>
        </p:nvSpPr>
        <p:spPr bwMode="auto">
          <a:xfrm>
            <a:off x="1719239" y="2352251"/>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7" name="Rectangle 36">
            <a:extLst>
              <a:ext uri="{FF2B5EF4-FFF2-40B4-BE49-F238E27FC236}">
                <a16:creationId xmlns:a16="http://schemas.microsoft.com/office/drawing/2014/main" id="{A402AA2F-3566-4F90-A3D7-2F6ACC0596DC}"/>
              </a:ext>
            </a:extLst>
          </p:cNvPr>
          <p:cNvSpPr>
            <a:spLocks noChangeArrowheads="1"/>
          </p:cNvSpPr>
          <p:nvPr/>
        </p:nvSpPr>
        <p:spPr bwMode="auto">
          <a:xfrm>
            <a:off x="2173502" y="2352251"/>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8" name="Rectangle 37">
            <a:extLst>
              <a:ext uri="{FF2B5EF4-FFF2-40B4-BE49-F238E27FC236}">
                <a16:creationId xmlns:a16="http://schemas.microsoft.com/office/drawing/2014/main" id="{12257C74-8FE2-4A5A-AE7D-4253FD48B2A6}"/>
              </a:ext>
            </a:extLst>
          </p:cNvPr>
          <p:cNvSpPr>
            <a:spLocks noChangeArrowheads="1"/>
          </p:cNvSpPr>
          <p:nvPr/>
        </p:nvSpPr>
        <p:spPr bwMode="auto">
          <a:xfrm>
            <a:off x="2628934" y="2352251"/>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9" name="Rectangle 38">
            <a:extLst>
              <a:ext uri="{FF2B5EF4-FFF2-40B4-BE49-F238E27FC236}">
                <a16:creationId xmlns:a16="http://schemas.microsoft.com/office/drawing/2014/main" id="{EDCCE78B-73E1-4347-A0AB-893F31DE0D72}"/>
              </a:ext>
            </a:extLst>
          </p:cNvPr>
          <p:cNvSpPr>
            <a:spLocks noChangeArrowheads="1"/>
          </p:cNvSpPr>
          <p:nvPr/>
        </p:nvSpPr>
        <p:spPr bwMode="auto">
          <a:xfrm>
            <a:off x="3083197" y="2352251"/>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0" name="Rectangle 39">
            <a:extLst>
              <a:ext uri="{FF2B5EF4-FFF2-40B4-BE49-F238E27FC236}">
                <a16:creationId xmlns:a16="http://schemas.microsoft.com/office/drawing/2014/main" id="{71A20C81-1914-4715-86F6-FC2A3887F217}"/>
              </a:ext>
            </a:extLst>
          </p:cNvPr>
          <p:cNvSpPr>
            <a:spLocks noChangeArrowheads="1"/>
          </p:cNvSpPr>
          <p:nvPr/>
        </p:nvSpPr>
        <p:spPr bwMode="auto">
          <a:xfrm>
            <a:off x="3538630" y="2352251"/>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1" name="Rectangle 40">
            <a:extLst>
              <a:ext uri="{FF2B5EF4-FFF2-40B4-BE49-F238E27FC236}">
                <a16:creationId xmlns:a16="http://schemas.microsoft.com/office/drawing/2014/main" id="{30EB0F8B-2241-4BB6-B10C-10150726F1C8}"/>
              </a:ext>
            </a:extLst>
          </p:cNvPr>
          <p:cNvSpPr>
            <a:spLocks noChangeArrowheads="1"/>
          </p:cNvSpPr>
          <p:nvPr/>
        </p:nvSpPr>
        <p:spPr bwMode="auto">
          <a:xfrm>
            <a:off x="3992893" y="2352251"/>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2" name="Rectangle 41">
            <a:extLst>
              <a:ext uri="{FF2B5EF4-FFF2-40B4-BE49-F238E27FC236}">
                <a16:creationId xmlns:a16="http://schemas.microsoft.com/office/drawing/2014/main" id="{93DC7C70-8C17-43A4-9F9B-0C24A1A8816F}"/>
              </a:ext>
            </a:extLst>
          </p:cNvPr>
          <p:cNvSpPr>
            <a:spLocks noChangeArrowheads="1"/>
          </p:cNvSpPr>
          <p:nvPr/>
        </p:nvSpPr>
        <p:spPr bwMode="auto">
          <a:xfrm>
            <a:off x="4448326" y="2352251"/>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3" name="Rectangle 42">
            <a:extLst>
              <a:ext uri="{FF2B5EF4-FFF2-40B4-BE49-F238E27FC236}">
                <a16:creationId xmlns:a16="http://schemas.microsoft.com/office/drawing/2014/main" id="{700DA9A2-C7ED-46FB-B7ED-912E60E91053}"/>
              </a:ext>
            </a:extLst>
          </p:cNvPr>
          <p:cNvSpPr>
            <a:spLocks noChangeArrowheads="1"/>
          </p:cNvSpPr>
          <p:nvPr/>
        </p:nvSpPr>
        <p:spPr bwMode="auto">
          <a:xfrm>
            <a:off x="4902589" y="2352251"/>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4" name="Rectangle 43">
            <a:extLst>
              <a:ext uri="{FF2B5EF4-FFF2-40B4-BE49-F238E27FC236}">
                <a16:creationId xmlns:a16="http://schemas.microsoft.com/office/drawing/2014/main" id="{23993B3F-B1E2-4626-915E-30EA0C27114C}"/>
              </a:ext>
            </a:extLst>
          </p:cNvPr>
          <p:cNvSpPr>
            <a:spLocks noChangeArrowheads="1"/>
          </p:cNvSpPr>
          <p:nvPr/>
        </p:nvSpPr>
        <p:spPr bwMode="auto">
          <a:xfrm>
            <a:off x="5358022" y="2352251"/>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5" name="Rectangle 44">
            <a:extLst>
              <a:ext uri="{FF2B5EF4-FFF2-40B4-BE49-F238E27FC236}">
                <a16:creationId xmlns:a16="http://schemas.microsoft.com/office/drawing/2014/main" id="{70A847F2-326C-4A11-90C5-5A5E3BC0062F}"/>
              </a:ext>
            </a:extLst>
          </p:cNvPr>
          <p:cNvSpPr>
            <a:spLocks noChangeArrowheads="1"/>
          </p:cNvSpPr>
          <p:nvPr/>
        </p:nvSpPr>
        <p:spPr bwMode="auto">
          <a:xfrm>
            <a:off x="5812285" y="2352251"/>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6" name="Rectangle 45">
            <a:extLst>
              <a:ext uri="{FF2B5EF4-FFF2-40B4-BE49-F238E27FC236}">
                <a16:creationId xmlns:a16="http://schemas.microsoft.com/office/drawing/2014/main" id="{D050CF34-CB80-475B-86F9-30114A7E6141}"/>
              </a:ext>
            </a:extLst>
          </p:cNvPr>
          <p:cNvSpPr>
            <a:spLocks noChangeArrowheads="1"/>
          </p:cNvSpPr>
          <p:nvPr/>
        </p:nvSpPr>
        <p:spPr bwMode="auto">
          <a:xfrm>
            <a:off x="6267717" y="2352251"/>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7" name="Rectangle 46">
            <a:extLst>
              <a:ext uri="{FF2B5EF4-FFF2-40B4-BE49-F238E27FC236}">
                <a16:creationId xmlns:a16="http://schemas.microsoft.com/office/drawing/2014/main" id="{72F7682D-8B8B-4827-9F84-5A883F25751E}"/>
              </a:ext>
            </a:extLst>
          </p:cNvPr>
          <p:cNvSpPr>
            <a:spLocks noChangeArrowheads="1"/>
          </p:cNvSpPr>
          <p:nvPr/>
        </p:nvSpPr>
        <p:spPr bwMode="auto">
          <a:xfrm>
            <a:off x="6721980" y="2352251"/>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8" name="Rectangle 47">
            <a:extLst>
              <a:ext uri="{FF2B5EF4-FFF2-40B4-BE49-F238E27FC236}">
                <a16:creationId xmlns:a16="http://schemas.microsoft.com/office/drawing/2014/main" id="{096B96DB-AD07-4F59-8D81-878896D609D6}"/>
              </a:ext>
            </a:extLst>
          </p:cNvPr>
          <p:cNvSpPr>
            <a:spLocks noChangeArrowheads="1"/>
          </p:cNvSpPr>
          <p:nvPr/>
        </p:nvSpPr>
        <p:spPr bwMode="auto">
          <a:xfrm>
            <a:off x="7177414" y="2352251"/>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9" name="Rectangle 48">
            <a:extLst>
              <a:ext uri="{FF2B5EF4-FFF2-40B4-BE49-F238E27FC236}">
                <a16:creationId xmlns:a16="http://schemas.microsoft.com/office/drawing/2014/main" id="{8B2388B0-7437-4F3C-B5AF-A99838656D00}"/>
              </a:ext>
            </a:extLst>
          </p:cNvPr>
          <p:cNvSpPr>
            <a:spLocks noChangeArrowheads="1"/>
          </p:cNvSpPr>
          <p:nvPr/>
        </p:nvSpPr>
        <p:spPr bwMode="auto">
          <a:xfrm>
            <a:off x="7631676" y="2352251"/>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0" name="Rectangle 49">
            <a:extLst>
              <a:ext uri="{FF2B5EF4-FFF2-40B4-BE49-F238E27FC236}">
                <a16:creationId xmlns:a16="http://schemas.microsoft.com/office/drawing/2014/main" id="{FBE62A09-5F6A-4BC0-9413-4B7222385A07}"/>
              </a:ext>
            </a:extLst>
          </p:cNvPr>
          <p:cNvSpPr>
            <a:spLocks noChangeArrowheads="1"/>
          </p:cNvSpPr>
          <p:nvPr/>
        </p:nvSpPr>
        <p:spPr bwMode="auto">
          <a:xfrm>
            <a:off x="8087109" y="2352251"/>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1" name="Rectangle 50">
            <a:extLst>
              <a:ext uri="{FF2B5EF4-FFF2-40B4-BE49-F238E27FC236}">
                <a16:creationId xmlns:a16="http://schemas.microsoft.com/office/drawing/2014/main" id="{FD4120A0-F176-4CF5-BD30-0A467CCD63B4}"/>
              </a:ext>
            </a:extLst>
          </p:cNvPr>
          <p:cNvSpPr>
            <a:spLocks noChangeArrowheads="1"/>
          </p:cNvSpPr>
          <p:nvPr/>
        </p:nvSpPr>
        <p:spPr bwMode="auto">
          <a:xfrm>
            <a:off x="8541372" y="2352251"/>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2" name="Rectangle 51">
            <a:extLst>
              <a:ext uri="{FF2B5EF4-FFF2-40B4-BE49-F238E27FC236}">
                <a16:creationId xmlns:a16="http://schemas.microsoft.com/office/drawing/2014/main" id="{8075DBF6-9812-49E0-8973-F29DF4621992}"/>
              </a:ext>
            </a:extLst>
          </p:cNvPr>
          <p:cNvSpPr>
            <a:spLocks noChangeArrowheads="1"/>
          </p:cNvSpPr>
          <p:nvPr/>
        </p:nvSpPr>
        <p:spPr bwMode="auto">
          <a:xfrm>
            <a:off x="8996805" y="2352251"/>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3" name="Rectangle 52">
            <a:extLst>
              <a:ext uri="{FF2B5EF4-FFF2-40B4-BE49-F238E27FC236}">
                <a16:creationId xmlns:a16="http://schemas.microsoft.com/office/drawing/2014/main" id="{55CA37AD-A3E1-4489-9138-C3852B352A18}"/>
              </a:ext>
            </a:extLst>
          </p:cNvPr>
          <p:cNvSpPr>
            <a:spLocks noChangeArrowheads="1"/>
          </p:cNvSpPr>
          <p:nvPr/>
        </p:nvSpPr>
        <p:spPr bwMode="auto">
          <a:xfrm>
            <a:off x="9451068" y="2352251"/>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4" name="Rectangle 53">
            <a:extLst>
              <a:ext uri="{FF2B5EF4-FFF2-40B4-BE49-F238E27FC236}">
                <a16:creationId xmlns:a16="http://schemas.microsoft.com/office/drawing/2014/main" id="{C88268CA-A454-432A-BBC6-F3C2F2736E0C}"/>
              </a:ext>
            </a:extLst>
          </p:cNvPr>
          <p:cNvSpPr>
            <a:spLocks noChangeArrowheads="1"/>
          </p:cNvSpPr>
          <p:nvPr/>
        </p:nvSpPr>
        <p:spPr bwMode="auto">
          <a:xfrm>
            <a:off x="9906501" y="2352251"/>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5" name="Rectangle 54">
            <a:extLst>
              <a:ext uri="{FF2B5EF4-FFF2-40B4-BE49-F238E27FC236}">
                <a16:creationId xmlns:a16="http://schemas.microsoft.com/office/drawing/2014/main" id="{3EA71045-4C26-49CD-944A-9D37A7B68674}"/>
              </a:ext>
            </a:extLst>
          </p:cNvPr>
          <p:cNvSpPr>
            <a:spLocks noChangeArrowheads="1"/>
          </p:cNvSpPr>
          <p:nvPr/>
        </p:nvSpPr>
        <p:spPr bwMode="auto">
          <a:xfrm>
            <a:off x="10360763" y="2352251"/>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6" name="Rectangle 55">
            <a:extLst>
              <a:ext uri="{FF2B5EF4-FFF2-40B4-BE49-F238E27FC236}">
                <a16:creationId xmlns:a16="http://schemas.microsoft.com/office/drawing/2014/main" id="{4CA66C44-3E69-4CC0-BE3E-5099678F39E7}"/>
              </a:ext>
            </a:extLst>
          </p:cNvPr>
          <p:cNvSpPr>
            <a:spLocks noChangeArrowheads="1"/>
          </p:cNvSpPr>
          <p:nvPr/>
        </p:nvSpPr>
        <p:spPr bwMode="auto">
          <a:xfrm>
            <a:off x="10816197" y="2352251"/>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7" name="Rectangle 56">
            <a:extLst>
              <a:ext uri="{FF2B5EF4-FFF2-40B4-BE49-F238E27FC236}">
                <a16:creationId xmlns:a16="http://schemas.microsoft.com/office/drawing/2014/main" id="{DBCD939E-7346-4FE8-9A9E-3196A1634058}"/>
              </a:ext>
            </a:extLst>
          </p:cNvPr>
          <p:cNvSpPr>
            <a:spLocks noChangeArrowheads="1"/>
          </p:cNvSpPr>
          <p:nvPr/>
        </p:nvSpPr>
        <p:spPr bwMode="auto">
          <a:xfrm>
            <a:off x="11270460" y="2352251"/>
            <a:ext cx="109992" cy="108822"/>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8" name="Rectangle 57">
            <a:extLst>
              <a:ext uri="{FF2B5EF4-FFF2-40B4-BE49-F238E27FC236}">
                <a16:creationId xmlns:a16="http://schemas.microsoft.com/office/drawing/2014/main" id="{2048A8D9-1609-4979-9E04-CE3C74005214}"/>
              </a:ext>
            </a:extLst>
          </p:cNvPr>
          <p:cNvSpPr>
            <a:spLocks noChangeArrowheads="1"/>
          </p:cNvSpPr>
          <p:nvPr/>
        </p:nvSpPr>
        <p:spPr bwMode="auto">
          <a:xfrm>
            <a:off x="11725892" y="2352251"/>
            <a:ext cx="10882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7" name="Rectangle 59">
            <a:extLst>
              <a:ext uri="{FF2B5EF4-FFF2-40B4-BE49-F238E27FC236}">
                <a16:creationId xmlns:a16="http://schemas.microsoft.com/office/drawing/2014/main" id="{1CDD4CCD-B616-436B-A3FD-F9E6416D6160}"/>
              </a:ext>
            </a:extLst>
          </p:cNvPr>
          <p:cNvSpPr>
            <a:spLocks noChangeArrowheads="1"/>
          </p:cNvSpPr>
          <p:nvPr/>
        </p:nvSpPr>
        <p:spPr bwMode="auto">
          <a:xfrm>
            <a:off x="354110" y="285779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8" name="Rectangle 60">
            <a:extLst>
              <a:ext uri="{FF2B5EF4-FFF2-40B4-BE49-F238E27FC236}">
                <a16:creationId xmlns:a16="http://schemas.microsoft.com/office/drawing/2014/main" id="{C714A79D-593F-4D51-9527-0F7D44670155}"/>
              </a:ext>
            </a:extLst>
          </p:cNvPr>
          <p:cNvSpPr>
            <a:spLocks noChangeArrowheads="1"/>
          </p:cNvSpPr>
          <p:nvPr/>
        </p:nvSpPr>
        <p:spPr bwMode="auto">
          <a:xfrm>
            <a:off x="809542" y="285779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9" name="Rectangle 61">
            <a:extLst>
              <a:ext uri="{FF2B5EF4-FFF2-40B4-BE49-F238E27FC236}">
                <a16:creationId xmlns:a16="http://schemas.microsoft.com/office/drawing/2014/main" id="{E7C7988F-856E-46FD-8950-CCDDDA38CF67}"/>
              </a:ext>
            </a:extLst>
          </p:cNvPr>
          <p:cNvSpPr>
            <a:spLocks noChangeArrowheads="1"/>
          </p:cNvSpPr>
          <p:nvPr/>
        </p:nvSpPr>
        <p:spPr bwMode="auto">
          <a:xfrm>
            <a:off x="1263805" y="285779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0" name="Rectangle 62">
            <a:extLst>
              <a:ext uri="{FF2B5EF4-FFF2-40B4-BE49-F238E27FC236}">
                <a16:creationId xmlns:a16="http://schemas.microsoft.com/office/drawing/2014/main" id="{6A604DC1-6DD7-4A5F-939D-B7E3D6B44599}"/>
              </a:ext>
            </a:extLst>
          </p:cNvPr>
          <p:cNvSpPr>
            <a:spLocks noChangeArrowheads="1"/>
          </p:cNvSpPr>
          <p:nvPr/>
        </p:nvSpPr>
        <p:spPr bwMode="auto">
          <a:xfrm>
            <a:off x="1719239" y="285779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1" name="Rectangle 63">
            <a:extLst>
              <a:ext uri="{FF2B5EF4-FFF2-40B4-BE49-F238E27FC236}">
                <a16:creationId xmlns:a16="http://schemas.microsoft.com/office/drawing/2014/main" id="{5E841B6F-400E-43A2-BA9E-713E1210E2FC}"/>
              </a:ext>
            </a:extLst>
          </p:cNvPr>
          <p:cNvSpPr>
            <a:spLocks noChangeArrowheads="1"/>
          </p:cNvSpPr>
          <p:nvPr/>
        </p:nvSpPr>
        <p:spPr bwMode="auto">
          <a:xfrm>
            <a:off x="2173502" y="285779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2" name="Rectangle 64">
            <a:extLst>
              <a:ext uri="{FF2B5EF4-FFF2-40B4-BE49-F238E27FC236}">
                <a16:creationId xmlns:a16="http://schemas.microsoft.com/office/drawing/2014/main" id="{EB3556E4-BBFF-4497-86CB-E08210DD43A4}"/>
              </a:ext>
            </a:extLst>
          </p:cNvPr>
          <p:cNvSpPr>
            <a:spLocks noChangeArrowheads="1"/>
          </p:cNvSpPr>
          <p:nvPr/>
        </p:nvSpPr>
        <p:spPr bwMode="auto">
          <a:xfrm>
            <a:off x="2628934" y="285779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3" name="Rectangle 65">
            <a:extLst>
              <a:ext uri="{FF2B5EF4-FFF2-40B4-BE49-F238E27FC236}">
                <a16:creationId xmlns:a16="http://schemas.microsoft.com/office/drawing/2014/main" id="{4ED49176-4A95-47F2-9609-F517D91CE550}"/>
              </a:ext>
            </a:extLst>
          </p:cNvPr>
          <p:cNvSpPr>
            <a:spLocks noChangeArrowheads="1"/>
          </p:cNvSpPr>
          <p:nvPr/>
        </p:nvSpPr>
        <p:spPr bwMode="auto">
          <a:xfrm>
            <a:off x="3083197" y="285779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4" name="Rectangle 66">
            <a:extLst>
              <a:ext uri="{FF2B5EF4-FFF2-40B4-BE49-F238E27FC236}">
                <a16:creationId xmlns:a16="http://schemas.microsoft.com/office/drawing/2014/main" id="{C285A21A-D02C-4E2C-9129-0E4FD1439834}"/>
              </a:ext>
            </a:extLst>
          </p:cNvPr>
          <p:cNvSpPr>
            <a:spLocks noChangeArrowheads="1"/>
          </p:cNvSpPr>
          <p:nvPr/>
        </p:nvSpPr>
        <p:spPr bwMode="auto">
          <a:xfrm>
            <a:off x="3538630" y="285779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5" name="Rectangle 67">
            <a:extLst>
              <a:ext uri="{FF2B5EF4-FFF2-40B4-BE49-F238E27FC236}">
                <a16:creationId xmlns:a16="http://schemas.microsoft.com/office/drawing/2014/main" id="{0FAC70C0-5E77-440D-AA2C-C5F3A3CEC69B}"/>
              </a:ext>
            </a:extLst>
          </p:cNvPr>
          <p:cNvSpPr>
            <a:spLocks noChangeArrowheads="1"/>
          </p:cNvSpPr>
          <p:nvPr/>
        </p:nvSpPr>
        <p:spPr bwMode="auto">
          <a:xfrm>
            <a:off x="3992893" y="285779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6" name="Rectangle 68">
            <a:extLst>
              <a:ext uri="{FF2B5EF4-FFF2-40B4-BE49-F238E27FC236}">
                <a16:creationId xmlns:a16="http://schemas.microsoft.com/office/drawing/2014/main" id="{5463B017-838F-413D-8764-821503622A96}"/>
              </a:ext>
            </a:extLst>
          </p:cNvPr>
          <p:cNvSpPr>
            <a:spLocks noChangeArrowheads="1"/>
          </p:cNvSpPr>
          <p:nvPr/>
        </p:nvSpPr>
        <p:spPr bwMode="auto">
          <a:xfrm>
            <a:off x="4448326" y="285779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7" name="Rectangle 69">
            <a:extLst>
              <a:ext uri="{FF2B5EF4-FFF2-40B4-BE49-F238E27FC236}">
                <a16:creationId xmlns:a16="http://schemas.microsoft.com/office/drawing/2014/main" id="{D1A17899-795E-470F-B52B-0EE1A5143D8A}"/>
              </a:ext>
            </a:extLst>
          </p:cNvPr>
          <p:cNvSpPr>
            <a:spLocks noChangeArrowheads="1"/>
          </p:cNvSpPr>
          <p:nvPr/>
        </p:nvSpPr>
        <p:spPr bwMode="auto">
          <a:xfrm>
            <a:off x="4902589" y="285779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8" name="Rectangle 70">
            <a:extLst>
              <a:ext uri="{FF2B5EF4-FFF2-40B4-BE49-F238E27FC236}">
                <a16:creationId xmlns:a16="http://schemas.microsoft.com/office/drawing/2014/main" id="{BFA98CD7-C296-4FF8-AEA4-137B730DF3A7}"/>
              </a:ext>
            </a:extLst>
          </p:cNvPr>
          <p:cNvSpPr>
            <a:spLocks noChangeArrowheads="1"/>
          </p:cNvSpPr>
          <p:nvPr/>
        </p:nvSpPr>
        <p:spPr bwMode="auto">
          <a:xfrm>
            <a:off x="5358022" y="285779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9" name="Rectangle 71">
            <a:extLst>
              <a:ext uri="{FF2B5EF4-FFF2-40B4-BE49-F238E27FC236}">
                <a16:creationId xmlns:a16="http://schemas.microsoft.com/office/drawing/2014/main" id="{9F11BA7F-A440-4A5A-9145-C2CBF5DAF0D4}"/>
              </a:ext>
            </a:extLst>
          </p:cNvPr>
          <p:cNvSpPr>
            <a:spLocks noChangeArrowheads="1"/>
          </p:cNvSpPr>
          <p:nvPr/>
        </p:nvSpPr>
        <p:spPr bwMode="auto">
          <a:xfrm>
            <a:off x="5812285" y="285779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0" name="Rectangle 72">
            <a:extLst>
              <a:ext uri="{FF2B5EF4-FFF2-40B4-BE49-F238E27FC236}">
                <a16:creationId xmlns:a16="http://schemas.microsoft.com/office/drawing/2014/main" id="{D21FFF55-7EAD-40FA-9864-F5B8971D1414}"/>
              </a:ext>
            </a:extLst>
          </p:cNvPr>
          <p:cNvSpPr>
            <a:spLocks noChangeArrowheads="1"/>
          </p:cNvSpPr>
          <p:nvPr/>
        </p:nvSpPr>
        <p:spPr bwMode="auto">
          <a:xfrm>
            <a:off x="6267717" y="285779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1" name="Rectangle 73">
            <a:extLst>
              <a:ext uri="{FF2B5EF4-FFF2-40B4-BE49-F238E27FC236}">
                <a16:creationId xmlns:a16="http://schemas.microsoft.com/office/drawing/2014/main" id="{30F55C85-4BDF-4A1A-A90A-C676A9117308}"/>
              </a:ext>
            </a:extLst>
          </p:cNvPr>
          <p:cNvSpPr>
            <a:spLocks noChangeArrowheads="1"/>
          </p:cNvSpPr>
          <p:nvPr/>
        </p:nvSpPr>
        <p:spPr bwMode="auto">
          <a:xfrm>
            <a:off x="6721980" y="285779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2" name="Rectangle 74">
            <a:extLst>
              <a:ext uri="{FF2B5EF4-FFF2-40B4-BE49-F238E27FC236}">
                <a16:creationId xmlns:a16="http://schemas.microsoft.com/office/drawing/2014/main" id="{CD376222-CE2E-460E-A86D-CEEFFC77F8CE}"/>
              </a:ext>
            </a:extLst>
          </p:cNvPr>
          <p:cNvSpPr>
            <a:spLocks noChangeArrowheads="1"/>
          </p:cNvSpPr>
          <p:nvPr/>
        </p:nvSpPr>
        <p:spPr bwMode="auto">
          <a:xfrm>
            <a:off x="7177414" y="285779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3" name="Rectangle 75">
            <a:extLst>
              <a:ext uri="{FF2B5EF4-FFF2-40B4-BE49-F238E27FC236}">
                <a16:creationId xmlns:a16="http://schemas.microsoft.com/office/drawing/2014/main" id="{D9F6E244-E70D-4E98-BE65-616D29AD4DB0}"/>
              </a:ext>
            </a:extLst>
          </p:cNvPr>
          <p:cNvSpPr>
            <a:spLocks noChangeArrowheads="1"/>
          </p:cNvSpPr>
          <p:nvPr/>
        </p:nvSpPr>
        <p:spPr bwMode="auto">
          <a:xfrm>
            <a:off x="7631676" y="285779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4" name="Rectangle 76">
            <a:extLst>
              <a:ext uri="{FF2B5EF4-FFF2-40B4-BE49-F238E27FC236}">
                <a16:creationId xmlns:a16="http://schemas.microsoft.com/office/drawing/2014/main" id="{E3B75F8F-57C0-4AD6-92A4-826B4281F4A1}"/>
              </a:ext>
            </a:extLst>
          </p:cNvPr>
          <p:cNvSpPr>
            <a:spLocks noChangeArrowheads="1"/>
          </p:cNvSpPr>
          <p:nvPr/>
        </p:nvSpPr>
        <p:spPr bwMode="auto">
          <a:xfrm>
            <a:off x="8087109" y="285779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5" name="Rectangle 77">
            <a:extLst>
              <a:ext uri="{FF2B5EF4-FFF2-40B4-BE49-F238E27FC236}">
                <a16:creationId xmlns:a16="http://schemas.microsoft.com/office/drawing/2014/main" id="{A535E84C-3ECC-4B95-9FA9-A4AD23F2F270}"/>
              </a:ext>
            </a:extLst>
          </p:cNvPr>
          <p:cNvSpPr>
            <a:spLocks noChangeArrowheads="1"/>
          </p:cNvSpPr>
          <p:nvPr/>
        </p:nvSpPr>
        <p:spPr bwMode="auto">
          <a:xfrm>
            <a:off x="8541372" y="285779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6" name="Rectangle 78">
            <a:extLst>
              <a:ext uri="{FF2B5EF4-FFF2-40B4-BE49-F238E27FC236}">
                <a16:creationId xmlns:a16="http://schemas.microsoft.com/office/drawing/2014/main" id="{B36D8AB3-727A-44D7-B945-11021E7E565E}"/>
              </a:ext>
            </a:extLst>
          </p:cNvPr>
          <p:cNvSpPr>
            <a:spLocks noChangeArrowheads="1"/>
          </p:cNvSpPr>
          <p:nvPr/>
        </p:nvSpPr>
        <p:spPr bwMode="auto">
          <a:xfrm>
            <a:off x="8996805" y="285779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7" name="Rectangle 79">
            <a:extLst>
              <a:ext uri="{FF2B5EF4-FFF2-40B4-BE49-F238E27FC236}">
                <a16:creationId xmlns:a16="http://schemas.microsoft.com/office/drawing/2014/main" id="{D97F58A0-5D6C-414B-81E1-932E36D87F81}"/>
              </a:ext>
            </a:extLst>
          </p:cNvPr>
          <p:cNvSpPr>
            <a:spLocks noChangeArrowheads="1"/>
          </p:cNvSpPr>
          <p:nvPr/>
        </p:nvSpPr>
        <p:spPr bwMode="auto">
          <a:xfrm>
            <a:off x="9451068" y="285779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8" name="Rectangle 80">
            <a:extLst>
              <a:ext uri="{FF2B5EF4-FFF2-40B4-BE49-F238E27FC236}">
                <a16:creationId xmlns:a16="http://schemas.microsoft.com/office/drawing/2014/main" id="{34645A3A-2DF2-467B-ADEC-66C2680074AA}"/>
              </a:ext>
            </a:extLst>
          </p:cNvPr>
          <p:cNvSpPr>
            <a:spLocks noChangeArrowheads="1"/>
          </p:cNvSpPr>
          <p:nvPr/>
        </p:nvSpPr>
        <p:spPr bwMode="auto">
          <a:xfrm>
            <a:off x="9906501" y="285779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9" name="Rectangle 81">
            <a:extLst>
              <a:ext uri="{FF2B5EF4-FFF2-40B4-BE49-F238E27FC236}">
                <a16:creationId xmlns:a16="http://schemas.microsoft.com/office/drawing/2014/main" id="{2991A0D8-2D5D-4B08-9704-9BFB93B162FC}"/>
              </a:ext>
            </a:extLst>
          </p:cNvPr>
          <p:cNvSpPr>
            <a:spLocks noChangeArrowheads="1"/>
          </p:cNvSpPr>
          <p:nvPr/>
        </p:nvSpPr>
        <p:spPr bwMode="auto">
          <a:xfrm>
            <a:off x="10360763" y="285779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0" name="Rectangle 82">
            <a:extLst>
              <a:ext uri="{FF2B5EF4-FFF2-40B4-BE49-F238E27FC236}">
                <a16:creationId xmlns:a16="http://schemas.microsoft.com/office/drawing/2014/main" id="{7128A5D3-8A8E-4A5B-ACA1-5A01DEAE2F4F}"/>
              </a:ext>
            </a:extLst>
          </p:cNvPr>
          <p:cNvSpPr>
            <a:spLocks noChangeArrowheads="1"/>
          </p:cNvSpPr>
          <p:nvPr/>
        </p:nvSpPr>
        <p:spPr bwMode="auto">
          <a:xfrm>
            <a:off x="10816197" y="2857795"/>
            <a:ext cx="10882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1" name="Rectangle 83">
            <a:extLst>
              <a:ext uri="{FF2B5EF4-FFF2-40B4-BE49-F238E27FC236}">
                <a16:creationId xmlns:a16="http://schemas.microsoft.com/office/drawing/2014/main" id="{D017036E-3A97-4D6A-AA9F-AA9B8E3E0E34}"/>
              </a:ext>
            </a:extLst>
          </p:cNvPr>
          <p:cNvSpPr>
            <a:spLocks noChangeArrowheads="1"/>
          </p:cNvSpPr>
          <p:nvPr/>
        </p:nvSpPr>
        <p:spPr bwMode="auto">
          <a:xfrm>
            <a:off x="11270460" y="285779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2" name="Rectangle 84">
            <a:extLst>
              <a:ext uri="{FF2B5EF4-FFF2-40B4-BE49-F238E27FC236}">
                <a16:creationId xmlns:a16="http://schemas.microsoft.com/office/drawing/2014/main" id="{5BCCE486-20E6-47E4-96AF-5AFB021736FA}"/>
              </a:ext>
            </a:extLst>
          </p:cNvPr>
          <p:cNvSpPr>
            <a:spLocks noChangeArrowheads="1"/>
          </p:cNvSpPr>
          <p:nvPr/>
        </p:nvSpPr>
        <p:spPr bwMode="auto">
          <a:xfrm>
            <a:off x="11725892" y="285779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1" name="Rectangle 5">
            <a:extLst>
              <a:ext uri="{FF2B5EF4-FFF2-40B4-BE49-F238E27FC236}">
                <a16:creationId xmlns:a16="http://schemas.microsoft.com/office/drawing/2014/main" id="{AC28E286-CB3B-41B8-9829-2A09FD0F1C45}"/>
              </a:ext>
            </a:extLst>
          </p:cNvPr>
          <p:cNvSpPr>
            <a:spLocks noChangeArrowheads="1"/>
          </p:cNvSpPr>
          <p:nvPr/>
        </p:nvSpPr>
        <p:spPr bwMode="auto">
          <a:xfrm>
            <a:off x="354110" y="336450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2" name="Rectangle 6">
            <a:extLst>
              <a:ext uri="{FF2B5EF4-FFF2-40B4-BE49-F238E27FC236}">
                <a16:creationId xmlns:a16="http://schemas.microsoft.com/office/drawing/2014/main" id="{A6CBC9BD-AE25-437A-9246-679B5C4DB89C}"/>
              </a:ext>
            </a:extLst>
          </p:cNvPr>
          <p:cNvSpPr>
            <a:spLocks noChangeArrowheads="1"/>
          </p:cNvSpPr>
          <p:nvPr/>
        </p:nvSpPr>
        <p:spPr bwMode="auto">
          <a:xfrm>
            <a:off x="809542" y="336450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6" name="Rectangle 20">
            <a:extLst>
              <a:ext uri="{FF2B5EF4-FFF2-40B4-BE49-F238E27FC236}">
                <a16:creationId xmlns:a16="http://schemas.microsoft.com/office/drawing/2014/main" id="{0EDE0526-CBA2-4A01-9D59-24F0B138B629}"/>
              </a:ext>
            </a:extLst>
          </p:cNvPr>
          <p:cNvSpPr>
            <a:spLocks noChangeArrowheads="1"/>
          </p:cNvSpPr>
          <p:nvPr/>
        </p:nvSpPr>
        <p:spPr bwMode="auto">
          <a:xfrm>
            <a:off x="7177414" y="336450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7" name="Rectangle 21">
            <a:extLst>
              <a:ext uri="{FF2B5EF4-FFF2-40B4-BE49-F238E27FC236}">
                <a16:creationId xmlns:a16="http://schemas.microsoft.com/office/drawing/2014/main" id="{5E66E413-A492-40ED-BCC5-F23480C017DC}"/>
              </a:ext>
            </a:extLst>
          </p:cNvPr>
          <p:cNvSpPr>
            <a:spLocks noChangeArrowheads="1"/>
          </p:cNvSpPr>
          <p:nvPr/>
        </p:nvSpPr>
        <p:spPr bwMode="auto">
          <a:xfrm>
            <a:off x="7631676" y="336450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8" name="Rectangle 22">
            <a:extLst>
              <a:ext uri="{FF2B5EF4-FFF2-40B4-BE49-F238E27FC236}">
                <a16:creationId xmlns:a16="http://schemas.microsoft.com/office/drawing/2014/main" id="{6FCFA5F2-AFE6-49D8-BE15-40E90D43FF67}"/>
              </a:ext>
            </a:extLst>
          </p:cNvPr>
          <p:cNvSpPr>
            <a:spLocks noChangeArrowheads="1"/>
          </p:cNvSpPr>
          <p:nvPr/>
        </p:nvSpPr>
        <p:spPr bwMode="auto">
          <a:xfrm>
            <a:off x="8087109" y="336450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9" name="Rectangle 23">
            <a:extLst>
              <a:ext uri="{FF2B5EF4-FFF2-40B4-BE49-F238E27FC236}">
                <a16:creationId xmlns:a16="http://schemas.microsoft.com/office/drawing/2014/main" id="{AD7A4E43-F44A-43CF-A9D7-BA4D8B2B2F47}"/>
              </a:ext>
            </a:extLst>
          </p:cNvPr>
          <p:cNvSpPr>
            <a:spLocks noChangeArrowheads="1"/>
          </p:cNvSpPr>
          <p:nvPr/>
        </p:nvSpPr>
        <p:spPr bwMode="auto">
          <a:xfrm>
            <a:off x="8541372" y="336450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0" name="Rectangle 24">
            <a:extLst>
              <a:ext uri="{FF2B5EF4-FFF2-40B4-BE49-F238E27FC236}">
                <a16:creationId xmlns:a16="http://schemas.microsoft.com/office/drawing/2014/main" id="{FC2E67AB-58DA-4BCF-81D2-0040BBD96216}"/>
              </a:ext>
            </a:extLst>
          </p:cNvPr>
          <p:cNvSpPr>
            <a:spLocks noChangeArrowheads="1"/>
          </p:cNvSpPr>
          <p:nvPr/>
        </p:nvSpPr>
        <p:spPr bwMode="auto">
          <a:xfrm>
            <a:off x="8996805" y="336450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1" name="Rectangle 25">
            <a:extLst>
              <a:ext uri="{FF2B5EF4-FFF2-40B4-BE49-F238E27FC236}">
                <a16:creationId xmlns:a16="http://schemas.microsoft.com/office/drawing/2014/main" id="{C99A6A98-815A-4877-8FE9-06C0CB7E1453}"/>
              </a:ext>
            </a:extLst>
          </p:cNvPr>
          <p:cNvSpPr>
            <a:spLocks noChangeArrowheads="1"/>
          </p:cNvSpPr>
          <p:nvPr/>
        </p:nvSpPr>
        <p:spPr bwMode="auto">
          <a:xfrm>
            <a:off x="9451068" y="336450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2" name="Rectangle 26">
            <a:extLst>
              <a:ext uri="{FF2B5EF4-FFF2-40B4-BE49-F238E27FC236}">
                <a16:creationId xmlns:a16="http://schemas.microsoft.com/office/drawing/2014/main" id="{C64F5A0E-D9C8-4999-8349-EA4D5F6ACFA4}"/>
              </a:ext>
            </a:extLst>
          </p:cNvPr>
          <p:cNvSpPr>
            <a:spLocks noChangeArrowheads="1"/>
          </p:cNvSpPr>
          <p:nvPr/>
        </p:nvSpPr>
        <p:spPr bwMode="auto">
          <a:xfrm>
            <a:off x="9906501" y="336450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3" name="Rectangle 27">
            <a:extLst>
              <a:ext uri="{FF2B5EF4-FFF2-40B4-BE49-F238E27FC236}">
                <a16:creationId xmlns:a16="http://schemas.microsoft.com/office/drawing/2014/main" id="{6935F975-0CC7-414B-9F9C-44875EF3FCA2}"/>
              </a:ext>
            </a:extLst>
          </p:cNvPr>
          <p:cNvSpPr>
            <a:spLocks noChangeArrowheads="1"/>
          </p:cNvSpPr>
          <p:nvPr/>
        </p:nvSpPr>
        <p:spPr bwMode="auto">
          <a:xfrm>
            <a:off x="10360763" y="336450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4" name="Rectangle 28">
            <a:extLst>
              <a:ext uri="{FF2B5EF4-FFF2-40B4-BE49-F238E27FC236}">
                <a16:creationId xmlns:a16="http://schemas.microsoft.com/office/drawing/2014/main" id="{21DEE8DA-7AB4-4341-BEF7-E8343A7BDFC6}"/>
              </a:ext>
            </a:extLst>
          </p:cNvPr>
          <p:cNvSpPr>
            <a:spLocks noChangeArrowheads="1"/>
          </p:cNvSpPr>
          <p:nvPr/>
        </p:nvSpPr>
        <p:spPr bwMode="auto">
          <a:xfrm>
            <a:off x="10816197" y="336450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5" name="Rectangle 29">
            <a:extLst>
              <a:ext uri="{FF2B5EF4-FFF2-40B4-BE49-F238E27FC236}">
                <a16:creationId xmlns:a16="http://schemas.microsoft.com/office/drawing/2014/main" id="{AF4FCF43-3009-4229-89F8-D62F91C9267A}"/>
              </a:ext>
            </a:extLst>
          </p:cNvPr>
          <p:cNvSpPr>
            <a:spLocks noChangeArrowheads="1"/>
          </p:cNvSpPr>
          <p:nvPr/>
        </p:nvSpPr>
        <p:spPr bwMode="auto">
          <a:xfrm>
            <a:off x="11270460" y="336450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6" name="Rectangle 30">
            <a:extLst>
              <a:ext uri="{FF2B5EF4-FFF2-40B4-BE49-F238E27FC236}">
                <a16:creationId xmlns:a16="http://schemas.microsoft.com/office/drawing/2014/main" id="{21EAAE8A-F99B-4A0B-8E7D-566273D5E904}"/>
              </a:ext>
            </a:extLst>
          </p:cNvPr>
          <p:cNvSpPr>
            <a:spLocks noChangeArrowheads="1"/>
          </p:cNvSpPr>
          <p:nvPr/>
        </p:nvSpPr>
        <p:spPr bwMode="auto">
          <a:xfrm>
            <a:off x="11725892" y="3364507"/>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5" name="Rectangle 32">
            <a:extLst>
              <a:ext uri="{FF2B5EF4-FFF2-40B4-BE49-F238E27FC236}">
                <a16:creationId xmlns:a16="http://schemas.microsoft.com/office/drawing/2014/main" id="{FD0840A3-FF5F-4E9F-AAB6-948A5E4EC0B0}"/>
              </a:ext>
            </a:extLst>
          </p:cNvPr>
          <p:cNvSpPr>
            <a:spLocks noChangeArrowheads="1"/>
          </p:cNvSpPr>
          <p:nvPr/>
        </p:nvSpPr>
        <p:spPr bwMode="auto">
          <a:xfrm>
            <a:off x="354110" y="3871219"/>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6" name="Rectangle 33">
            <a:extLst>
              <a:ext uri="{FF2B5EF4-FFF2-40B4-BE49-F238E27FC236}">
                <a16:creationId xmlns:a16="http://schemas.microsoft.com/office/drawing/2014/main" id="{F50A1B14-0F67-4FC2-88F7-3BE9E0EB2DEB}"/>
              </a:ext>
            </a:extLst>
          </p:cNvPr>
          <p:cNvSpPr>
            <a:spLocks noChangeArrowheads="1"/>
          </p:cNvSpPr>
          <p:nvPr/>
        </p:nvSpPr>
        <p:spPr bwMode="auto">
          <a:xfrm>
            <a:off x="809542" y="3871219"/>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0" name="Rectangle 47">
            <a:extLst>
              <a:ext uri="{FF2B5EF4-FFF2-40B4-BE49-F238E27FC236}">
                <a16:creationId xmlns:a16="http://schemas.microsoft.com/office/drawing/2014/main" id="{C379EE06-9745-42DA-BBC1-A082CA50FB21}"/>
              </a:ext>
            </a:extLst>
          </p:cNvPr>
          <p:cNvSpPr>
            <a:spLocks noChangeArrowheads="1"/>
          </p:cNvSpPr>
          <p:nvPr/>
        </p:nvSpPr>
        <p:spPr bwMode="auto">
          <a:xfrm>
            <a:off x="7177414" y="3871219"/>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1" name="Rectangle 48">
            <a:extLst>
              <a:ext uri="{FF2B5EF4-FFF2-40B4-BE49-F238E27FC236}">
                <a16:creationId xmlns:a16="http://schemas.microsoft.com/office/drawing/2014/main" id="{06184212-6301-4320-A25C-8350DB2579F9}"/>
              </a:ext>
            </a:extLst>
          </p:cNvPr>
          <p:cNvSpPr>
            <a:spLocks noChangeArrowheads="1"/>
          </p:cNvSpPr>
          <p:nvPr/>
        </p:nvSpPr>
        <p:spPr bwMode="auto">
          <a:xfrm>
            <a:off x="7631676" y="3871219"/>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2" name="Rectangle 49">
            <a:extLst>
              <a:ext uri="{FF2B5EF4-FFF2-40B4-BE49-F238E27FC236}">
                <a16:creationId xmlns:a16="http://schemas.microsoft.com/office/drawing/2014/main" id="{D81215A9-8DA9-436E-BFD3-672FD476BE6C}"/>
              </a:ext>
            </a:extLst>
          </p:cNvPr>
          <p:cNvSpPr>
            <a:spLocks noChangeArrowheads="1"/>
          </p:cNvSpPr>
          <p:nvPr/>
        </p:nvSpPr>
        <p:spPr bwMode="auto">
          <a:xfrm>
            <a:off x="8087109" y="3871219"/>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3" name="Rectangle 50">
            <a:extLst>
              <a:ext uri="{FF2B5EF4-FFF2-40B4-BE49-F238E27FC236}">
                <a16:creationId xmlns:a16="http://schemas.microsoft.com/office/drawing/2014/main" id="{7F4705F9-3317-4397-B01E-644775B19C65}"/>
              </a:ext>
            </a:extLst>
          </p:cNvPr>
          <p:cNvSpPr>
            <a:spLocks noChangeArrowheads="1"/>
          </p:cNvSpPr>
          <p:nvPr/>
        </p:nvSpPr>
        <p:spPr bwMode="auto">
          <a:xfrm>
            <a:off x="8541372" y="3871219"/>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4" name="Rectangle 51">
            <a:extLst>
              <a:ext uri="{FF2B5EF4-FFF2-40B4-BE49-F238E27FC236}">
                <a16:creationId xmlns:a16="http://schemas.microsoft.com/office/drawing/2014/main" id="{2857C00E-FADC-42AA-AA16-38A83D5AF738}"/>
              </a:ext>
            </a:extLst>
          </p:cNvPr>
          <p:cNvSpPr>
            <a:spLocks noChangeArrowheads="1"/>
          </p:cNvSpPr>
          <p:nvPr/>
        </p:nvSpPr>
        <p:spPr bwMode="auto">
          <a:xfrm>
            <a:off x="8996805" y="3871219"/>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5" name="Rectangle 52">
            <a:extLst>
              <a:ext uri="{FF2B5EF4-FFF2-40B4-BE49-F238E27FC236}">
                <a16:creationId xmlns:a16="http://schemas.microsoft.com/office/drawing/2014/main" id="{74EAC93D-EF3C-4092-B15E-15494A23FEB0}"/>
              </a:ext>
            </a:extLst>
          </p:cNvPr>
          <p:cNvSpPr>
            <a:spLocks noChangeArrowheads="1"/>
          </p:cNvSpPr>
          <p:nvPr/>
        </p:nvSpPr>
        <p:spPr bwMode="auto">
          <a:xfrm>
            <a:off x="9451068" y="3871219"/>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6" name="Rectangle 53">
            <a:extLst>
              <a:ext uri="{FF2B5EF4-FFF2-40B4-BE49-F238E27FC236}">
                <a16:creationId xmlns:a16="http://schemas.microsoft.com/office/drawing/2014/main" id="{5D3EEE91-37CE-4F2F-905E-D7AFCC6E4567}"/>
              </a:ext>
            </a:extLst>
          </p:cNvPr>
          <p:cNvSpPr>
            <a:spLocks noChangeArrowheads="1"/>
          </p:cNvSpPr>
          <p:nvPr/>
        </p:nvSpPr>
        <p:spPr bwMode="auto">
          <a:xfrm>
            <a:off x="9906501" y="3871219"/>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7" name="Rectangle 54">
            <a:extLst>
              <a:ext uri="{FF2B5EF4-FFF2-40B4-BE49-F238E27FC236}">
                <a16:creationId xmlns:a16="http://schemas.microsoft.com/office/drawing/2014/main" id="{368F77C6-C453-499B-8B47-39BE1A310EAA}"/>
              </a:ext>
            </a:extLst>
          </p:cNvPr>
          <p:cNvSpPr>
            <a:spLocks noChangeArrowheads="1"/>
          </p:cNvSpPr>
          <p:nvPr/>
        </p:nvSpPr>
        <p:spPr bwMode="auto">
          <a:xfrm>
            <a:off x="10360763" y="3871219"/>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8" name="Rectangle 55">
            <a:extLst>
              <a:ext uri="{FF2B5EF4-FFF2-40B4-BE49-F238E27FC236}">
                <a16:creationId xmlns:a16="http://schemas.microsoft.com/office/drawing/2014/main" id="{4EB7C421-E508-4232-A011-40643DB79DC5}"/>
              </a:ext>
            </a:extLst>
          </p:cNvPr>
          <p:cNvSpPr>
            <a:spLocks noChangeArrowheads="1"/>
          </p:cNvSpPr>
          <p:nvPr/>
        </p:nvSpPr>
        <p:spPr bwMode="auto">
          <a:xfrm>
            <a:off x="10816197" y="3871219"/>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9" name="Rectangle 56">
            <a:extLst>
              <a:ext uri="{FF2B5EF4-FFF2-40B4-BE49-F238E27FC236}">
                <a16:creationId xmlns:a16="http://schemas.microsoft.com/office/drawing/2014/main" id="{B7A7C2F9-930E-4B50-9AA3-47FE15F43A0D}"/>
              </a:ext>
            </a:extLst>
          </p:cNvPr>
          <p:cNvSpPr>
            <a:spLocks noChangeArrowheads="1"/>
          </p:cNvSpPr>
          <p:nvPr/>
        </p:nvSpPr>
        <p:spPr bwMode="auto">
          <a:xfrm>
            <a:off x="11270460" y="3871219"/>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0" name="Rectangle 57">
            <a:extLst>
              <a:ext uri="{FF2B5EF4-FFF2-40B4-BE49-F238E27FC236}">
                <a16:creationId xmlns:a16="http://schemas.microsoft.com/office/drawing/2014/main" id="{4ADCC0C0-6310-4ED1-A69B-CF3133EB5565}"/>
              </a:ext>
            </a:extLst>
          </p:cNvPr>
          <p:cNvSpPr>
            <a:spLocks noChangeArrowheads="1"/>
          </p:cNvSpPr>
          <p:nvPr/>
        </p:nvSpPr>
        <p:spPr bwMode="auto">
          <a:xfrm>
            <a:off x="11725892" y="3871219"/>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9" name="Rectangle 59">
            <a:extLst>
              <a:ext uri="{FF2B5EF4-FFF2-40B4-BE49-F238E27FC236}">
                <a16:creationId xmlns:a16="http://schemas.microsoft.com/office/drawing/2014/main" id="{EFCB7559-FD17-472B-B7A1-3FFC63C8BCC3}"/>
              </a:ext>
            </a:extLst>
          </p:cNvPr>
          <p:cNvSpPr>
            <a:spLocks noChangeArrowheads="1"/>
          </p:cNvSpPr>
          <p:nvPr/>
        </p:nvSpPr>
        <p:spPr bwMode="auto">
          <a:xfrm>
            <a:off x="354110" y="4376763"/>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0" name="Rectangle 60">
            <a:extLst>
              <a:ext uri="{FF2B5EF4-FFF2-40B4-BE49-F238E27FC236}">
                <a16:creationId xmlns:a16="http://schemas.microsoft.com/office/drawing/2014/main" id="{2DA5B014-05A6-4DC4-A1AF-6B4B382336CC}"/>
              </a:ext>
            </a:extLst>
          </p:cNvPr>
          <p:cNvSpPr>
            <a:spLocks noChangeArrowheads="1"/>
          </p:cNvSpPr>
          <p:nvPr/>
        </p:nvSpPr>
        <p:spPr bwMode="auto">
          <a:xfrm>
            <a:off x="809542" y="4376763"/>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4" name="Rectangle 74">
            <a:extLst>
              <a:ext uri="{FF2B5EF4-FFF2-40B4-BE49-F238E27FC236}">
                <a16:creationId xmlns:a16="http://schemas.microsoft.com/office/drawing/2014/main" id="{8E63D1D1-CF92-468A-B012-24216CA08E04}"/>
              </a:ext>
            </a:extLst>
          </p:cNvPr>
          <p:cNvSpPr>
            <a:spLocks noChangeArrowheads="1"/>
          </p:cNvSpPr>
          <p:nvPr/>
        </p:nvSpPr>
        <p:spPr bwMode="auto">
          <a:xfrm>
            <a:off x="7177414" y="4376763"/>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5" name="Rectangle 75">
            <a:extLst>
              <a:ext uri="{FF2B5EF4-FFF2-40B4-BE49-F238E27FC236}">
                <a16:creationId xmlns:a16="http://schemas.microsoft.com/office/drawing/2014/main" id="{8FC2CD59-128D-4D06-937E-4505D57D1983}"/>
              </a:ext>
            </a:extLst>
          </p:cNvPr>
          <p:cNvSpPr>
            <a:spLocks noChangeArrowheads="1"/>
          </p:cNvSpPr>
          <p:nvPr/>
        </p:nvSpPr>
        <p:spPr bwMode="auto">
          <a:xfrm>
            <a:off x="7631676" y="4376763"/>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6" name="Rectangle 76">
            <a:extLst>
              <a:ext uri="{FF2B5EF4-FFF2-40B4-BE49-F238E27FC236}">
                <a16:creationId xmlns:a16="http://schemas.microsoft.com/office/drawing/2014/main" id="{B9A7B9E1-4CEE-41C8-A799-EE4B9AFCD04E}"/>
              </a:ext>
            </a:extLst>
          </p:cNvPr>
          <p:cNvSpPr>
            <a:spLocks noChangeArrowheads="1"/>
          </p:cNvSpPr>
          <p:nvPr/>
        </p:nvSpPr>
        <p:spPr bwMode="auto">
          <a:xfrm>
            <a:off x="8087109" y="4376763"/>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7" name="Rectangle 77">
            <a:extLst>
              <a:ext uri="{FF2B5EF4-FFF2-40B4-BE49-F238E27FC236}">
                <a16:creationId xmlns:a16="http://schemas.microsoft.com/office/drawing/2014/main" id="{3C824F84-B682-4EA2-AFC1-D56DF71A0CD9}"/>
              </a:ext>
            </a:extLst>
          </p:cNvPr>
          <p:cNvSpPr>
            <a:spLocks noChangeArrowheads="1"/>
          </p:cNvSpPr>
          <p:nvPr/>
        </p:nvSpPr>
        <p:spPr bwMode="auto">
          <a:xfrm>
            <a:off x="8541372" y="4376763"/>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8" name="Rectangle 78">
            <a:extLst>
              <a:ext uri="{FF2B5EF4-FFF2-40B4-BE49-F238E27FC236}">
                <a16:creationId xmlns:a16="http://schemas.microsoft.com/office/drawing/2014/main" id="{154DDE76-05F9-405C-86DB-477B87DBB847}"/>
              </a:ext>
            </a:extLst>
          </p:cNvPr>
          <p:cNvSpPr>
            <a:spLocks noChangeArrowheads="1"/>
          </p:cNvSpPr>
          <p:nvPr/>
        </p:nvSpPr>
        <p:spPr bwMode="auto">
          <a:xfrm>
            <a:off x="8996805" y="4376763"/>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9" name="Rectangle 79">
            <a:extLst>
              <a:ext uri="{FF2B5EF4-FFF2-40B4-BE49-F238E27FC236}">
                <a16:creationId xmlns:a16="http://schemas.microsoft.com/office/drawing/2014/main" id="{28217A81-8951-475F-9F90-88B99F13D6E5}"/>
              </a:ext>
            </a:extLst>
          </p:cNvPr>
          <p:cNvSpPr>
            <a:spLocks noChangeArrowheads="1"/>
          </p:cNvSpPr>
          <p:nvPr/>
        </p:nvSpPr>
        <p:spPr bwMode="auto">
          <a:xfrm>
            <a:off x="9451068" y="4376763"/>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0" name="Rectangle 80">
            <a:extLst>
              <a:ext uri="{FF2B5EF4-FFF2-40B4-BE49-F238E27FC236}">
                <a16:creationId xmlns:a16="http://schemas.microsoft.com/office/drawing/2014/main" id="{DD226742-8914-401E-8D78-93F56B2E4813}"/>
              </a:ext>
            </a:extLst>
          </p:cNvPr>
          <p:cNvSpPr>
            <a:spLocks noChangeArrowheads="1"/>
          </p:cNvSpPr>
          <p:nvPr/>
        </p:nvSpPr>
        <p:spPr bwMode="auto">
          <a:xfrm>
            <a:off x="9906501" y="4376763"/>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1" name="Rectangle 81">
            <a:extLst>
              <a:ext uri="{FF2B5EF4-FFF2-40B4-BE49-F238E27FC236}">
                <a16:creationId xmlns:a16="http://schemas.microsoft.com/office/drawing/2014/main" id="{B0E1AE86-33D6-4D1D-BC23-EA8A4AF1CFD2}"/>
              </a:ext>
            </a:extLst>
          </p:cNvPr>
          <p:cNvSpPr>
            <a:spLocks noChangeArrowheads="1"/>
          </p:cNvSpPr>
          <p:nvPr/>
        </p:nvSpPr>
        <p:spPr bwMode="auto">
          <a:xfrm>
            <a:off x="10360763" y="4376763"/>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2" name="Rectangle 82">
            <a:extLst>
              <a:ext uri="{FF2B5EF4-FFF2-40B4-BE49-F238E27FC236}">
                <a16:creationId xmlns:a16="http://schemas.microsoft.com/office/drawing/2014/main" id="{CCA69695-3790-4A9F-9CC1-5EBCB1C96DF5}"/>
              </a:ext>
            </a:extLst>
          </p:cNvPr>
          <p:cNvSpPr>
            <a:spLocks noChangeArrowheads="1"/>
          </p:cNvSpPr>
          <p:nvPr/>
        </p:nvSpPr>
        <p:spPr bwMode="auto">
          <a:xfrm>
            <a:off x="10816197" y="4376763"/>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3" name="Rectangle 83">
            <a:extLst>
              <a:ext uri="{FF2B5EF4-FFF2-40B4-BE49-F238E27FC236}">
                <a16:creationId xmlns:a16="http://schemas.microsoft.com/office/drawing/2014/main" id="{E75DD56F-C446-4037-8A60-A6C1A44E8CF2}"/>
              </a:ext>
            </a:extLst>
          </p:cNvPr>
          <p:cNvSpPr>
            <a:spLocks noChangeArrowheads="1"/>
          </p:cNvSpPr>
          <p:nvPr/>
        </p:nvSpPr>
        <p:spPr bwMode="auto">
          <a:xfrm>
            <a:off x="11270460" y="4376763"/>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4" name="Rectangle 84">
            <a:extLst>
              <a:ext uri="{FF2B5EF4-FFF2-40B4-BE49-F238E27FC236}">
                <a16:creationId xmlns:a16="http://schemas.microsoft.com/office/drawing/2014/main" id="{3658AAE9-4C55-47F2-9C83-497627EC28DA}"/>
              </a:ext>
            </a:extLst>
          </p:cNvPr>
          <p:cNvSpPr>
            <a:spLocks noChangeArrowheads="1"/>
          </p:cNvSpPr>
          <p:nvPr/>
        </p:nvSpPr>
        <p:spPr bwMode="auto">
          <a:xfrm>
            <a:off x="11725892" y="4376763"/>
            <a:ext cx="10882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3" name="Rectangle 5">
            <a:extLst>
              <a:ext uri="{FF2B5EF4-FFF2-40B4-BE49-F238E27FC236}">
                <a16:creationId xmlns:a16="http://schemas.microsoft.com/office/drawing/2014/main" id="{5B16BA60-1923-4CB8-AC58-3FA97E97824E}"/>
              </a:ext>
            </a:extLst>
          </p:cNvPr>
          <p:cNvSpPr>
            <a:spLocks noChangeArrowheads="1"/>
          </p:cNvSpPr>
          <p:nvPr/>
        </p:nvSpPr>
        <p:spPr bwMode="auto">
          <a:xfrm>
            <a:off x="354110" y="488347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4" name="Rectangle 6">
            <a:extLst>
              <a:ext uri="{FF2B5EF4-FFF2-40B4-BE49-F238E27FC236}">
                <a16:creationId xmlns:a16="http://schemas.microsoft.com/office/drawing/2014/main" id="{5472B612-6D9A-49B7-A1A5-EF7EBDCE08E2}"/>
              </a:ext>
            </a:extLst>
          </p:cNvPr>
          <p:cNvSpPr>
            <a:spLocks noChangeArrowheads="1"/>
          </p:cNvSpPr>
          <p:nvPr/>
        </p:nvSpPr>
        <p:spPr bwMode="auto">
          <a:xfrm>
            <a:off x="809542" y="488347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8" name="Rectangle 20">
            <a:extLst>
              <a:ext uri="{FF2B5EF4-FFF2-40B4-BE49-F238E27FC236}">
                <a16:creationId xmlns:a16="http://schemas.microsoft.com/office/drawing/2014/main" id="{3C593FAE-CE47-48A5-AC85-6174EAC0A21E}"/>
              </a:ext>
            </a:extLst>
          </p:cNvPr>
          <p:cNvSpPr>
            <a:spLocks noChangeArrowheads="1"/>
          </p:cNvSpPr>
          <p:nvPr/>
        </p:nvSpPr>
        <p:spPr bwMode="auto">
          <a:xfrm>
            <a:off x="7177414" y="488347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9" name="Rectangle 21">
            <a:extLst>
              <a:ext uri="{FF2B5EF4-FFF2-40B4-BE49-F238E27FC236}">
                <a16:creationId xmlns:a16="http://schemas.microsoft.com/office/drawing/2014/main" id="{E2228A57-948E-4482-9E06-D9E725176DF9}"/>
              </a:ext>
            </a:extLst>
          </p:cNvPr>
          <p:cNvSpPr>
            <a:spLocks noChangeArrowheads="1"/>
          </p:cNvSpPr>
          <p:nvPr/>
        </p:nvSpPr>
        <p:spPr bwMode="auto">
          <a:xfrm>
            <a:off x="7631676" y="488347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0" name="Rectangle 22">
            <a:extLst>
              <a:ext uri="{FF2B5EF4-FFF2-40B4-BE49-F238E27FC236}">
                <a16:creationId xmlns:a16="http://schemas.microsoft.com/office/drawing/2014/main" id="{1EF13CFA-22CA-4C10-BE90-D5CC115A891A}"/>
              </a:ext>
            </a:extLst>
          </p:cNvPr>
          <p:cNvSpPr>
            <a:spLocks noChangeArrowheads="1"/>
          </p:cNvSpPr>
          <p:nvPr/>
        </p:nvSpPr>
        <p:spPr bwMode="auto">
          <a:xfrm>
            <a:off x="8087109" y="488347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1" name="Rectangle 23">
            <a:extLst>
              <a:ext uri="{FF2B5EF4-FFF2-40B4-BE49-F238E27FC236}">
                <a16:creationId xmlns:a16="http://schemas.microsoft.com/office/drawing/2014/main" id="{0E8E90A3-1641-4E9B-A194-D5F117F9AEF4}"/>
              </a:ext>
            </a:extLst>
          </p:cNvPr>
          <p:cNvSpPr>
            <a:spLocks noChangeArrowheads="1"/>
          </p:cNvSpPr>
          <p:nvPr/>
        </p:nvSpPr>
        <p:spPr bwMode="auto">
          <a:xfrm>
            <a:off x="8541372" y="488347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2" name="Rectangle 24">
            <a:extLst>
              <a:ext uri="{FF2B5EF4-FFF2-40B4-BE49-F238E27FC236}">
                <a16:creationId xmlns:a16="http://schemas.microsoft.com/office/drawing/2014/main" id="{A68EDFEF-E0D3-402A-9521-3DF38E4B8F5F}"/>
              </a:ext>
            </a:extLst>
          </p:cNvPr>
          <p:cNvSpPr>
            <a:spLocks noChangeArrowheads="1"/>
          </p:cNvSpPr>
          <p:nvPr/>
        </p:nvSpPr>
        <p:spPr bwMode="auto">
          <a:xfrm>
            <a:off x="8996805" y="488347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3" name="Rectangle 25">
            <a:extLst>
              <a:ext uri="{FF2B5EF4-FFF2-40B4-BE49-F238E27FC236}">
                <a16:creationId xmlns:a16="http://schemas.microsoft.com/office/drawing/2014/main" id="{CCF9D944-04E9-47A8-9177-AFC8A6780FC7}"/>
              </a:ext>
            </a:extLst>
          </p:cNvPr>
          <p:cNvSpPr>
            <a:spLocks noChangeArrowheads="1"/>
          </p:cNvSpPr>
          <p:nvPr/>
        </p:nvSpPr>
        <p:spPr bwMode="auto">
          <a:xfrm>
            <a:off x="9451068" y="488347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4" name="Rectangle 26">
            <a:extLst>
              <a:ext uri="{FF2B5EF4-FFF2-40B4-BE49-F238E27FC236}">
                <a16:creationId xmlns:a16="http://schemas.microsoft.com/office/drawing/2014/main" id="{ABDECE26-FC06-416E-A783-A77B3FFA3AF7}"/>
              </a:ext>
            </a:extLst>
          </p:cNvPr>
          <p:cNvSpPr>
            <a:spLocks noChangeArrowheads="1"/>
          </p:cNvSpPr>
          <p:nvPr/>
        </p:nvSpPr>
        <p:spPr bwMode="auto">
          <a:xfrm>
            <a:off x="9906501" y="488347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5" name="Rectangle 27">
            <a:extLst>
              <a:ext uri="{FF2B5EF4-FFF2-40B4-BE49-F238E27FC236}">
                <a16:creationId xmlns:a16="http://schemas.microsoft.com/office/drawing/2014/main" id="{1F81018F-D062-471E-8E4D-BF55555F50D6}"/>
              </a:ext>
            </a:extLst>
          </p:cNvPr>
          <p:cNvSpPr>
            <a:spLocks noChangeArrowheads="1"/>
          </p:cNvSpPr>
          <p:nvPr/>
        </p:nvSpPr>
        <p:spPr bwMode="auto">
          <a:xfrm>
            <a:off x="10360763" y="488347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6" name="Rectangle 28">
            <a:extLst>
              <a:ext uri="{FF2B5EF4-FFF2-40B4-BE49-F238E27FC236}">
                <a16:creationId xmlns:a16="http://schemas.microsoft.com/office/drawing/2014/main" id="{75BC1DFB-E2E0-44A2-8449-1511B5F4C286}"/>
              </a:ext>
            </a:extLst>
          </p:cNvPr>
          <p:cNvSpPr>
            <a:spLocks noChangeArrowheads="1"/>
          </p:cNvSpPr>
          <p:nvPr/>
        </p:nvSpPr>
        <p:spPr bwMode="auto">
          <a:xfrm>
            <a:off x="10816197" y="488347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7" name="Rectangle 29">
            <a:extLst>
              <a:ext uri="{FF2B5EF4-FFF2-40B4-BE49-F238E27FC236}">
                <a16:creationId xmlns:a16="http://schemas.microsoft.com/office/drawing/2014/main" id="{FE671700-5C5E-4E82-8FDC-49E44FF73998}"/>
              </a:ext>
            </a:extLst>
          </p:cNvPr>
          <p:cNvSpPr>
            <a:spLocks noChangeArrowheads="1"/>
          </p:cNvSpPr>
          <p:nvPr/>
        </p:nvSpPr>
        <p:spPr bwMode="auto">
          <a:xfrm>
            <a:off x="11270460" y="488347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8" name="Rectangle 30">
            <a:extLst>
              <a:ext uri="{FF2B5EF4-FFF2-40B4-BE49-F238E27FC236}">
                <a16:creationId xmlns:a16="http://schemas.microsoft.com/office/drawing/2014/main" id="{367003AF-BC87-4F81-81EB-3D09A24C9934}"/>
              </a:ext>
            </a:extLst>
          </p:cNvPr>
          <p:cNvSpPr>
            <a:spLocks noChangeArrowheads="1"/>
          </p:cNvSpPr>
          <p:nvPr/>
        </p:nvSpPr>
        <p:spPr bwMode="auto">
          <a:xfrm>
            <a:off x="11725892" y="488347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7" name="Rectangle 32">
            <a:extLst>
              <a:ext uri="{FF2B5EF4-FFF2-40B4-BE49-F238E27FC236}">
                <a16:creationId xmlns:a16="http://schemas.microsoft.com/office/drawing/2014/main" id="{8E8A1AC8-CA63-4F37-A8CF-FF832D8BE474}"/>
              </a:ext>
            </a:extLst>
          </p:cNvPr>
          <p:cNvSpPr>
            <a:spLocks noChangeArrowheads="1"/>
          </p:cNvSpPr>
          <p:nvPr/>
        </p:nvSpPr>
        <p:spPr bwMode="auto">
          <a:xfrm>
            <a:off x="354110" y="5390187"/>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8" name="Rectangle 33">
            <a:extLst>
              <a:ext uri="{FF2B5EF4-FFF2-40B4-BE49-F238E27FC236}">
                <a16:creationId xmlns:a16="http://schemas.microsoft.com/office/drawing/2014/main" id="{628E2734-FDDB-44A3-9AF2-03978429626B}"/>
              </a:ext>
            </a:extLst>
          </p:cNvPr>
          <p:cNvSpPr>
            <a:spLocks noChangeArrowheads="1"/>
          </p:cNvSpPr>
          <p:nvPr/>
        </p:nvSpPr>
        <p:spPr bwMode="auto">
          <a:xfrm>
            <a:off x="809542" y="5390187"/>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2" name="Rectangle 47">
            <a:extLst>
              <a:ext uri="{FF2B5EF4-FFF2-40B4-BE49-F238E27FC236}">
                <a16:creationId xmlns:a16="http://schemas.microsoft.com/office/drawing/2014/main" id="{924E8ED7-0B54-488C-86FD-838BEC6C72BA}"/>
              </a:ext>
            </a:extLst>
          </p:cNvPr>
          <p:cNvSpPr>
            <a:spLocks noChangeArrowheads="1"/>
          </p:cNvSpPr>
          <p:nvPr/>
        </p:nvSpPr>
        <p:spPr bwMode="auto">
          <a:xfrm>
            <a:off x="7177414" y="5390187"/>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3" name="Rectangle 48">
            <a:extLst>
              <a:ext uri="{FF2B5EF4-FFF2-40B4-BE49-F238E27FC236}">
                <a16:creationId xmlns:a16="http://schemas.microsoft.com/office/drawing/2014/main" id="{5E731C89-5DF4-4419-9A67-52BAEC37335F}"/>
              </a:ext>
            </a:extLst>
          </p:cNvPr>
          <p:cNvSpPr>
            <a:spLocks noChangeArrowheads="1"/>
          </p:cNvSpPr>
          <p:nvPr/>
        </p:nvSpPr>
        <p:spPr bwMode="auto">
          <a:xfrm>
            <a:off x="7631676" y="5390187"/>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4" name="Rectangle 49">
            <a:extLst>
              <a:ext uri="{FF2B5EF4-FFF2-40B4-BE49-F238E27FC236}">
                <a16:creationId xmlns:a16="http://schemas.microsoft.com/office/drawing/2014/main" id="{D7B0E779-6D3D-4414-91BB-C1BBE6380DF5}"/>
              </a:ext>
            </a:extLst>
          </p:cNvPr>
          <p:cNvSpPr>
            <a:spLocks noChangeArrowheads="1"/>
          </p:cNvSpPr>
          <p:nvPr/>
        </p:nvSpPr>
        <p:spPr bwMode="auto">
          <a:xfrm>
            <a:off x="8087109" y="5390187"/>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5" name="Rectangle 50">
            <a:extLst>
              <a:ext uri="{FF2B5EF4-FFF2-40B4-BE49-F238E27FC236}">
                <a16:creationId xmlns:a16="http://schemas.microsoft.com/office/drawing/2014/main" id="{E846AB63-6AAB-4E86-B4BA-7853BD602178}"/>
              </a:ext>
            </a:extLst>
          </p:cNvPr>
          <p:cNvSpPr>
            <a:spLocks noChangeArrowheads="1"/>
          </p:cNvSpPr>
          <p:nvPr/>
        </p:nvSpPr>
        <p:spPr bwMode="auto">
          <a:xfrm>
            <a:off x="8541372" y="5390187"/>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6" name="Rectangle 51">
            <a:extLst>
              <a:ext uri="{FF2B5EF4-FFF2-40B4-BE49-F238E27FC236}">
                <a16:creationId xmlns:a16="http://schemas.microsoft.com/office/drawing/2014/main" id="{D05AC798-949B-4443-ADBB-917EF526FE1B}"/>
              </a:ext>
            </a:extLst>
          </p:cNvPr>
          <p:cNvSpPr>
            <a:spLocks noChangeArrowheads="1"/>
          </p:cNvSpPr>
          <p:nvPr/>
        </p:nvSpPr>
        <p:spPr bwMode="auto">
          <a:xfrm>
            <a:off x="8996805" y="5390187"/>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7" name="Rectangle 52">
            <a:extLst>
              <a:ext uri="{FF2B5EF4-FFF2-40B4-BE49-F238E27FC236}">
                <a16:creationId xmlns:a16="http://schemas.microsoft.com/office/drawing/2014/main" id="{8B3E2107-60AF-4064-A551-A333E6249CE7}"/>
              </a:ext>
            </a:extLst>
          </p:cNvPr>
          <p:cNvSpPr>
            <a:spLocks noChangeArrowheads="1"/>
          </p:cNvSpPr>
          <p:nvPr/>
        </p:nvSpPr>
        <p:spPr bwMode="auto">
          <a:xfrm>
            <a:off x="9451068" y="5390187"/>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8" name="Rectangle 53">
            <a:extLst>
              <a:ext uri="{FF2B5EF4-FFF2-40B4-BE49-F238E27FC236}">
                <a16:creationId xmlns:a16="http://schemas.microsoft.com/office/drawing/2014/main" id="{055FD3E8-A340-4393-92E1-4FD68288FDBC}"/>
              </a:ext>
            </a:extLst>
          </p:cNvPr>
          <p:cNvSpPr>
            <a:spLocks noChangeArrowheads="1"/>
          </p:cNvSpPr>
          <p:nvPr/>
        </p:nvSpPr>
        <p:spPr bwMode="auto">
          <a:xfrm>
            <a:off x="9906501" y="5390187"/>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9" name="Rectangle 54">
            <a:extLst>
              <a:ext uri="{FF2B5EF4-FFF2-40B4-BE49-F238E27FC236}">
                <a16:creationId xmlns:a16="http://schemas.microsoft.com/office/drawing/2014/main" id="{C18C5E0E-D82C-4F82-A0E3-6BE9AAF75E27}"/>
              </a:ext>
            </a:extLst>
          </p:cNvPr>
          <p:cNvSpPr>
            <a:spLocks noChangeArrowheads="1"/>
          </p:cNvSpPr>
          <p:nvPr/>
        </p:nvSpPr>
        <p:spPr bwMode="auto">
          <a:xfrm>
            <a:off x="10360763" y="5390187"/>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0" name="Rectangle 55">
            <a:extLst>
              <a:ext uri="{FF2B5EF4-FFF2-40B4-BE49-F238E27FC236}">
                <a16:creationId xmlns:a16="http://schemas.microsoft.com/office/drawing/2014/main" id="{677F5FC4-34F3-400A-9970-A7EA63DB4B53}"/>
              </a:ext>
            </a:extLst>
          </p:cNvPr>
          <p:cNvSpPr>
            <a:spLocks noChangeArrowheads="1"/>
          </p:cNvSpPr>
          <p:nvPr/>
        </p:nvSpPr>
        <p:spPr bwMode="auto">
          <a:xfrm>
            <a:off x="10816197" y="5390187"/>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1" name="Rectangle 56">
            <a:extLst>
              <a:ext uri="{FF2B5EF4-FFF2-40B4-BE49-F238E27FC236}">
                <a16:creationId xmlns:a16="http://schemas.microsoft.com/office/drawing/2014/main" id="{2A4794CF-928E-4F8E-A532-7800E5996BB3}"/>
              </a:ext>
            </a:extLst>
          </p:cNvPr>
          <p:cNvSpPr>
            <a:spLocks noChangeArrowheads="1"/>
          </p:cNvSpPr>
          <p:nvPr/>
        </p:nvSpPr>
        <p:spPr bwMode="auto">
          <a:xfrm>
            <a:off x="11270460" y="5390187"/>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2" name="Rectangle 57">
            <a:extLst>
              <a:ext uri="{FF2B5EF4-FFF2-40B4-BE49-F238E27FC236}">
                <a16:creationId xmlns:a16="http://schemas.microsoft.com/office/drawing/2014/main" id="{E4F63079-D99A-4ECA-AE8B-8E93D4295604}"/>
              </a:ext>
            </a:extLst>
          </p:cNvPr>
          <p:cNvSpPr>
            <a:spLocks noChangeArrowheads="1"/>
          </p:cNvSpPr>
          <p:nvPr/>
        </p:nvSpPr>
        <p:spPr bwMode="auto">
          <a:xfrm>
            <a:off x="11725892" y="5390187"/>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nvGrpSpPr>
          <p:cNvPr id="7" name="Group 6">
            <a:extLst>
              <a:ext uri="{FF2B5EF4-FFF2-40B4-BE49-F238E27FC236}">
                <a16:creationId xmlns:a16="http://schemas.microsoft.com/office/drawing/2014/main" id="{27DA42D9-3528-406D-A6F9-46DF735F0B1B}"/>
              </a:ext>
            </a:extLst>
          </p:cNvPr>
          <p:cNvGrpSpPr/>
          <p:nvPr userDrawn="1"/>
        </p:nvGrpSpPr>
        <p:grpSpPr>
          <a:xfrm>
            <a:off x="354110" y="6402442"/>
            <a:ext cx="11480604" cy="109990"/>
            <a:chOff x="354110" y="6402442"/>
            <a:chExt cx="11480604" cy="109990"/>
          </a:xfrm>
        </p:grpSpPr>
        <p:sp>
          <p:nvSpPr>
            <p:cNvPr id="25" name="Rectangle 59">
              <a:extLst>
                <a:ext uri="{FF2B5EF4-FFF2-40B4-BE49-F238E27FC236}">
                  <a16:creationId xmlns:a16="http://schemas.microsoft.com/office/drawing/2014/main" id="{9006E5F9-87EA-4BFF-AC26-08D7B4E65589}"/>
                </a:ext>
              </a:extLst>
            </p:cNvPr>
            <p:cNvSpPr>
              <a:spLocks noChangeArrowheads="1"/>
            </p:cNvSpPr>
            <p:nvPr/>
          </p:nvSpPr>
          <p:spPr bwMode="auto">
            <a:xfrm>
              <a:off x="354110"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 name="Rectangle 60">
              <a:extLst>
                <a:ext uri="{FF2B5EF4-FFF2-40B4-BE49-F238E27FC236}">
                  <a16:creationId xmlns:a16="http://schemas.microsoft.com/office/drawing/2014/main" id="{40F26277-619B-41A3-9D5F-A02E6914E16A}"/>
                </a:ext>
              </a:extLst>
            </p:cNvPr>
            <p:cNvSpPr>
              <a:spLocks noChangeArrowheads="1"/>
            </p:cNvSpPr>
            <p:nvPr/>
          </p:nvSpPr>
          <p:spPr bwMode="auto">
            <a:xfrm>
              <a:off x="809542"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 name="Rectangle 61">
              <a:extLst>
                <a:ext uri="{FF2B5EF4-FFF2-40B4-BE49-F238E27FC236}">
                  <a16:creationId xmlns:a16="http://schemas.microsoft.com/office/drawing/2014/main" id="{23DB5C85-827B-49AF-BC96-24E7ABDAD9B3}"/>
                </a:ext>
              </a:extLst>
            </p:cNvPr>
            <p:cNvSpPr>
              <a:spLocks noChangeArrowheads="1"/>
            </p:cNvSpPr>
            <p:nvPr/>
          </p:nvSpPr>
          <p:spPr bwMode="auto">
            <a:xfrm>
              <a:off x="1263805"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 name="Rectangle 62">
              <a:extLst>
                <a:ext uri="{FF2B5EF4-FFF2-40B4-BE49-F238E27FC236}">
                  <a16:creationId xmlns:a16="http://schemas.microsoft.com/office/drawing/2014/main" id="{847A0A99-2056-4E0E-8A5A-2CBCA33AFFD3}"/>
                </a:ext>
              </a:extLst>
            </p:cNvPr>
            <p:cNvSpPr>
              <a:spLocks noChangeArrowheads="1"/>
            </p:cNvSpPr>
            <p:nvPr/>
          </p:nvSpPr>
          <p:spPr bwMode="auto">
            <a:xfrm>
              <a:off x="1719239"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 name="Rectangle 63">
              <a:extLst>
                <a:ext uri="{FF2B5EF4-FFF2-40B4-BE49-F238E27FC236}">
                  <a16:creationId xmlns:a16="http://schemas.microsoft.com/office/drawing/2014/main" id="{5474EE8D-D88A-47FF-9107-09082030E050}"/>
                </a:ext>
              </a:extLst>
            </p:cNvPr>
            <p:cNvSpPr>
              <a:spLocks noChangeArrowheads="1"/>
            </p:cNvSpPr>
            <p:nvPr/>
          </p:nvSpPr>
          <p:spPr bwMode="auto">
            <a:xfrm>
              <a:off x="2173502"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 name="Rectangle 64">
              <a:extLst>
                <a:ext uri="{FF2B5EF4-FFF2-40B4-BE49-F238E27FC236}">
                  <a16:creationId xmlns:a16="http://schemas.microsoft.com/office/drawing/2014/main" id="{0EC4B1DB-FB22-4303-B2D7-5E60C557A837}"/>
                </a:ext>
              </a:extLst>
            </p:cNvPr>
            <p:cNvSpPr>
              <a:spLocks noChangeArrowheads="1"/>
            </p:cNvSpPr>
            <p:nvPr/>
          </p:nvSpPr>
          <p:spPr bwMode="auto">
            <a:xfrm>
              <a:off x="2628934"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 name="Rectangle 65">
              <a:extLst>
                <a:ext uri="{FF2B5EF4-FFF2-40B4-BE49-F238E27FC236}">
                  <a16:creationId xmlns:a16="http://schemas.microsoft.com/office/drawing/2014/main" id="{B5127279-9249-47F2-8A42-1F7F68517E9D}"/>
                </a:ext>
              </a:extLst>
            </p:cNvPr>
            <p:cNvSpPr>
              <a:spLocks noChangeArrowheads="1"/>
            </p:cNvSpPr>
            <p:nvPr/>
          </p:nvSpPr>
          <p:spPr bwMode="auto">
            <a:xfrm>
              <a:off x="3083197"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 name="Rectangle 66">
              <a:extLst>
                <a:ext uri="{FF2B5EF4-FFF2-40B4-BE49-F238E27FC236}">
                  <a16:creationId xmlns:a16="http://schemas.microsoft.com/office/drawing/2014/main" id="{4BE3E747-CD2D-4EA9-8A1C-AFC94F640398}"/>
                </a:ext>
              </a:extLst>
            </p:cNvPr>
            <p:cNvSpPr>
              <a:spLocks noChangeArrowheads="1"/>
            </p:cNvSpPr>
            <p:nvPr/>
          </p:nvSpPr>
          <p:spPr bwMode="auto">
            <a:xfrm>
              <a:off x="3538630"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 name="Rectangle 67">
              <a:extLst>
                <a:ext uri="{FF2B5EF4-FFF2-40B4-BE49-F238E27FC236}">
                  <a16:creationId xmlns:a16="http://schemas.microsoft.com/office/drawing/2014/main" id="{844450CC-44D2-4CFB-9D82-BA80F0CA0E8F}"/>
                </a:ext>
              </a:extLst>
            </p:cNvPr>
            <p:cNvSpPr>
              <a:spLocks noChangeArrowheads="1"/>
            </p:cNvSpPr>
            <p:nvPr/>
          </p:nvSpPr>
          <p:spPr bwMode="auto">
            <a:xfrm>
              <a:off x="3992893"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 name="Rectangle 68">
              <a:extLst>
                <a:ext uri="{FF2B5EF4-FFF2-40B4-BE49-F238E27FC236}">
                  <a16:creationId xmlns:a16="http://schemas.microsoft.com/office/drawing/2014/main" id="{56C9C6B8-074B-4807-A953-D5D69AEE2FA6}"/>
                </a:ext>
              </a:extLst>
            </p:cNvPr>
            <p:cNvSpPr>
              <a:spLocks noChangeArrowheads="1"/>
            </p:cNvSpPr>
            <p:nvPr/>
          </p:nvSpPr>
          <p:spPr bwMode="auto">
            <a:xfrm>
              <a:off x="4448326"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 name="Rectangle 69">
              <a:extLst>
                <a:ext uri="{FF2B5EF4-FFF2-40B4-BE49-F238E27FC236}">
                  <a16:creationId xmlns:a16="http://schemas.microsoft.com/office/drawing/2014/main" id="{55A940DF-BE4B-4046-BF7D-7BBB8316FF86}"/>
                </a:ext>
              </a:extLst>
            </p:cNvPr>
            <p:cNvSpPr>
              <a:spLocks noChangeArrowheads="1"/>
            </p:cNvSpPr>
            <p:nvPr/>
          </p:nvSpPr>
          <p:spPr bwMode="auto">
            <a:xfrm>
              <a:off x="4902589"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 name="Rectangle 70">
              <a:extLst>
                <a:ext uri="{FF2B5EF4-FFF2-40B4-BE49-F238E27FC236}">
                  <a16:creationId xmlns:a16="http://schemas.microsoft.com/office/drawing/2014/main" id="{79FECFE2-55AB-4195-B4F2-F1831B090139}"/>
                </a:ext>
              </a:extLst>
            </p:cNvPr>
            <p:cNvSpPr>
              <a:spLocks noChangeArrowheads="1"/>
            </p:cNvSpPr>
            <p:nvPr/>
          </p:nvSpPr>
          <p:spPr bwMode="auto">
            <a:xfrm>
              <a:off x="5358022"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 name="Rectangle 71">
              <a:extLst>
                <a:ext uri="{FF2B5EF4-FFF2-40B4-BE49-F238E27FC236}">
                  <a16:creationId xmlns:a16="http://schemas.microsoft.com/office/drawing/2014/main" id="{F78BF45E-3F1B-4CCF-AB55-6AACA1D79688}"/>
                </a:ext>
              </a:extLst>
            </p:cNvPr>
            <p:cNvSpPr>
              <a:spLocks noChangeArrowheads="1"/>
            </p:cNvSpPr>
            <p:nvPr/>
          </p:nvSpPr>
          <p:spPr bwMode="auto">
            <a:xfrm>
              <a:off x="5812285"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 name="Rectangle 72">
              <a:extLst>
                <a:ext uri="{FF2B5EF4-FFF2-40B4-BE49-F238E27FC236}">
                  <a16:creationId xmlns:a16="http://schemas.microsoft.com/office/drawing/2014/main" id="{CEAEA0D2-DAF5-42AD-824D-BF0A0786ACDB}"/>
                </a:ext>
              </a:extLst>
            </p:cNvPr>
            <p:cNvSpPr>
              <a:spLocks noChangeArrowheads="1"/>
            </p:cNvSpPr>
            <p:nvPr/>
          </p:nvSpPr>
          <p:spPr bwMode="auto">
            <a:xfrm>
              <a:off x="6267717"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 name="Rectangle 73">
              <a:extLst>
                <a:ext uri="{FF2B5EF4-FFF2-40B4-BE49-F238E27FC236}">
                  <a16:creationId xmlns:a16="http://schemas.microsoft.com/office/drawing/2014/main" id="{2616B93B-15A3-4A25-B322-A4A334791D48}"/>
                </a:ext>
              </a:extLst>
            </p:cNvPr>
            <p:cNvSpPr>
              <a:spLocks noChangeArrowheads="1"/>
            </p:cNvSpPr>
            <p:nvPr/>
          </p:nvSpPr>
          <p:spPr bwMode="auto">
            <a:xfrm>
              <a:off x="6721980"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 name="Rectangle 74">
              <a:extLst>
                <a:ext uri="{FF2B5EF4-FFF2-40B4-BE49-F238E27FC236}">
                  <a16:creationId xmlns:a16="http://schemas.microsoft.com/office/drawing/2014/main" id="{26C24972-CC21-4F79-908A-8F7EEF3C3BF9}"/>
                </a:ext>
              </a:extLst>
            </p:cNvPr>
            <p:cNvSpPr>
              <a:spLocks noChangeArrowheads="1"/>
            </p:cNvSpPr>
            <p:nvPr/>
          </p:nvSpPr>
          <p:spPr bwMode="auto">
            <a:xfrm>
              <a:off x="7177414"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 name="Rectangle 75">
              <a:extLst>
                <a:ext uri="{FF2B5EF4-FFF2-40B4-BE49-F238E27FC236}">
                  <a16:creationId xmlns:a16="http://schemas.microsoft.com/office/drawing/2014/main" id="{FD7C3FD5-0F89-4B6D-AC87-8001A0810CFA}"/>
                </a:ext>
              </a:extLst>
            </p:cNvPr>
            <p:cNvSpPr>
              <a:spLocks noChangeArrowheads="1"/>
            </p:cNvSpPr>
            <p:nvPr/>
          </p:nvSpPr>
          <p:spPr bwMode="auto">
            <a:xfrm>
              <a:off x="7631676"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 name="Rectangle 76">
              <a:extLst>
                <a:ext uri="{FF2B5EF4-FFF2-40B4-BE49-F238E27FC236}">
                  <a16:creationId xmlns:a16="http://schemas.microsoft.com/office/drawing/2014/main" id="{B03C108E-68F6-4221-BC40-C5E3C190447E}"/>
                </a:ext>
              </a:extLst>
            </p:cNvPr>
            <p:cNvSpPr>
              <a:spLocks noChangeArrowheads="1"/>
            </p:cNvSpPr>
            <p:nvPr/>
          </p:nvSpPr>
          <p:spPr bwMode="auto">
            <a:xfrm>
              <a:off x="8087109"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 name="Rectangle 77">
              <a:extLst>
                <a:ext uri="{FF2B5EF4-FFF2-40B4-BE49-F238E27FC236}">
                  <a16:creationId xmlns:a16="http://schemas.microsoft.com/office/drawing/2014/main" id="{AEE8C851-520C-4A98-839F-17DEECB4C1ED}"/>
                </a:ext>
              </a:extLst>
            </p:cNvPr>
            <p:cNvSpPr>
              <a:spLocks noChangeArrowheads="1"/>
            </p:cNvSpPr>
            <p:nvPr/>
          </p:nvSpPr>
          <p:spPr bwMode="auto">
            <a:xfrm>
              <a:off x="8541372"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 name="Rectangle 78">
              <a:extLst>
                <a:ext uri="{FF2B5EF4-FFF2-40B4-BE49-F238E27FC236}">
                  <a16:creationId xmlns:a16="http://schemas.microsoft.com/office/drawing/2014/main" id="{64CDD37E-8761-499B-B591-D1B68A0C6023}"/>
                </a:ext>
              </a:extLst>
            </p:cNvPr>
            <p:cNvSpPr>
              <a:spLocks noChangeArrowheads="1"/>
            </p:cNvSpPr>
            <p:nvPr/>
          </p:nvSpPr>
          <p:spPr bwMode="auto">
            <a:xfrm>
              <a:off x="8996805"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 name="Rectangle 79">
              <a:extLst>
                <a:ext uri="{FF2B5EF4-FFF2-40B4-BE49-F238E27FC236}">
                  <a16:creationId xmlns:a16="http://schemas.microsoft.com/office/drawing/2014/main" id="{CF1D9CFA-A92A-4012-8DBE-A1AFE416C0D8}"/>
                </a:ext>
              </a:extLst>
            </p:cNvPr>
            <p:cNvSpPr>
              <a:spLocks noChangeArrowheads="1"/>
            </p:cNvSpPr>
            <p:nvPr/>
          </p:nvSpPr>
          <p:spPr bwMode="auto">
            <a:xfrm>
              <a:off x="9451068"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 name="Rectangle 80">
              <a:extLst>
                <a:ext uri="{FF2B5EF4-FFF2-40B4-BE49-F238E27FC236}">
                  <a16:creationId xmlns:a16="http://schemas.microsoft.com/office/drawing/2014/main" id="{5B28FF0B-0B00-4C89-9B32-5FCEE8CF723B}"/>
                </a:ext>
              </a:extLst>
            </p:cNvPr>
            <p:cNvSpPr>
              <a:spLocks noChangeArrowheads="1"/>
            </p:cNvSpPr>
            <p:nvPr/>
          </p:nvSpPr>
          <p:spPr bwMode="auto">
            <a:xfrm>
              <a:off x="9906501"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 name="Rectangle 81">
              <a:extLst>
                <a:ext uri="{FF2B5EF4-FFF2-40B4-BE49-F238E27FC236}">
                  <a16:creationId xmlns:a16="http://schemas.microsoft.com/office/drawing/2014/main" id="{3F39461F-D7C3-4741-A3BF-B2B81AC1BD42}"/>
                </a:ext>
              </a:extLst>
            </p:cNvPr>
            <p:cNvSpPr>
              <a:spLocks noChangeArrowheads="1"/>
            </p:cNvSpPr>
            <p:nvPr/>
          </p:nvSpPr>
          <p:spPr bwMode="auto">
            <a:xfrm>
              <a:off x="10360763"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 name="Rectangle 82">
              <a:extLst>
                <a:ext uri="{FF2B5EF4-FFF2-40B4-BE49-F238E27FC236}">
                  <a16:creationId xmlns:a16="http://schemas.microsoft.com/office/drawing/2014/main" id="{B209DBFB-FB6A-41D4-B8FD-371C1627C2D7}"/>
                </a:ext>
              </a:extLst>
            </p:cNvPr>
            <p:cNvSpPr>
              <a:spLocks noChangeArrowheads="1"/>
            </p:cNvSpPr>
            <p:nvPr/>
          </p:nvSpPr>
          <p:spPr bwMode="auto">
            <a:xfrm>
              <a:off x="10816197"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 name="Rectangle 83">
              <a:extLst>
                <a:ext uri="{FF2B5EF4-FFF2-40B4-BE49-F238E27FC236}">
                  <a16:creationId xmlns:a16="http://schemas.microsoft.com/office/drawing/2014/main" id="{9851ABD3-4B24-43E9-8246-B439DE289025}"/>
                </a:ext>
              </a:extLst>
            </p:cNvPr>
            <p:cNvSpPr>
              <a:spLocks noChangeArrowheads="1"/>
            </p:cNvSpPr>
            <p:nvPr/>
          </p:nvSpPr>
          <p:spPr bwMode="auto">
            <a:xfrm>
              <a:off x="11270460"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 name="Rectangle 84">
              <a:extLst>
                <a:ext uri="{FF2B5EF4-FFF2-40B4-BE49-F238E27FC236}">
                  <a16:creationId xmlns:a16="http://schemas.microsoft.com/office/drawing/2014/main" id="{C66181AB-B727-41A6-A789-CF6AAB6890A6}"/>
                </a:ext>
              </a:extLst>
            </p:cNvPr>
            <p:cNvSpPr>
              <a:spLocks noChangeArrowheads="1"/>
            </p:cNvSpPr>
            <p:nvPr/>
          </p:nvSpPr>
          <p:spPr bwMode="auto">
            <a:xfrm>
              <a:off x="11725892"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sp>
        <p:nvSpPr>
          <p:cNvPr id="2" name="Date Placeholder 1"/>
          <p:cNvSpPr>
            <a:spLocks noGrp="1"/>
          </p:cNvSpPr>
          <p:nvPr userDrawn="1">
            <p:ph type="dt" sz="half" idx="10"/>
          </p:nvPr>
        </p:nvSpPr>
        <p:spPr/>
        <p:txBody>
          <a:bodyPr/>
          <a:lstStyle/>
          <a:p>
            <a:fld id="{425404F2-BE9A-4460-8815-8F645183555F}" type="datetimeFigureOut">
              <a:rPr lang="en-US" smtClean="0"/>
              <a:pPr/>
              <a:t>9/4/2025</a:t>
            </a:fld>
            <a:endParaRPr lang="en-US"/>
          </a:p>
        </p:txBody>
      </p:sp>
      <p:sp>
        <p:nvSpPr>
          <p:cNvPr id="3" name="Footer Placeholder 2"/>
          <p:cNvSpPr>
            <a:spLocks noGrp="1"/>
          </p:cNvSpPr>
          <p:nvPr userDrawn="1">
            <p:ph type="ftr" sz="quarter" idx="11"/>
          </p:nvPr>
        </p:nvSpPr>
        <p:spPr/>
        <p:txBody>
          <a:bodyPr/>
          <a:lstStyle/>
          <a:p>
            <a:endParaRPr lang="en-US"/>
          </a:p>
        </p:txBody>
      </p:sp>
      <p:sp>
        <p:nvSpPr>
          <p:cNvPr id="4" name="Slide Number Placeholder 3"/>
          <p:cNvSpPr>
            <a:spLocks noGrp="1"/>
          </p:cNvSpPr>
          <p:nvPr userDrawn="1">
            <p:ph type="sldNum" sz="quarter" idx="12"/>
          </p:nvPr>
        </p:nvSpPr>
        <p:spPr/>
        <p:txBody>
          <a:bodyPr/>
          <a:lstStyle/>
          <a:p>
            <a:r>
              <a:rPr lang="en-US" dirty="0"/>
              <a:t>www.anubhavtrainings.com</a:t>
            </a:r>
          </a:p>
        </p:txBody>
      </p:sp>
      <p:grpSp>
        <p:nvGrpSpPr>
          <p:cNvPr id="618" name="Group 617">
            <a:extLst>
              <a:ext uri="{FF2B5EF4-FFF2-40B4-BE49-F238E27FC236}">
                <a16:creationId xmlns:a16="http://schemas.microsoft.com/office/drawing/2014/main" id="{B5B99429-15CB-4646-807F-6B01F4253B13}"/>
              </a:ext>
            </a:extLst>
          </p:cNvPr>
          <p:cNvGrpSpPr/>
          <p:nvPr userDrawn="1"/>
        </p:nvGrpSpPr>
        <p:grpSpPr>
          <a:xfrm>
            <a:off x="354110" y="5904602"/>
            <a:ext cx="11480604" cy="109990"/>
            <a:chOff x="354110" y="6402442"/>
            <a:chExt cx="11480604" cy="109990"/>
          </a:xfrm>
        </p:grpSpPr>
        <p:sp>
          <p:nvSpPr>
            <p:cNvPr id="619" name="Rectangle 59">
              <a:extLst>
                <a:ext uri="{FF2B5EF4-FFF2-40B4-BE49-F238E27FC236}">
                  <a16:creationId xmlns:a16="http://schemas.microsoft.com/office/drawing/2014/main" id="{624494D0-607C-4971-A357-ED99F45D7C21}"/>
                </a:ext>
              </a:extLst>
            </p:cNvPr>
            <p:cNvSpPr>
              <a:spLocks noChangeArrowheads="1"/>
            </p:cNvSpPr>
            <p:nvPr/>
          </p:nvSpPr>
          <p:spPr bwMode="auto">
            <a:xfrm>
              <a:off x="354110"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0" name="Rectangle 60">
              <a:extLst>
                <a:ext uri="{FF2B5EF4-FFF2-40B4-BE49-F238E27FC236}">
                  <a16:creationId xmlns:a16="http://schemas.microsoft.com/office/drawing/2014/main" id="{22FD15BA-8E62-417D-8392-658E5E86C2FF}"/>
                </a:ext>
              </a:extLst>
            </p:cNvPr>
            <p:cNvSpPr>
              <a:spLocks noChangeArrowheads="1"/>
            </p:cNvSpPr>
            <p:nvPr/>
          </p:nvSpPr>
          <p:spPr bwMode="auto">
            <a:xfrm>
              <a:off x="809542"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1" name="Rectangle 61">
              <a:extLst>
                <a:ext uri="{FF2B5EF4-FFF2-40B4-BE49-F238E27FC236}">
                  <a16:creationId xmlns:a16="http://schemas.microsoft.com/office/drawing/2014/main" id="{C665A07F-2AFB-49CF-8EE0-C81377FC2A54}"/>
                </a:ext>
              </a:extLst>
            </p:cNvPr>
            <p:cNvSpPr>
              <a:spLocks noChangeArrowheads="1"/>
            </p:cNvSpPr>
            <p:nvPr/>
          </p:nvSpPr>
          <p:spPr bwMode="auto">
            <a:xfrm>
              <a:off x="1263805"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2" name="Rectangle 62">
              <a:extLst>
                <a:ext uri="{FF2B5EF4-FFF2-40B4-BE49-F238E27FC236}">
                  <a16:creationId xmlns:a16="http://schemas.microsoft.com/office/drawing/2014/main" id="{74997C49-7ACC-4BCC-BC8D-58EBD77EE72A}"/>
                </a:ext>
              </a:extLst>
            </p:cNvPr>
            <p:cNvSpPr>
              <a:spLocks noChangeArrowheads="1"/>
            </p:cNvSpPr>
            <p:nvPr/>
          </p:nvSpPr>
          <p:spPr bwMode="auto">
            <a:xfrm>
              <a:off x="1719239"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3" name="Rectangle 63">
              <a:extLst>
                <a:ext uri="{FF2B5EF4-FFF2-40B4-BE49-F238E27FC236}">
                  <a16:creationId xmlns:a16="http://schemas.microsoft.com/office/drawing/2014/main" id="{E3CDD2FB-079B-43EA-89D5-5FD9D7644AC4}"/>
                </a:ext>
              </a:extLst>
            </p:cNvPr>
            <p:cNvSpPr>
              <a:spLocks noChangeArrowheads="1"/>
            </p:cNvSpPr>
            <p:nvPr/>
          </p:nvSpPr>
          <p:spPr bwMode="auto">
            <a:xfrm>
              <a:off x="2173502"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4" name="Rectangle 64">
              <a:extLst>
                <a:ext uri="{FF2B5EF4-FFF2-40B4-BE49-F238E27FC236}">
                  <a16:creationId xmlns:a16="http://schemas.microsoft.com/office/drawing/2014/main" id="{9C1479D9-3647-44C4-99E1-C660E2C8E306}"/>
                </a:ext>
              </a:extLst>
            </p:cNvPr>
            <p:cNvSpPr>
              <a:spLocks noChangeArrowheads="1"/>
            </p:cNvSpPr>
            <p:nvPr/>
          </p:nvSpPr>
          <p:spPr bwMode="auto">
            <a:xfrm>
              <a:off x="2628934"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5" name="Rectangle 65">
              <a:extLst>
                <a:ext uri="{FF2B5EF4-FFF2-40B4-BE49-F238E27FC236}">
                  <a16:creationId xmlns:a16="http://schemas.microsoft.com/office/drawing/2014/main" id="{AA8F3E10-CD9D-49C0-B0AE-24ABBF3BDC07}"/>
                </a:ext>
              </a:extLst>
            </p:cNvPr>
            <p:cNvSpPr>
              <a:spLocks noChangeArrowheads="1"/>
            </p:cNvSpPr>
            <p:nvPr/>
          </p:nvSpPr>
          <p:spPr bwMode="auto">
            <a:xfrm>
              <a:off x="3083197"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6" name="Rectangle 66">
              <a:extLst>
                <a:ext uri="{FF2B5EF4-FFF2-40B4-BE49-F238E27FC236}">
                  <a16:creationId xmlns:a16="http://schemas.microsoft.com/office/drawing/2014/main" id="{9C3B6F09-A4DD-4A26-B213-51E23205497E}"/>
                </a:ext>
              </a:extLst>
            </p:cNvPr>
            <p:cNvSpPr>
              <a:spLocks noChangeArrowheads="1"/>
            </p:cNvSpPr>
            <p:nvPr/>
          </p:nvSpPr>
          <p:spPr bwMode="auto">
            <a:xfrm>
              <a:off x="3538630"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7" name="Rectangle 67">
              <a:extLst>
                <a:ext uri="{FF2B5EF4-FFF2-40B4-BE49-F238E27FC236}">
                  <a16:creationId xmlns:a16="http://schemas.microsoft.com/office/drawing/2014/main" id="{2BA14941-5A2D-4CDB-9C2E-79C930D22256}"/>
                </a:ext>
              </a:extLst>
            </p:cNvPr>
            <p:cNvSpPr>
              <a:spLocks noChangeArrowheads="1"/>
            </p:cNvSpPr>
            <p:nvPr/>
          </p:nvSpPr>
          <p:spPr bwMode="auto">
            <a:xfrm>
              <a:off x="3992893"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8" name="Rectangle 68">
              <a:extLst>
                <a:ext uri="{FF2B5EF4-FFF2-40B4-BE49-F238E27FC236}">
                  <a16:creationId xmlns:a16="http://schemas.microsoft.com/office/drawing/2014/main" id="{6C5B2E84-85D6-4DD5-88FE-F8495F5E3CA2}"/>
                </a:ext>
              </a:extLst>
            </p:cNvPr>
            <p:cNvSpPr>
              <a:spLocks noChangeArrowheads="1"/>
            </p:cNvSpPr>
            <p:nvPr/>
          </p:nvSpPr>
          <p:spPr bwMode="auto">
            <a:xfrm>
              <a:off x="4448326"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9" name="Rectangle 69">
              <a:extLst>
                <a:ext uri="{FF2B5EF4-FFF2-40B4-BE49-F238E27FC236}">
                  <a16:creationId xmlns:a16="http://schemas.microsoft.com/office/drawing/2014/main" id="{1987B595-96EB-427F-8E00-533CBBEB5E66}"/>
                </a:ext>
              </a:extLst>
            </p:cNvPr>
            <p:cNvSpPr>
              <a:spLocks noChangeArrowheads="1"/>
            </p:cNvSpPr>
            <p:nvPr/>
          </p:nvSpPr>
          <p:spPr bwMode="auto">
            <a:xfrm>
              <a:off x="4902589"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0" name="Rectangle 70">
              <a:extLst>
                <a:ext uri="{FF2B5EF4-FFF2-40B4-BE49-F238E27FC236}">
                  <a16:creationId xmlns:a16="http://schemas.microsoft.com/office/drawing/2014/main" id="{99D33392-C824-498D-AF8A-7AF58A9F3321}"/>
                </a:ext>
              </a:extLst>
            </p:cNvPr>
            <p:cNvSpPr>
              <a:spLocks noChangeArrowheads="1"/>
            </p:cNvSpPr>
            <p:nvPr/>
          </p:nvSpPr>
          <p:spPr bwMode="auto">
            <a:xfrm>
              <a:off x="5358022"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1" name="Rectangle 71">
              <a:extLst>
                <a:ext uri="{FF2B5EF4-FFF2-40B4-BE49-F238E27FC236}">
                  <a16:creationId xmlns:a16="http://schemas.microsoft.com/office/drawing/2014/main" id="{6D1CAD59-FE6E-48A2-AE71-1BB80553F20C}"/>
                </a:ext>
              </a:extLst>
            </p:cNvPr>
            <p:cNvSpPr>
              <a:spLocks noChangeArrowheads="1"/>
            </p:cNvSpPr>
            <p:nvPr/>
          </p:nvSpPr>
          <p:spPr bwMode="auto">
            <a:xfrm>
              <a:off x="5812285"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2" name="Rectangle 72">
              <a:extLst>
                <a:ext uri="{FF2B5EF4-FFF2-40B4-BE49-F238E27FC236}">
                  <a16:creationId xmlns:a16="http://schemas.microsoft.com/office/drawing/2014/main" id="{BD936CE6-00F6-4CAF-A200-A693710C89B3}"/>
                </a:ext>
              </a:extLst>
            </p:cNvPr>
            <p:cNvSpPr>
              <a:spLocks noChangeArrowheads="1"/>
            </p:cNvSpPr>
            <p:nvPr/>
          </p:nvSpPr>
          <p:spPr bwMode="auto">
            <a:xfrm>
              <a:off x="6267717"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3" name="Rectangle 73">
              <a:extLst>
                <a:ext uri="{FF2B5EF4-FFF2-40B4-BE49-F238E27FC236}">
                  <a16:creationId xmlns:a16="http://schemas.microsoft.com/office/drawing/2014/main" id="{10329E52-6B3F-4897-BFBC-A6C4F2D26958}"/>
                </a:ext>
              </a:extLst>
            </p:cNvPr>
            <p:cNvSpPr>
              <a:spLocks noChangeArrowheads="1"/>
            </p:cNvSpPr>
            <p:nvPr/>
          </p:nvSpPr>
          <p:spPr bwMode="auto">
            <a:xfrm>
              <a:off x="6721980"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4" name="Rectangle 74">
              <a:extLst>
                <a:ext uri="{FF2B5EF4-FFF2-40B4-BE49-F238E27FC236}">
                  <a16:creationId xmlns:a16="http://schemas.microsoft.com/office/drawing/2014/main" id="{B9A5FD8E-2005-457D-B36F-5BD162CB6407}"/>
                </a:ext>
              </a:extLst>
            </p:cNvPr>
            <p:cNvSpPr>
              <a:spLocks noChangeArrowheads="1"/>
            </p:cNvSpPr>
            <p:nvPr/>
          </p:nvSpPr>
          <p:spPr bwMode="auto">
            <a:xfrm>
              <a:off x="7177414"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5" name="Rectangle 75">
              <a:extLst>
                <a:ext uri="{FF2B5EF4-FFF2-40B4-BE49-F238E27FC236}">
                  <a16:creationId xmlns:a16="http://schemas.microsoft.com/office/drawing/2014/main" id="{2C1FBF6B-A7C3-4F83-AD53-33D9E848D4A4}"/>
                </a:ext>
              </a:extLst>
            </p:cNvPr>
            <p:cNvSpPr>
              <a:spLocks noChangeArrowheads="1"/>
            </p:cNvSpPr>
            <p:nvPr/>
          </p:nvSpPr>
          <p:spPr bwMode="auto">
            <a:xfrm>
              <a:off x="7631676"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6" name="Rectangle 76">
              <a:extLst>
                <a:ext uri="{FF2B5EF4-FFF2-40B4-BE49-F238E27FC236}">
                  <a16:creationId xmlns:a16="http://schemas.microsoft.com/office/drawing/2014/main" id="{964A4B57-1B27-4010-9A9F-F2BCD2530127}"/>
                </a:ext>
              </a:extLst>
            </p:cNvPr>
            <p:cNvSpPr>
              <a:spLocks noChangeArrowheads="1"/>
            </p:cNvSpPr>
            <p:nvPr/>
          </p:nvSpPr>
          <p:spPr bwMode="auto">
            <a:xfrm>
              <a:off x="8087109"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7" name="Rectangle 77">
              <a:extLst>
                <a:ext uri="{FF2B5EF4-FFF2-40B4-BE49-F238E27FC236}">
                  <a16:creationId xmlns:a16="http://schemas.microsoft.com/office/drawing/2014/main" id="{D961087D-A1D8-48DD-8BD9-550D63557439}"/>
                </a:ext>
              </a:extLst>
            </p:cNvPr>
            <p:cNvSpPr>
              <a:spLocks noChangeArrowheads="1"/>
            </p:cNvSpPr>
            <p:nvPr/>
          </p:nvSpPr>
          <p:spPr bwMode="auto">
            <a:xfrm>
              <a:off x="8541372"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8" name="Rectangle 78">
              <a:extLst>
                <a:ext uri="{FF2B5EF4-FFF2-40B4-BE49-F238E27FC236}">
                  <a16:creationId xmlns:a16="http://schemas.microsoft.com/office/drawing/2014/main" id="{64FADA1C-663B-4FF6-8D80-B311B8ABCD02}"/>
                </a:ext>
              </a:extLst>
            </p:cNvPr>
            <p:cNvSpPr>
              <a:spLocks noChangeArrowheads="1"/>
            </p:cNvSpPr>
            <p:nvPr/>
          </p:nvSpPr>
          <p:spPr bwMode="auto">
            <a:xfrm>
              <a:off x="8996805"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9" name="Rectangle 79">
              <a:extLst>
                <a:ext uri="{FF2B5EF4-FFF2-40B4-BE49-F238E27FC236}">
                  <a16:creationId xmlns:a16="http://schemas.microsoft.com/office/drawing/2014/main" id="{E96330D1-4BBF-4D0A-B45F-77999C5C74D6}"/>
                </a:ext>
              </a:extLst>
            </p:cNvPr>
            <p:cNvSpPr>
              <a:spLocks noChangeArrowheads="1"/>
            </p:cNvSpPr>
            <p:nvPr/>
          </p:nvSpPr>
          <p:spPr bwMode="auto">
            <a:xfrm>
              <a:off x="9451068"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0" name="Rectangle 80">
              <a:extLst>
                <a:ext uri="{FF2B5EF4-FFF2-40B4-BE49-F238E27FC236}">
                  <a16:creationId xmlns:a16="http://schemas.microsoft.com/office/drawing/2014/main" id="{78AFE672-0739-4A26-8B51-D71BAD6A4326}"/>
                </a:ext>
              </a:extLst>
            </p:cNvPr>
            <p:cNvSpPr>
              <a:spLocks noChangeArrowheads="1"/>
            </p:cNvSpPr>
            <p:nvPr/>
          </p:nvSpPr>
          <p:spPr bwMode="auto">
            <a:xfrm>
              <a:off x="9906501"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1" name="Rectangle 81">
              <a:extLst>
                <a:ext uri="{FF2B5EF4-FFF2-40B4-BE49-F238E27FC236}">
                  <a16:creationId xmlns:a16="http://schemas.microsoft.com/office/drawing/2014/main" id="{AA3E4254-137D-4797-BF52-FAB6866F0F05}"/>
                </a:ext>
              </a:extLst>
            </p:cNvPr>
            <p:cNvSpPr>
              <a:spLocks noChangeArrowheads="1"/>
            </p:cNvSpPr>
            <p:nvPr/>
          </p:nvSpPr>
          <p:spPr bwMode="auto">
            <a:xfrm>
              <a:off x="10360763"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2" name="Rectangle 82">
              <a:extLst>
                <a:ext uri="{FF2B5EF4-FFF2-40B4-BE49-F238E27FC236}">
                  <a16:creationId xmlns:a16="http://schemas.microsoft.com/office/drawing/2014/main" id="{81844ED9-0C33-41B9-8D6C-0C959F9E0F48}"/>
                </a:ext>
              </a:extLst>
            </p:cNvPr>
            <p:cNvSpPr>
              <a:spLocks noChangeArrowheads="1"/>
            </p:cNvSpPr>
            <p:nvPr/>
          </p:nvSpPr>
          <p:spPr bwMode="auto">
            <a:xfrm>
              <a:off x="10816197"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3" name="Rectangle 83">
              <a:extLst>
                <a:ext uri="{FF2B5EF4-FFF2-40B4-BE49-F238E27FC236}">
                  <a16:creationId xmlns:a16="http://schemas.microsoft.com/office/drawing/2014/main" id="{69541354-1FEF-4A05-8852-E0866C02411F}"/>
                </a:ext>
              </a:extLst>
            </p:cNvPr>
            <p:cNvSpPr>
              <a:spLocks noChangeArrowheads="1"/>
            </p:cNvSpPr>
            <p:nvPr/>
          </p:nvSpPr>
          <p:spPr bwMode="auto">
            <a:xfrm>
              <a:off x="11270460"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4" name="Rectangle 84">
              <a:extLst>
                <a:ext uri="{FF2B5EF4-FFF2-40B4-BE49-F238E27FC236}">
                  <a16:creationId xmlns:a16="http://schemas.microsoft.com/office/drawing/2014/main" id="{22323587-A6E2-4D2C-9D71-B6D0B4DAF0A2}"/>
                </a:ext>
              </a:extLst>
            </p:cNvPr>
            <p:cNvSpPr>
              <a:spLocks noChangeArrowheads="1"/>
            </p:cNvSpPr>
            <p:nvPr/>
          </p:nvSpPr>
          <p:spPr bwMode="auto">
            <a:xfrm>
              <a:off x="11725892"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spTree>
    <p:extLst>
      <p:ext uri="{BB962C8B-B14F-4D97-AF65-F5344CB8AC3E}">
        <p14:creationId xmlns:p14="http://schemas.microsoft.com/office/powerpoint/2010/main" val="663957741"/>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userDrawn="1">
  <p:cSld name="Images and Contents Layout">
    <p:spTree>
      <p:nvGrpSpPr>
        <p:cNvPr id="1" name=""/>
        <p:cNvGrpSpPr/>
        <p:nvPr/>
      </p:nvGrpSpPr>
      <p:grpSpPr>
        <a:xfrm>
          <a:off x="0" y="0"/>
          <a:ext cx="0" cy="0"/>
          <a:chOff x="0" y="0"/>
          <a:chExt cx="0" cy="0"/>
        </a:xfrm>
      </p:grpSpPr>
      <p:sp>
        <p:nvSpPr>
          <p:cNvPr id="4" name="Picture Placeholder 2"/>
          <p:cNvSpPr>
            <a:spLocks noGrp="1"/>
          </p:cNvSpPr>
          <p:nvPr>
            <p:ph type="pic" idx="1" hasCustomPrompt="1"/>
          </p:nvPr>
        </p:nvSpPr>
        <p:spPr>
          <a:xfrm>
            <a:off x="0" y="-1"/>
            <a:ext cx="12188825" cy="6857999"/>
          </a:xfrm>
          <a:prstGeom prst="rect">
            <a:avLst/>
          </a:prstGeom>
          <a:solidFill>
            <a:schemeClr val="bg1">
              <a:lumMod val="95000"/>
            </a:schemeClr>
          </a:solidFill>
        </p:spPr>
        <p:txBody>
          <a:bodyPr anchor="ctr"/>
          <a:lstStyle>
            <a:lvl1pPr marL="0" indent="0" algn="ctr">
              <a:buNone/>
              <a:defRPr sz="1600" baseline="0">
                <a:solidFill>
                  <a:schemeClr val="tx1">
                    <a:lumMod val="75000"/>
                    <a:lumOff val="25000"/>
                  </a:schemeClr>
                </a:solidFill>
                <a:latin typeface="+mn-lt"/>
                <a:cs typeface="Arial" pitchFamily="34" charset="0"/>
              </a:defRPr>
            </a:lvl1pPr>
            <a:lvl2pPr marL="609265" indent="0">
              <a:buNone/>
              <a:defRPr sz="3732"/>
            </a:lvl2pPr>
            <a:lvl3pPr marL="1218529" indent="0">
              <a:buNone/>
              <a:defRPr sz="3198"/>
            </a:lvl3pPr>
            <a:lvl4pPr marL="1827794" indent="0">
              <a:buNone/>
              <a:defRPr sz="2665"/>
            </a:lvl4pPr>
            <a:lvl5pPr marL="2437060" indent="0">
              <a:buNone/>
              <a:defRPr sz="2665"/>
            </a:lvl5pPr>
            <a:lvl6pPr marL="3046324" indent="0">
              <a:buNone/>
              <a:defRPr sz="2665"/>
            </a:lvl6pPr>
            <a:lvl7pPr marL="3655589" indent="0">
              <a:buNone/>
              <a:defRPr sz="2665"/>
            </a:lvl7pPr>
            <a:lvl8pPr marL="4264853" indent="0">
              <a:buNone/>
              <a:defRPr sz="2665"/>
            </a:lvl8pPr>
            <a:lvl9pPr marL="4874118" indent="0">
              <a:buNone/>
              <a:defRPr sz="2665"/>
            </a:lvl9pPr>
          </a:lstStyle>
          <a:p>
            <a:r>
              <a:rPr lang="en-US" altLang="ko-KR" dirty="0"/>
              <a:t>Insert Your Image</a:t>
            </a:r>
            <a:endParaRPr lang="ko-KR" altLang="en-US" dirty="0"/>
          </a:p>
        </p:txBody>
      </p:sp>
    </p:spTree>
    <p:extLst>
      <p:ext uri="{BB962C8B-B14F-4D97-AF65-F5344CB8AC3E}">
        <p14:creationId xmlns:p14="http://schemas.microsoft.com/office/powerpoint/2010/main" val="3599468539"/>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userDrawn="1">
  <p:cSld name="2_Full Image">
    <p:spTree>
      <p:nvGrpSpPr>
        <p:cNvPr id="1" name=""/>
        <p:cNvGrpSpPr/>
        <p:nvPr/>
      </p:nvGrpSpPr>
      <p:grpSpPr>
        <a:xfrm>
          <a:off x="0" y="0"/>
          <a:ext cx="0" cy="0"/>
          <a:chOff x="0" y="0"/>
          <a:chExt cx="0" cy="0"/>
        </a:xfrm>
      </p:grpSpPr>
      <p:sp>
        <p:nvSpPr>
          <p:cNvPr id="2" name="Picture Placeholder 8">
            <a:extLst>
              <a:ext uri="{FF2B5EF4-FFF2-40B4-BE49-F238E27FC236}">
                <a16:creationId xmlns:a16="http://schemas.microsoft.com/office/drawing/2014/main" id="{E11C3564-CF67-FE45-A9E2-4B3C230C88D2}"/>
              </a:ext>
            </a:extLst>
          </p:cNvPr>
          <p:cNvSpPr>
            <a:spLocks noGrp="1"/>
          </p:cNvSpPr>
          <p:nvPr>
            <p:ph type="pic" sz="quarter" idx="14"/>
          </p:nvPr>
        </p:nvSpPr>
        <p:spPr>
          <a:xfrm>
            <a:off x="0" y="-1"/>
            <a:ext cx="12188825" cy="3429001"/>
          </a:xfrm>
          <a:prstGeom prst="rect">
            <a:avLst/>
          </a:prstGeom>
          <a:solidFill>
            <a:schemeClr val="bg1">
              <a:lumMod val="95000"/>
            </a:schemeClr>
          </a:solidFill>
        </p:spPr>
        <p:txBody>
          <a:bodyPr>
            <a:normAutofit/>
          </a:bodyPr>
          <a:lstStyle>
            <a:lvl1pPr>
              <a:defRPr sz="1051"/>
            </a:lvl1pPr>
          </a:lstStyle>
          <a:p>
            <a:endParaRPr lang="en-US" dirty="0"/>
          </a:p>
        </p:txBody>
      </p:sp>
    </p:spTree>
    <p:extLst>
      <p:ext uri="{BB962C8B-B14F-4D97-AF65-F5344CB8AC3E}">
        <p14:creationId xmlns:p14="http://schemas.microsoft.com/office/powerpoint/2010/main" val="2309675799"/>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matchingName="Title Slide" type="title">
  <p:cSld name="Title Slide">
    <p:spTree>
      <p:nvGrpSpPr>
        <p:cNvPr id="1" name="Shape 369"/>
        <p:cNvGrpSpPr/>
        <p:nvPr/>
      </p:nvGrpSpPr>
      <p:grpSpPr>
        <a:xfrm>
          <a:off x="0" y="0"/>
          <a:ext cx="0" cy="0"/>
          <a:chOff x="0" y="0"/>
          <a:chExt cx="0" cy="0"/>
        </a:xfrm>
      </p:grpSpPr>
      <p:sp>
        <p:nvSpPr>
          <p:cNvPr id="370" name="Google Shape;370;p158"/>
          <p:cNvSpPr txBox="1">
            <a:spLocks noGrp="1"/>
          </p:cNvSpPr>
          <p:nvPr>
            <p:ph type="ctrTitle"/>
          </p:nvPr>
        </p:nvSpPr>
        <p:spPr>
          <a:xfrm>
            <a:off x="1523603" y="1122363"/>
            <a:ext cx="9141619" cy="2387600"/>
          </a:xfrm>
          <a:prstGeom prst="rect">
            <a:avLst/>
          </a:prstGeom>
          <a:noFill/>
          <a:ln>
            <a:noFill/>
          </a:ln>
        </p:spPr>
        <p:txBody>
          <a:bodyPr spcFirstLastPara="1" wrap="square" lIns="91425" tIns="45700" rIns="91425" bIns="45700" anchor="b" anchorCtr="0">
            <a:normAutofit/>
          </a:bodyPr>
          <a:lstStyle>
            <a:lvl1pPr lvl="0" algn="ctr">
              <a:lnSpc>
                <a:spcPct val="90000"/>
              </a:lnSpc>
              <a:spcBef>
                <a:spcPts val="0"/>
              </a:spcBef>
              <a:spcAft>
                <a:spcPts val="0"/>
              </a:spcAft>
              <a:buClr>
                <a:schemeClr val="dk1"/>
              </a:buClr>
              <a:buSzPts val="5999"/>
              <a:buFont typeface="Calibri"/>
              <a:buNone/>
              <a:defRPr sz="5999"/>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71" name="Google Shape;371;p158"/>
          <p:cNvSpPr txBox="1">
            <a:spLocks noGrp="1"/>
          </p:cNvSpPr>
          <p:nvPr>
            <p:ph type="subTitle" idx="1"/>
          </p:nvPr>
        </p:nvSpPr>
        <p:spPr>
          <a:xfrm>
            <a:off x="1523603" y="3602037"/>
            <a:ext cx="9141619" cy="1655763"/>
          </a:xfrm>
          <a:prstGeom prst="rect">
            <a:avLst/>
          </a:prstGeom>
          <a:noFill/>
          <a:ln>
            <a:noFill/>
          </a:ln>
        </p:spPr>
        <p:txBody>
          <a:bodyPr spcFirstLastPara="1" wrap="square" lIns="91425" tIns="45700" rIns="91425" bIns="45700" anchor="t" anchorCtr="0">
            <a:normAutofit/>
          </a:bodyPr>
          <a:lstStyle>
            <a:lvl1pPr lvl="0" algn="ctr">
              <a:lnSpc>
                <a:spcPct val="90000"/>
              </a:lnSpc>
              <a:spcBef>
                <a:spcPts val="1000"/>
              </a:spcBef>
              <a:spcAft>
                <a:spcPts val="0"/>
              </a:spcAft>
              <a:buClr>
                <a:schemeClr val="dk1"/>
              </a:buClr>
              <a:buSzPts val="2399"/>
              <a:buNone/>
              <a:defRPr sz="2399"/>
            </a:lvl1pPr>
            <a:lvl2pPr lvl="1" algn="ctr">
              <a:lnSpc>
                <a:spcPct val="90000"/>
              </a:lnSpc>
              <a:spcBef>
                <a:spcPts val="500"/>
              </a:spcBef>
              <a:spcAft>
                <a:spcPts val="0"/>
              </a:spcAft>
              <a:buClr>
                <a:schemeClr val="dk1"/>
              </a:buClr>
              <a:buSzPts val="2000"/>
              <a:buNone/>
              <a:defRPr sz="2000"/>
            </a:lvl2pPr>
            <a:lvl3pPr lvl="2" algn="ctr">
              <a:lnSpc>
                <a:spcPct val="90000"/>
              </a:lnSpc>
              <a:spcBef>
                <a:spcPts val="500"/>
              </a:spcBef>
              <a:spcAft>
                <a:spcPts val="0"/>
              </a:spcAft>
              <a:buClr>
                <a:schemeClr val="dk1"/>
              </a:buClr>
              <a:buSzPts val="1800"/>
              <a:buNone/>
              <a:defRPr sz="1800"/>
            </a:lvl3pPr>
            <a:lvl4pPr lvl="3" algn="ctr">
              <a:lnSpc>
                <a:spcPct val="90000"/>
              </a:lnSpc>
              <a:spcBef>
                <a:spcPts val="500"/>
              </a:spcBef>
              <a:spcAft>
                <a:spcPts val="0"/>
              </a:spcAft>
              <a:buClr>
                <a:schemeClr val="dk1"/>
              </a:buClr>
              <a:buSzPts val="1600"/>
              <a:buNone/>
              <a:defRPr sz="1600"/>
            </a:lvl4pPr>
            <a:lvl5pPr lvl="4" algn="ctr">
              <a:lnSpc>
                <a:spcPct val="90000"/>
              </a:lnSpc>
              <a:spcBef>
                <a:spcPts val="500"/>
              </a:spcBef>
              <a:spcAft>
                <a:spcPts val="0"/>
              </a:spcAft>
              <a:buClr>
                <a:schemeClr val="dk1"/>
              </a:buClr>
              <a:buSzPts val="1600"/>
              <a:buNone/>
              <a:defRPr sz="1600"/>
            </a:lvl5pPr>
            <a:lvl6pPr lvl="5" algn="ctr">
              <a:lnSpc>
                <a:spcPct val="90000"/>
              </a:lnSpc>
              <a:spcBef>
                <a:spcPts val="500"/>
              </a:spcBef>
              <a:spcAft>
                <a:spcPts val="0"/>
              </a:spcAft>
              <a:buClr>
                <a:schemeClr val="dk1"/>
              </a:buClr>
              <a:buSzPts val="1600"/>
              <a:buNone/>
              <a:defRPr sz="1600"/>
            </a:lvl6pPr>
            <a:lvl7pPr lvl="6" algn="ctr">
              <a:lnSpc>
                <a:spcPct val="90000"/>
              </a:lnSpc>
              <a:spcBef>
                <a:spcPts val="500"/>
              </a:spcBef>
              <a:spcAft>
                <a:spcPts val="0"/>
              </a:spcAft>
              <a:buClr>
                <a:schemeClr val="dk1"/>
              </a:buClr>
              <a:buSzPts val="1600"/>
              <a:buNone/>
              <a:defRPr sz="1600"/>
            </a:lvl7pPr>
            <a:lvl8pPr lvl="7" algn="ctr">
              <a:lnSpc>
                <a:spcPct val="90000"/>
              </a:lnSpc>
              <a:spcBef>
                <a:spcPts val="500"/>
              </a:spcBef>
              <a:spcAft>
                <a:spcPts val="0"/>
              </a:spcAft>
              <a:buClr>
                <a:schemeClr val="dk1"/>
              </a:buClr>
              <a:buSzPts val="1600"/>
              <a:buNone/>
              <a:defRPr sz="1600"/>
            </a:lvl8pPr>
            <a:lvl9pPr lvl="8" algn="ctr">
              <a:lnSpc>
                <a:spcPct val="90000"/>
              </a:lnSpc>
              <a:spcBef>
                <a:spcPts val="500"/>
              </a:spcBef>
              <a:spcAft>
                <a:spcPts val="0"/>
              </a:spcAft>
              <a:buClr>
                <a:schemeClr val="dk1"/>
              </a:buClr>
              <a:buSzPts val="1600"/>
              <a:buNone/>
              <a:defRPr sz="1600"/>
            </a:lvl9pPr>
          </a:lstStyle>
          <a:p>
            <a:endParaRPr/>
          </a:p>
        </p:txBody>
      </p:sp>
      <p:sp>
        <p:nvSpPr>
          <p:cNvPr id="372" name="Google Shape;372;p158"/>
          <p:cNvSpPr txBox="1">
            <a:spLocks noGrp="1"/>
          </p:cNvSpPr>
          <p:nvPr>
            <p:ph type="dt" idx="10"/>
          </p:nvPr>
        </p:nvSpPr>
        <p:spPr>
          <a:xfrm>
            <a:off x="837982" y="6356351"/>
            <a:ext cx="2742486"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73" name="Google Shape;373;p158"/>
          <p:cNvSpPr txBox="1">
            <a:spLocks noGrp="1"/>
          </p:cNvSpPr>
          <p:nvPr>
            <p:ph type="ftr" idx="11"/>
          </p:nvPr>
        </p:nvSpPr>
        <p:spPr>
          <a:xfrm>
            <a:off x="4037549" y="6356351"/>
            <a:ext cx="4113728"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74" name="Google Shape;374;p158"/>
          <p:cNvSpPr txBox="1">
            <a:spLocks noGrp="1"/>
          </p:cNvSpPr>
          <p:nvPr>
            <p:ph type="sldNum" idx="12"/>
          </p:nvPr>
        </p:nvSpPr>
        <p:spPr>
          <a:xfrm>
            <a:off x="8608357" y="6356351"/>
            <a:ext cx="2742486"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extLst>
      <p:ext uri="{BB962C8B-B14F-4D97-AF65-F5344CB8AC3E}">
        <p14:creationId xmlns:p14="http://schemas.microsoft.com/office/powerpoint/2010/main" val="3324393460"/>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matchingName="Content with Caption" type="objTx">
  <p:cSld name="Content with Caption">
    <p:spTree>
      <p:nvGrpSpPr>
        <p:cNvPr id="1" name="Shape 456"/>
        <p:cNvGrpSpPr/>
        <p:nvPr/>
      </p:nvGrpSpPr>
      <p:grpSpPr>
        <a:xfrm>
          <a:off x="0" y="0"/>
          <a:ext cx="0" cy="0"/>
          <a:chOff x="0" y="0"/>
          <a:chExt cx="0" cy="0"/>
        </a:xfrm>
      </p:grpSpPr>
      <p:sp>
        <p:nvSpPr>
          <p:cNvPr id="457" name="Google Shape;457;p178"/>
          <p:cNvSpPr txBox="1">
            <a:spLocks noGrp="1"/>
          </p:cNvSpPr>
          <p:nvPr>
            <p:ph type="title"/>
          </p:nvPr>
        </p:nvSpPr>
        <p:spPr>
          <a:xfrm>
            <a:off x="839569" y="457200"/>
            <a:ext cx="3931213"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199"/>
              <a:buFont typeface="Calibri"/>
              <a:buNone/>
              <a:defRPr sz="3199"/>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458" name="Google Shape;458;p178"/>
          <p:cNvSpPr txBox="1">
            <a:spLocks noGrp="1"/>
          </p:cNvSpPr>
          <p:nvPr>
            <p:ph type="body" idx="1"/>
          </p:nvPr>
        </p:nvSpPr>
        <p:spPr>
          <a:xfrm>
            <a:off x="5181838" y="987426"/>
            <a:ext cx="6170593" cy="4873625"/>
          </a:xfrm>
          <a:prstGeom prst="rect">
            <a:avLst/>
          </a:prstGeom>
          <a:noFill/>
          <a:ln>
            <a:noFill/>
          </a:ln>
        </p:spPr>
        <p:txBody>
          <a:bodyPr spcFirstLastPara="1" wrap="square" lIns="91425" tIns="45700" rIns="91425" bIns="45700" anchor="t" anchorCtr="0">
            <a:normAutofit/>
          </a:bodyPr>
          <a:lstStyle>
            <a:lvl1pPr marL="457200" lvl="0" indent="-431736" algn="l">
              <a:lnSpc>
                <a:spcPct val="90000"/>
              </a:lnSpc>
              <a:spcBef>
                <a:spcPts val="1000"/>
              </a:spcBef>
              <a:spcAft>
                <a:spcPts val="0"/>
              </a:spcAft>
              <a:buClr>
                <a:schemeClr val="dk1"/>
              </a:buClr>
              <a:buSzPts val="3199"/>
              <a:buChar char="•"/>
              <a:defRPr sz="3199"/>
            </a:lvl1pPr>
            <a:lvl2pPr marL="914400" lvl="1" indent="-406336" algn="l">
              <a:lnSpc>
                <a:spcPct val="90000"/>
              </a:lnSpc>
              <a:spcBef>
                <a:spcPts val="500"/>
              </a:spcBef>
              <a:spcAft>
                <a:spcPts val="0"/>
              </a:spcAft>
              <a:buClr>
                <a:schemeClr val="dk1"/>
              </a:buClr>
              <a:buSzPts val="2799"/>
              <a:buChar char="•"/>
              <a:defRPr sz="2799"/>
            </a:lvl2pPr>
            <a:lvl3pPr marL="1371600" lvl="2" indent="-380936" algn="l">
              <a:lnSpc>
                <a:spcPct val="90000"/>
              </a:lnSpc>
              <a:spcBef>
                <a:spcPts val="500"/>
              </a:spcBef>
              <a:spcAft>
                <a:spcPts val="0"/>
              </a:spcAft>
              <a:buClr>
                <a:schemeClr val="dk1"/>
              </a:buClr>
              <a:buSzPts val="2399"/>
              <a:buChar char="•"/>
              <a:defRPr sz="2399"/>
            </a:lvl3pPr>
            <a:lvl4pPr marL="1828800" lvl="3" indent="-355600" algn="l">
              <a:lnSpc>
                <a:spcPct val="90000"/>
              </a:lnSpc>
              <a:spcBef>
                <a:spcPts val="500"/>
              </a:spcBef>
              <a:spcAft>
                <a:spcPts val="0"/>
              </a:spcAft>
              <a:buClr>
                <a:schemeClr val="dk1"/>
              </a:buClr>
              <a:buSzPts val="2000"/>
              <a:buChar char="•"/>
              <a:defRPr sz="2000"/>
            </a:lvl4pPr>
            <a:lvl5pPr marL="2286000" lvl="4" indent="-355600" algn="l">
              <a:lnSpc>
                <a:spcPct val="90000"/>
              </a:lnSpc>
              <a:spcBef>
                <a:spcPts val="500"/>
              </a:spcBef>
              <a:spcAft>
                <a:spcPts val="0"/>
              </a:spcAft>
              <a:buClr>
                <a:schemeClr val="dk1"/>
              </a:buClr>
              <a:buSzPts val="2000"/>
              <a:buChar char="•"/>
              <a:defRPr sz="2000"/>
            </a:lvl5pPr>
            <a:lvl6pPr marL="2743200" lvl="5" indent="-355600" algn="l">
              <a:lnSpc>
                <a:spcPct val="90000"/>
              </a:lnSpc>
              <a:spcBef>
                <a:spcPts val="500"/>
              </a:spcBef>
              <a:spcAft>
                <a:spcPts val="0"/>
              </a:spcAft>
              <a:buClr>
                <a:schemeClr val="dk1"/>
              </a:buClr>
              <a:buSzPts val="2000"/>
              <a:buChar char="•"/>
              <a:defRPr sz="2000"/>
            </a:lvl6pPr>
            <a:lvl7pPr marL="3200400" lvl="6" indent="-355600" algn="l">
              <a:lnSpc>
                <a:spcPct val="90000"/>
              </a:lnSpc>
              <a:spcBef>
                <a:spcPts val="500"/>
              </a:spcBef>
              <a:spcAft>
                <a:spcPts val="0"/>
              </a:spcAft>
              <a:buClr>
                <a:schemeClr val="dk1"/>
              </a:buClr>
              <a:buSzPts val="2000"/>
              <a:buChar char="•"/>
              <a:defRPr sz="2000"/>
            </a:lvl7pPr>
            <a:lvl8pPr marL="3657600" lvl="7" indent="-355600" algn="l">
              <a:lnSpc>
                <a:spcPct val="90000"/>
              </a:lnSpc>
              <a:spcBef>
                <a:spcPts val="500"/>
              </a:spcBef>
              <a:spcAft>
                <a:spcPts val="0"/>
              </a:spcAft>
              <a:buClr>
                <a:schemeClr val="dk1"/>
              </a:buClr>
              <a:buSzPts val="2000"/>
              <a:buChar char="•"/>
              <a:defRPr sz="2000"/>
            </a:lvl8pPr>
            <a:lvl9pPr marL="4114800" lvl="8" indent="-355600" algn="l">
              <a:lnSpc>
                <a:spcPct val="90000"/>
              </a:lnSpc>
              <a:spcBef>
                <a:spcPts val="500"/>
              </a:spcBef>
              <a:spcAft>
                <a:spcPts val="0"/>
              </a:spcAft>
              <a:buClr>
                <a:schemeClr val="dk1"/>
              </a:buClr>
              <a:buSzPts val="2000"/>
              <a:buChar char="•"/>
              <a:defRPr sz="2000"/>
            </a:lvl9pPr>
          </a:lstStyle>
          <a:p>
            <a:endParaRPr/>
          </a:p>
        </p:txBody>
      </p:sp>
      <p:sp>
        <p:nvSpPr>
          <p:cNvPr id="459" name="Google Shape;459;p178"/>
          <p:cNvSpPr txBox="1">
            <a:spLocks noGrp="1"/>
          </p:cNvSpPr>
          <p:nvPr>
            <p:ph type="body" idx="2"/>
          </p:nvPr>
        </p:nvSpPr>
        <p:spPr>
          <a:xfrm>
            <a:off x="839569" y="2057401"/>
            <a:ext cx="3931213"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460" name="Google Shape;460;p178"/>
          <p:cNvSpPr txBox="1">
            <a:spLocks noGrp="1"/>
          </p:cNvSpPr>
          <p:nvPr>
            <p:ph type="dt" idx="10"/>
          </p:nvPr>
        </p:nvSpPr>
        <p:spPr>
          <a:xfrm>
            <a:off x="837982" y="6356351"/>
            <a:ext cx="2742486"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61" name="Google Shape;461;p178"/>
          <p:cNvSpPr txBox="1">
            <a:spLocks noGrp="1"/>
          </p:cNvSpPr>
          <p:nvPr>
            <p:ph type="ftr" idx="11"/>
          </p:nvPr>
        </p:nvSpPr>
        <p:spPr>
          <a:xfrm>
            <a:off x="4037549" y="6356351"/>
            <a:ext cx="4113728"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62" name="Google Shape;462;p178"/>
          <p:cNvSpPr txBox="1">
            <a:spLocks noGrp="1"/>
          </p:cNvSpPr>
          <p:nvPr>
            <p:ph type="sldNum" idx="12"/>
          </p:nvPr>
        </p:nvSpPr>
        <p:spPr>
          <a:xfrm>
            <a:off x="8608357" y="6356351"/>
            <a:ext cx="2742486"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extLst>
      <p:ext uri="{BB962C8B-B14F-4D97-AF65-F5344CB8AC3E}">
        <p14:creationId xmlns:p14="http://schemas.microsoft.com/office/powerpoint/2010/main" val="1380023184"/>
      </p:ext>
    </p:extLst>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matchingName="Picture with Caption" type="picTx">
  <p:cSld name="Picture with Caption">
    <p:spTree>
      <p:nvGrpSpPr>
        <p:cNvPr id="1" name="Shape 463"/>
        <p:cNvGrpSpPr/>
        <p:nvPr/>
      </p:nvGrpSpPr>
      <p:grpSpPr>
        <a:xfrm>
          <a:off x="0" y="0"/>
          <a:ext cx="0" cy="0"/>
          <a:chOff x="0" y="0"/>
          <a:chExt cx="0" cy="0"/>
        </a:xfrm>
      </p:grpSpPr>
      <p:sp>
        <p:nvSpPr>
          <p:cNvPr id="464" name="Google Shape;464;p179"/>
          <p:cNvSpPr txBox="1">
            <a:spLocks noGrp="1"/>
          </p:cNvSpPr>
          <p:nvPr>
            <p:ph type="title"/>
          </p:nvPr>
        </p:nvSpPr>
        <p:spPr>
          <a:xfrm>
            <a:off x="839569" y="457200"/>
            <a:ext cx="3931213"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199"/>
              <a:buFont typeface="Calibri"/>
              <a:buNone/>
              <a:defRPr sz="3199"/>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465" name="Google Shape;465;p179"/>
          <p:cNvSpPr>
            <a:spLocks noGrp="1"/>
          </p:cNvSpPr>
          <p:nvPr>
            <p:ph type="pic" idx="2"/>
          </p:nvPr>
        </p:nvSpPr>
        <p:spPr>
          <a:xfrm>
            <a:off x="5181838" y="987426"/>
            <a:ext cx="6170593" cy="4873625"/>
          </a:xfrm>
          <a:prstGeom prst="rect">
            <a:avLst/>
          </a:prstGeom>
          <a:noFill/>
          <a:ln>
            <a:noFill/>
          </a:ln>
        </p:spPr>
      </p:sp>
      <p:sp>
        <p:nvSpPr>
          <p:cNvPr id="466" name="Google Shape;466;p179"/>
          <p:cNvSpPr txBox="1">
            <a:spLocks noGrp="1"/>
          </p:cNvSpPr>
          <p:nvPr>
            <p:ph type="body" idx="1"/>
          </p:nvPr>
        </p:nvSpPr>
        <p:spPr>
          <a:xfrm>
            <a:off x="839569" y="2057401"/>
            <a:ext cx="3931213"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467" name="Google Shape;467;p179"/>
          <p:cNvSpPr txBox="1">
            <a:spLocks noGrp="1"/>
          </p:cNvSpPr>
          <p:nvPr>
            <p:ph type="dt" idx="10"/>
          </p:nvPr>
        </p:nvSpPr>
        <p:spPr>
          <a:xfrm>
            <a:off x="837982" y="6356351"/>
            <a:ext cx="2742486"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68" name="Google Shape;468;p179"/>
          <p:cNvSpPr txBox="1">
            <a:spLocks noGrp="1"/>
          </p:cNvSpPr>
          <p:nvPr>
            <p:ph type="ftr" idx="11"/>
          </p:nvPr>
        </p:nvSpPr>
        <p:spPr>
          <a:xfrm>
            <a:off x="4037549" y="6356351"/>
            <a:ext cx="4113728"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69" name="Google Shape;469;p179"/>
          <p:cNvSpPr txBox="1">
            <a:spLocks noGrp="1"/>
          </p:cNvSpPr>
          <p:nvPr>
            <p:ph type="sldNum" idx="12"/>
          </p:nvPr>
        </p:nvSpPr>
        <p:spPr>
          <a:xfrm>
            <a:off x="8608357" y="6356351"/>
            <a:ext cx="2742486"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extLst>
      <p:ext uri="{BB962C8B-B14F-4D97-AF65-F5344CB8AC3E}">
        <p14:creationId xmlns:p14="http://schemas.microsoft.com/office/powerpoint/2010/main" val="3563625835"/>
      </p:ext>
    </p:extLst>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matchingName="Title and Vertical Text" type="vertTx">
  <p:cSld name="Title and Vertical Text">
    <p:spTree>
      <p:nvGrpSpPr>
        <p:cNvPr id="1" name="Shape 470"/>
        <p:cNvGrpSpPr/>
        <p:nvPr/>
      </p:nvGrpSpPr>
      <p:grpSpPr>
        <a:xfrm>
          <a:off x="0" y="0"/>
          <a:ext cx="0" cy="0"/>
          <a:chOff x="0" y="0"/>
          <a:chExt cx="0" cy="0"/>
        </a:xfrm>
      </p:grpSpPr>
      <p:sp>
        <p:nvSpPr>
          <p:cNvPr id="471" name="Google Shape;471;p180"/>
          <p:cNvSpPr txBox="1">
            <a:spLocks noGrp="1"/>
          </p:cNvSpPr>
          <p:nvPr>
            <p:ph type="title"/>
          </p:nvPr>
        </p:nvSpPr>
        <p:spPr>
          <a:xfrm>
            <a:off x="837982" y="365125"/>
            <a:ext cx="10512862"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472" name="Google Shape;472;p180"/>
          <p:cNvSpPr txBox="1">
            <a:spLocks noGrp="1"/>
          </p:cNvSpPr>
          <p:nvPr>
            <p:ph type="body" idx="1"/>
          </p:nvPr>
        </p:nvSpPr>
        <p:spPr>
          <a:xfrm rot="5400000">
            <a:off x="3918744" y="-1255136"/>
            <a:ext cx="4351339" cy="10512862"/>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73" name="Google Shape;473;p180"/>
          <p:cNvSpPr txBox="1">
            <a:spLocks noGrp="1"/>
          </p:cNvSpPr>
          <p:nvPr>
            <p:ph type="dt" idx="10"/>
          </p:nvPr>
        </p:nvSpPr>
        <p:spPr>
          <a:xfrm>
            <a:off x="837982" y="6356351"/>
            <a:ext cx="2742486"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74" name="Google Shape;474;p180"/>
          <p:cNvSpPr txBox="1">
            <a:spLocks noGrp="1"/>
          </p:cNvSpPr>
          <p:nvPr>
            <p:ph type="ftr" idx="11"/>
          </p:nvPr>
        </p:nvSpPr>
        <p:spPr>
          <a:xfrm>
            <a:off x="4037549" y="6356351"/>
            <a:ext cx="4113728"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75" name="Google Shape;475;p180"/>
          <p:cNvSpPr txBox="1">
            <a:spLocks noGrp="1"/>
          </p:cNvSpPr>
          <p:nvPr>
            <p:ph type="sldNum" idx="12"/>
          </p:nvPr>
        </p:nvSpPr>
        <p:spPr>
          <a:xfrm>
            <a:off x="8608357" y="6356351"/>
            <a:ext cx="2742486"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extLst>
      <p:ext uri="{BB962C8B-B14F-4D97-AF65-F5344CB8AC3E}">
        <p14:creationId xmlns:p14="http://schemas.microsoft.com/office/powerpoint/2010/main" val="2540394604"/>
      </p:ext>
    </p:extLst>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 Title and Text">
    <p:spTree>
      <p:nvGrpSpPr>
        <p:cNvPr id="1" name="Shape 476"/>
        <p:cNvGrpSpPr/>
        <p:nvPr/>
      </p:nvGrpSpPr>
      <p:grpSpPr>
        <a:xfrm>
          <a:off x="0" y="0"/>
          <a:ext cx="0" cy="0"/>
          <a:chOff x="0" y="0"/>
          <a:chExt cx="0" cy="0"/>
        </a:xfrm>
      </p:grpSpPr>
      <p:sp>
        <p:nvSpPr>
          <p:cNvPr id="477" name="Google Shape;477;p181"/>
          <p:cNvSpPr txBox="1">
            <a:spLocks noGrp="1"/>
          </p:cNvSpPr>
          <p:nvPr>
            <p:ph type="title"/>
          </p:nvPr>
        </p:nvSpPr>
        <p:spPr>
          <a:xfrm rot="5400000">
            <a:off x="7130817" y="1956938"/>
            <a:ext cx="5811839" cy="2628215"/>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478" name="Google Shape;478;p181"/>
          <p:cNvSpPr txBox="1">
            <a:spLocks noGrp="1"/>
          </p:cNvSpPr>
          <p:nvPr>
            <p:ph type="body" idx="1"/>
          </p:nvPr>
        </p:nvSpPr>
        <p:spPr>
          <a:xfrm rot="5400000">
            <a:off x="1798205" y="-595097"/>
            <a:ext cx="5811839" cy="7732286"/>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79" name="Google Shape;479;p181"/>
          <p:cNvSpPr txBox="1">
            <a:spLocks noGrp="1"/>
          </p:cNvSpPr>
          <p:nvPr>
            <p:ph type="dt" idx="10"/>
          </p:nvPr>
        </p:nvSpPr>
        <p:spPr>
          <a:xfrm>
            <a:off x="837982" y="6356351"/>
            <a:ext cx="2742486"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80" name="Google Shape;480;p181"/>
          <p:cNvSpPr txBox="1">
            <a:spLocks noGrp="1"/>
          </p:cNvSpPr>
          <p:nvPr>
            <p:ph type="ftr" idx="11"/>
          </p:nvPr>
        </p:nvSpPr>
        <p:spPr>
          <a:xfrm>
            <a:off x="4037549" y="6356351"/>
            <a:ext cx="4113728"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81" name="Google Shape;481;p181"/>
          <p:cNvSpPr txBox="1">
            <a:spLocks noGrp="1"/>
          </p:cNvSpPr>
          <p:nvPr>
            <p:ph type="sldNum" idx="12"/>
          </p:nvPr>
        </p:nvSpPr>
        <p:spPr>
          <a:xfrm>
            <a:off x="8608357" y="6356351"/>
            <a:ext cx="2742486"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extLst>
      <p:ext uri="{BB962C8B-B14F-4D97-AF65-F5344CB8AC3E}">
        <p14:creationId xmlns:p14="http://schemas.microsoft.com/office/powerpoint/2010/main" val="3844072603"/>
      </p:ext>
    </p:extLst>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matchingName="Title">
  <p:cSld name="Title">
    <p:bg>
      <p:bgPr>
        <a:gradFill>
          <a:gsLst>
            <a:gs pos="0">
              <a:schemeClr val="accent2"/>
            </a:gs>
            <a:gs pos="100000">
              <a:schemeClr val="dk1"/>
            </a:gs>
          </a:gsLst>
          <a:lin ang="8100019" scaled="0"/>
        </a:gradFill>
        <a:effectLst/>
      </p:bgPr>
    </p:bg>
    <p:spTree>
      <p:nvGrpSpPr>
        <p:cNvPr id="1" name="Shape 482"/>
        <p:cNvGrpSpPr/>
        <p:nvPr/>
      </p:nvGrpSpPr>
      <p:grpSpPr>
        <a:xfrm>
          <a:off x="0" y="0"/>
          <a:ext cx="0" cy="0"/>
          <a:chOff x="0" y="0"/>
          <a:chExt cx="0" cy="0"/>
        </a:xfrm>
      </p:grpSpPr>
      <p:sp>
        <p:nvSpPr>
          <p:cNvPr id="483" name="Google Shape;483;p182"/>
          <p:cNvSpPr txBox="1">
            <a:spLocks noGrp="1"/>
          </p:cNvSpPr>
          <p:nvPr>
            <p:ph type="ctrTitle"/>
          </p:nvPr>
        </p:nvSpPr>
        <p:spPr>
          <a:xfrm>
            <a:off x="1383473" y="2216600"/>
            <a:ext cx="9421946" cy="2424800"/>
          </a:xfrm>
          <a:prstGeom prst="rect">
            <a:avLst/>
          </a:prstGeom>
          <a:noFill/>
          <a:ln>
            <a:noFill/>
          </a:ln>
        </p:spPr>
        <p:txBody>
          <a:bodyPr spcFirstLastPara="1" wrap="square" lIns="0" tIns="0" rIns="0" bIns="0" anchor="ctr" anchorCtr="0">
            <a:noAutofit/>
          </a:bodyPr>
          <a:lstStyle>
            <a:lvl1pPr lvl="0" algn="l">
              <a:lnSpc>
                <a:spcPct val="100000"/>
              </a:lnSpc>
              <a:spcBef>
                <a:spcPts val="0"/>
              </a:spcBef>
              <a:spcAft>
                <a:spcPts val="0"/>
              </a:spcAft>
              <a:buClr>
                <a:schemeClr val="lt1"/>
              </a:buClr>
              <a:buSzPts val="6800"/>
              <a:buFont typeface="Calibri"/>
              <a:buNone/>
              <a:defRPr sz="9064">
                <a:solidFill>
                  <a:schemeClr val="lt1"/>
                </a:solidFill>
              </a:defRPr>
            </a:lvl1pPr>
            <a:lvl2pPr lvl="1">
              <a:lnSpc>
                <a:spcPct val="100000"/>
              </a:lnSpc>
              <a:spcBef>
                <a:spcPts val="0"/>
              </a:spcBef>
              <a:spcAft>
                <a:spcPts val="0"/>
              </a:spcAft>
              <a:buClr>
                <a:schemeClr val="lt1"/>
              </a:buClr>
              <a:buSzPts val="6800"/>
              <a:buNone/>
              <a:defRPr sz="9064">
                <a:solidFill>
                  <a:schemeClr val="lt1"/>
                </a:solidFill>
              </a:defRPr>
            </a:lvl2pPr>
            <a:lvl3pPr lvl="2">
              <a:lnSpc>
                <a:spcPct val="100000"/>
              </a:lnSpc>
              <a:spcBef>
                <a:spcPts val="0"/>
              </a:spcBef>
              <a:spcAft>
                <a:spcPts val="0"/>
              </a:spcAft>
              <a:buClr>
                <a:schemeClr val="lt1"/>
              </a:buClr>
              <a:buSzPts val="6800"/>
              <a:buNone/>
              <a:defRPr sz="9064">
                <a:solidFill>
                  <a:schemeClr val="lt1"/>
                </a:solidFill>
              </a:defRPr>
            </a:lvl3pPr>
            <a:lvl4pPr lvl="3">
              <a:lnSpc>
                <a:spcPct val="100000"/>
              </a:lnSpc>
              <a:spcBef>
                <a:spcPts val="0"/>
              </a:spcBef>
              <a:spcAft>
                <a:spcPts val="0"/>
              </a:spcAft>
              <a:buClr>
                <a:schemeClr val="lt1"/>
              </a:buClr>
              <a:buSzPts val="6800"/>
              <a:buNone/>
              <a:defRPr sz="9064">
                <a:solidFill>
                  <a:schemeClr val="lt1"/>
                </a:solidFill>
              </a:defRPr>
            </a:lvl4pPr>
            <a:lvl5pPr lvl="4">
              <a:lnSpc>
                <a:spcPct val="100000"/>
              </a:lnSpc>
              <a:spcBef>
                <a:spcPts val="0"/>
              </a:spcBef>
              <a:spcAft>
                <a:spcPts val="0"/>
              </a:spcAft>
              <a:buClr>
                <a:schemeClr val="lt1"/>
              </a:buClr>
              <a:buSzPts val="6800"/>
              <a:buNone/>
              <a:defRPr sz="9064">
                <a:solidFill>
                  <a:schemeClr val="lt1"/>
                </a:solidFill>
              </a:defRPr>
            </a:lvl5pPr>
            <a:lvl6pPr lvl="5">
              <a:lnSpc>
                <a:spcPct val="100000"/>
              </a:lnSpc>
              <a:spcBef>
                <a:spcPts val="0"/>
              </a:spcBef>
              <a:spcAft>
                <a:spcPts val="0"/>
              </a:spcAft>
              <a:buClr>
                <a:schemeClr val="lt1"/>
              </a:buClr>
              <a:buSzPts val="6800"/>
              <a:buNone/>
              <a:defRPr sz="9064">
                <a:solidFill>
                  <a:schemeClr val="lt1"/>
                </a:solidFill>
              </a:defRPr>
            </a:lvl6pPr>
            <a:lvl7pPr lvl="6">
              <a:lnSpc>
                <a:spcPct val="100000"/>
              </a:lnSpc>
              <a:spcBef>
                <a:spcPts val="0"/>
              </a:spcBef>
              <a:spcAft>
                <a:spcPts val="0"/>
              </a:spcAft>
              <a:buClr>
                <a:schemeClr val="lt1"/>
              </a:buClr>
              <a:buSzPts val="6800"/>
              <a:buNone/>
              <a:defRPr sz="9064">
                <a:solidFill>
                  <a:schemeClr val="lt1"/>
                </a:solidFill>
              </a:defRPr>
            </a:lvl7pPr>
            <a:lvl8pPr lvl="7">
              <a:lnSpc>
                <a:spcPct val="100000"/>
              </a:lnSpc>
              <a:spcBef>
                <a:spcPts val="0"/>
              </a:spcBef>
              <a:spcAft>
                <a:spcPts val="0"/>
              </a:spcAft>
              <a:buClr>
                <a:schemeClr val="lt1"/>
              </a:buClr>
              <a:buSzPts val="6800"/>
              <a:buNone/>
              <a:defRPr sz="9064">
                <a:solidFill>
                  <a:schemeClr val="lt1"/>
                </a:solidFill>
              </a:defRPr>
            </a:lvl8pPr>
            <a:lvl9pPr lvl="8">
              <a:lnSpc>
                <a:spcPct val="100000"/>
              </a:lnSpc>
              <a:spcBef>
                <a:spcPts val="0"/>
              </a:spcBef>
              <a:spcAft>
                <a:spcPts val="0"/>
              </a:spcAft>
              <a:buClr>
                <a:schemeClr val="lt1"/>
              </a:buClr>
              <a:buSzPts val="6800"/>
              <a:buNone/>
              <a:defRPr sz="9064">
                <a:solidFill>
                  <a:schemeClr val="lt1"/>
                </a:solidFill>
              </a:defRPr>
            </a:lvl9pPr>
          </a:lstStyle>
          <a:p>
            <a:endParaRPr/>
          </a:p>
        </p:txBody>
      </p:sp>
    </p:spTree>
    <p:extLst>
      <p:ext uri="{BB962C8B-B14F-4D97-AF65-F5344CB8AC3E}">
        <p14:creationId xmlns:p14="http://schemas.microsoft.com/office/powerpoint/2010/main" val="4030580672"/>
      </p:ext>
    </p:extLst>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matchingName="Blank - Dark">
  <p:cSld name="Blank - Dark">
    <p:bg>
      <p:bgPr>
        <a:gradFill>
          <a:gsLst>
            <a:gs pos="0">
              <a:schemeClr val="accent1"/>
            </a:gs>
            <a:gs pos="100000">
              <a:schemeClr val="accent2"/>
            </a:gs>
          </a:gsLst>
          <a:lin ang="8099331" scaled="0"/>
        </a:gradFill>
        <a:effectLst/>
      </p:bgPr>
    </p:bg>
    <p:spTree>
      <p:nvGrpSpPr>
        <p:cNvPr id="1" name="Shape 484"/>
        <p:cNvGrpSpPr/>
        <p:nvPr/>
      </p:nvGrpSpPr>
      <p:grpSpPr>
        <a:xfrm>
          <a:off x="0" y="0"/>
          <a:ext cx="0" cy="0"/>
          <a:chOff x="0" y="0"/>
          <a:chExt cx="0" cy="0"/>
        </a:xfrm>
      </p:grpSpPr>
      <p:sp>
        <p:nvSpPr>
          <p:cNvPr id="485" name="Google Shape;485;p183"/>
          <p:cNvSpPr txBox="1">
            <a:spLocks noGrp="1"/>
          </p:cNvSpPr>
          <p:nvPr>
            <p:ph type="sldNum" idx="12"/>
          </p:nvPr>
        </p:nvSpPr>
        <p:spPr>
          <a:xfrm>
            <a:off x="11101354" y="6129935"/>
            <a:ext cx="731409" cy="524800"/>
          </a:xfrm>
          <a:prstGeom prst="rect">
            <a:avLst/>
          </a:prstGeom>
          <a:noFill/>
          <a:ln>
            <a:noFill/>
          </a:ln>
        </p:spPr>
        <p:txBody>
          <a:bodyPr spcFirstLastPara="1" wrap="square" lIns="0" tIns="0" rIns="0" bIns="0" anchor="ctr" anchorCtr="0">
            <a:noAutofit/>
          </a:bodyPr>
          <a:lstStyle>
            <a:lvl1pPr marL="0" lvl="0" indent="0" algn="r">
              <a:buClr>
                <a:schemeClr val="lt1"/>
              </a:buClr>
              <a:buSzPts val="1200"/>
              <a:buFont typeface="Calibri"/>
              <a:buNone/>
              <a:defRPr sz="1200">
                <a:solidFill>
                  <a:schemeClr val="lt1"/>
                </a:solidFill>
                <a:latin typeface="Calibri"/>
                <a:ea typeface="Calibri"/>
                <a:cs typeface="Calibri"/>
                <a:sym typeface="Calibri"/>
              </a:defRPr>
            </a:lvl1pPr>
            <a:lvl2pPr marL="0" lvl="1" indent="0" algn="r">
              <a:buClr>
                <a:schemeClr val="lt1"/>
              </a:buClr>
              <a:buSzPts val="1200"/>
              <a:buFont typeface="Calibri"/>
              <a:buNone/>
              <a:defRPr sz="1200">
                <a:solidFill>
                  <a:schemeClr val="lt1"/>
                </a:solidFill>
                <a:latin typeface="Calibri"/>
                <a:ea typeface="Calibri"/>
                <a:cs typeface="Calibri"/>
                <a:sym typeface="Calibri"/>
              </a:defRPr>
            </a:lvl2pPr>
            <a:lvl3pPr marL="0" lvl="2" indent="0" algn="r">
              <a:buClr>
                <a:schemeClr val="lt1"/>
              </a:buClr>
              <a:buSzPts val="1200"/>
              <a:buFont typeface="Calibri"/>
              <a:buNone/>
              <a:defRPr sz="1200">
                <a:solidFill>
                  <a:schemeClr val="lt1"/>
                </a:solidFill>
                <a:latin typeface="Calibri"/>
                <a:ea typeface="Calibri"/>
                <a:cs typeface="Calibri"/>
                <a:sym typeface="Calibri"/>
              </a:defRPr>
            </a:lvl3pPr>
            <a:lvl4pPr marL="0" lvl="3" indent="0" algn="r">
              <a:buClr>
                <a:schemeClr val="lt1"/>
              </a:buClr>
              <a:buSzPts val="1200"/>
              <a:buFont typeface="Calibri"/>
              <a:buNone/>
              <a:defRPr sz="1200">
                <a:solidFill>
                  <a:schemeClr val="lt1"/>
                </a:solidFill>
                <a:latin typeface="Calibri"/>
                <a:ea typeface="Calibri"/>
                <a:cs typeface="Calibri"/>
                <a:sym typeface="Calibri"/>
              </a:defRPr>
            </a:lvl4pPr>
            <a:lvl5pPr marL="0" lvl="4" indent="0" algn="r">
              <a:buClr>
                <a:schemeClr val="lt1"/>
              </a:buClr>
              <a:buSzPts val="1200"/>
              <a:buFont typeface="Calibri"/>
              <a:buNone/>
              <a:defRPr sz="1200">
                <a:solidFill>
                  <a:schemeClr val="lt1"/>
                </a:solidFill>
                <a:latin typeface="Calibri"/>
                <a:ea typeface="Calibri"/>
                <a:cs typeface="Calibri"/>
                <a:sym typeface="Calibri"/>
              </a:defRPr>
            </a:lvl5pPr>
            <a:lvl6pPr marL="0" lvl="5" indent="0" algn="r">
              <a:buClr>
                <a:schemeClr val="lt1"/>
              </a:buClr>
              <a:buSzPts val="1200"/>
              <a:buFont typeface="Calibri"/>
              <a:buNone/>
              <a:defRPr sz="1200">
                <a:solidFill>
                  <a:schemeClr val="lt1"/>
                </a:solidFill>
                <a:latin typeface="Calibri"/>
                <a:ea typeface="Calibri"/>
                <a:cs typeface="Calibri"/>
                <a:sym typeface="Calibri"/>
              </a:defRPr>
            </a:lvl6pPr>
            <a:lvl7pPr marL="0" lvl="6" indent="0" algn="r">
              <a:buClr>
                <a:schemeClr val="lt1"/>
              </a:buClr>
              <a:buSzPts val="1200"/>
              <a:buFont typeface="Calibri"/>
              <a:buNone/>
              <a:defRPr sz="1200">
                <a:solidFill>
                  <a:schemeClr val="lt1"/>
                </a:solidFill>
                <a:latin typeface="Calibri"/>
                <a:ea typeface="Calibri"/>
                <a:cs typeface="Calibri"/>
                <a:sym typeface="Calibri"/>
              </a:defRPr>
            </a:lvl7pPr>
            <a:lvl8pPr marL="0" lvl="7" indent="0" algn="r">
              <a:buClr>
                <a:schemeClr val="lt1"/>
              </a:buClr>
              <a:buSzPts val="1200"/>
              <a:buFont typeface="Calibri"/>
              <a:buNone/>
              <a:defRPr sz="1200">
                <a:solidFill>
                  <a:schemeClr val="lt1"/>
                </a:solidFill>
                <a:latin typeface="Calibri"/>
                <a:ea typeface="Calibri"/>
                <a:cs typeface="Calibri"/>
                <a:sym typeface="Calibri"/>
              </a:defRPr>
            </a:lvl8pPr>
            <a:lvl9pPr marL="0" lvl="8" indent="0" algn="r">
              <a:buClr>
                <a:schemeClr val="lt1"/>
              </a:buClr>
              <a:buSzPts val="1200"/>
              <a:buFont typeface="Calibri"/>
              <a:buNone/>
              <a:defRPr sz="1200">
                <a:solidFill>
                  <a:schemeClr val="lt1"/>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extLst>
      <p:ext uri="{BB962C8B-B14F-4D97-AF65-F5344CB8AC3E}">
        <p14:creationId xmlns:p14="http://schemas.microsoft.com/office/powerpoint/2010/main" val="2276752773"/>
      </p:ext>
    </p:extLst>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matchingName="Title + 2 columns" type="twoColTx">
  <p:cSld name="Title + 2 columns">
    <p:spTree>
      <p:nvGrpSpPr>
        <p:cNvPr id="1" name="Shape 486"/>
        <p:cNvGrpSpPr/>
        <p:nvPr/>
      </p:nvGrpSpPr>
      <p:grpSpPr>
        <a:xfrm>
          <a:off x="0" y="0"/>
          <a:ext cx="0" cy="0"/>
          <a:chOff x="0" y="0"/>
          <a:chExt cx="0" cy="0"/>
        </a:xfrm>
      </p:grpSpPr>
      <p:sp>
        <p:nvSpPr>
          <p:cNvPr id="487" name="Google Shape;487;p184"/>
          <p:cNvSpPr txBox="1">
            <a:spLocks noGrp="1"/>
          </p:cNvSpPr>
          <p:nvPr>
            <p:ph type="title"/>
          </p:nvPr>
        </p:nvSpPr>
        <p:spPr>
          <a:xfrm>
            <a:off x="1383473" y="1114667"/>
            <a:ext cx="9421946" cy="528400"/>
          </a:xfrm>
          <a:prstGeom prst="rect">
            <a:avLst/>
          </a:prstGeom>
          <a:noFill/>
          <a:ln>
            <a:noFill/>
          </a:ln>
        </p:spPr>
        <p:txBody>
          <a:bodyPr spcFirstLastPara="1" wrap="square" lIns="0" tIns="0" rIns="0" bIns="0" anchor="b" anchorCtr="0">
            <a:noAutofit/>
          </a:bodyPr>
          <a:lstStyle>
            <a:lvl1pPr lvl="0" algn="l">
              <a:lnSpc>
                <a:spcPct val="90000"/>
              </a:lnSpc>
              <a:spcBef>
                <a:spcPts val="0"/>
              </a:spcBef>
              <a:spcAft>
                <a:spcPts val="0"/>
              </a:spcAft>
              <a:buClr>
                <a:schemeClr val="dk1"/>
              </a:buClr>
              <a:buSzPts val="3200"/>
              <a:buFont typeface="Calibri"/>
              <a:buNone/>
              <a:defRPr/>
            </a:lvl1pPr>
            <a:lvl2pPr lvl="1">
              <a:spcBef>
                <a:spcPts val="0"/>
              </a:spcBef>
              <a:spcAft>
                <a:spcPts val="0"/>
              </a:spcAft>
              <a:buSzPts val="3200"/>
              <a:buNone/>
              <a:defRPr/>
            </a:lvl2pPr>
            <a:lvl3pPr lvl="2">
              <a:spcBef>
                <a:spcPts val="0"/>
              </a:spcBef>
              <a:spcAft>
                <a:spcPts val="0"/>
              </a:spcAft>
              <a:buSzPts val="3200"/>
              <a:buNone/>
              <a:defRPr/>
            </a:lvl3pPr>
            <a:lvl4pPr lvl="3">
              <a:spcBef>
                <a:spcPts val="0"/>
              </a:spcBef>
              <a:spcAft>
                <a:spcPts val="0"/>
              </a:spcAft>
              <a:buSzPts val="3200"/>
              <a:buNone/>
              <a:defRPr/>
            </a:lvl4pPr>
            <a:lvl5pPr lvl="4">
              <a:spcBef>
                <a:spcPts val="0"/>
              </a:spcBef>
              <a:spcAft>
                <a:spcPts val="0"/>
              </a:spcAft>
              <a:buSzPts val="3200"/>
              <a:buNone/>
              <a:defRPr/>
            </a:lvl5pPr>
            <a:lvl6pPr lvl="5">
              <a:spcBef>
                <a:spcPts val="0"/>
              </a:spcBef>
              <a:spcAft>
                <a:spcPts val="0"/>
              </a:spcAft>
              <a:buSzPts val="3200"/>
              <a:buNone/>
              <a:defRPr/>
            </a:lvl6pPr>
            <a:lvl7pPr lvl="6">
              <a:spcBef>
                <a:spcPts val="0"/>
              </a:spcBef>
              <a:spcAft>
                <a:spcPts val="0"/>
              </a:spcAft>
              <a:buSzPts val="3200"/>
              <a:buNone/>
              <a:defRPr/>
            </a:lvl7pPr>
            <a:lvl8pPr lvl="7">
              <a:spcBef>
                <a:spcPts val="0"/>
              </a:spcBef>
              <a:spcAft>
                <a:spcPts val="0"/>
              </a:spcAft>
              <a:buSzPts val="3200"/>
              <a:buNone/>
              <a:defRPr/>
            </a:lvl8pPr>
            <a:lvl9pPr lvl="8">
              <a:spcBef>
                <a:spcPts val="0"/>
              </a:spcBef>
              <a:spcAft>
                <a:spcPts val="0"/>
              </a:spcAft>
              <a:buSzPts val="3200"/>
              <a:buNone/>
              <a:defRPr/>
            </a:lvl9pPr>
          </a:lstStyle>
          <a:p>
            <a:endParaRPr/>
          </a:p>
        </p:txBody>
      </p:sp>
      <p:sp>
        <p:nvSpPr>
          <p:cNvPr id="488" name="Google Shape;488;p184"/>
          <p:cNvSpPr txBox="1">
            <a:spLocks noGrp="1"/>
          </p:cNvSpPr>
          <p:nvPr>
            <p:ph type="body" idx="1"/>
          </p:nvPr>
        </p:nvSpPr>
        <p:spPr>
          <a:xfrm>
            <a:off x="1383406" y="1805267"/>
            <a:ext cx="4402053" cy="4207200"/>
          </a:xfrm>
          <a:prstGeom prst="rect">
            <a:avLst/>
          </a:prstGeom>
          <a:noFill/>
          <a:ln>
            <a:noFill/>
          </a:ln>
        </p:spPr>
        <p:txBody>
          <a:bodyPr spcFirstLastPara="1" wrap="square" lIns="0" tIns="0" rIns="0" bIns="0" anchor="t" anchorCtr="0">
            <a:noAutofit/>
          </a:bodyPr>
          <a:lstStyle>
            <a:lvl1pPr marL="457200" lvl="0" indent="-355600" algn="l">
              <a:lnSpc>
                <a:spcPct val="90000"/>
              </a:lnSpc>
              <a:spcBef>
                <a:spcPts val="800"/>
              </a:spcBef>
              <a:spcAft>
                <a:spcPts val="0"/>
              </a:spcAft>
              <a:buClr>
                <a:schemeClr val="dk1"/>
              </a:buClr>
              <a:buSzPts val="2000"/>
              <a:buChar char="●"/>
              <a:defRPr sz="2666"/>
            </a:lvl1pPr>
            <a:lvl2pPr marL="914400" lvl="1" indent="-355600" algn="l">
              <a:lnSpc>
                <a:spcPct val="90000"/>
              </a:lnSpc>
              <a:spcBef>
                <a:spcPts val="0"/>
              </a:spcBef>
              <a:spcAft>
                <a:spcPts val="0"/>
              </a:spcAft>
              <a:buClr>
                <a:schemeClr val="dk1"/>
              </a:buClr>
              <a:buSzPts val="2000"/>
              <a:buChar char="○"/>
              <a:defRPr sz="2666"/>
            </a:lvl2pPr>
            <a:lvl3pPr marL="1371600" lvl="2" indent="-355600" algn="l">
              <a:lnSpc>
                <a:spcPct val="90000"/>
              </a:lnSpc>
              <a:spcBef>
                <a:spcPts val="0"/>
              </a:spcBef>
              <a:spcAft>
                <a:spcPts val="0"/>
              </a:spcAft>
              <a:buClr>
                <a:schemeClr val="dk1"/>
              </a:buClr>
              <a:buSzPts val="2000"/>
              <a:buChar char="■"/>
              <a:defRPr sz="2666"/>
            </a:lvl3pPr>
            <a:lvl4pPr marL="1828800" lvl="3" indent="-355600" algn="l">
              <a:lnSpc>
                <a:spcPct val="90000"/>
              </a:lnSpc>
              <a:spcBef>
                <a:spcPts val="0"/>
              </a:spcBef>
              <a:spcAft>
                <a:spcPts val="0"/>
              </a:spcAft>
              <a:buClr>
                <a:schemeClr val="dk1"/>
              </a:buClr>
              <a:buSzPts val="2000"/>
              <a:buChar char="●"/>
              <a:defRPr sz="2666"/>
            </a:lvl4pPr>
            <a:lvl5pPr marL="2286000" lvl="4" indent="-355600" algn="l">
              <a:lnSpc>
                <a:spcPct val="90000"/>
              </a:lnSpc>
              <a:spcBef>
                <a:spcPts val="0"/>
              </a:spcBef>
              <a:spcAft>
                <a:spcPts val="0"/>
              </a:spcAft>
              <a:buClr>
                <a:schemeClr val="dk1"/>
              </a:buClr>
              <a:buSzPts val="2000"/>
              <a:buChar char="○"/>
              <a:defRPr sz="2666"/>
            </a:lvl5pPr>
            <a:lvl6pPr marL="2743200" lvl="5" indent="-355600" algn="l">
              <a:lnSpc>
                <a:spcPct val="90000"/>
              </a:lnSpc>
              <a:spcBef>
                <a:spcPts val="0"/>
              </a:spcBef>
              <a:spcAft>
                <a:spcPts val="0"/>
              </a:spcAft>
              <a:buClr>
                <a:schemeClr val="dk1"/>
              </a:buClr>
              <a:buSzPts val="2000"/>
              <a:buChar char="■"/>
              <a:defRPr sz="2666"/>
            </a:lvl6pPr>
            <a:lvl7pPr marL="3200400" lvl="6" indent="-355600" algn="l">
              <a:lnSpc>
                <a:spcPct val="90000"/>
              </a:lnSpc>
              <a:spcBef>
                <a:spcPts val="0"/>
              </a:spcBef>
              <a:spcAft>
                <a:spcPts val="0"/>
              </a:spcAft>
              <a:buClr>
                <a:schemeClr val="dk1"/>
              </a:buClr>
              <a:buSzPts val="2000"/>
              <a:buChar char="●"/>
              <a:defRPr sz="2666"/>
            </a:lvl7pPr>
            <a:lvl8pPr marL="3657600" lvl="7" indent="-355600" algn="l">
              <a:lnSpc>
                <a:spcPct val="90000"/>
              </a:lnSpc>
              <a:spcBef>
                <a:spcPts val="0"/>
              </a:spcBef>
              <a:spcAft>
                <a:spcPts val="0"/>
              </a:spcAft>
              <a:buClr>
                <a:schemeClr val="dk1"/>
              </a:buClr>
              <a:buSzPts val="2000"/>
              <a:buChar char="○"/>
              <a:defRPr sz="2666"/>
            </a:lvl8pPr>
            <a:lvl9pPr marL="4114800" lvl="8" indent="-355600" algn="l">
              <a:lnSpc>
                <a:spcPct val="90000"/>
              </a:lnSpc>
              <a:spcBef>
                <a:spcPts val="0"/>
              </a:spcBef>
              <a:spcAft>
                <a:spcPts val="0"/>
              </a:spcAft>
              <a:buClr>
                <a:schemeClr val="dk1"/>
              </a:buClr>
              <a:buSzPts val="2000"/>
              <a:buChar char="■"/>
              <a:defRPr sz="2666"/>
            </a:lvl9pPr>
          </a:lstStyle>
          <a:p>
            <a:endParaRPr/>
          </a:p>
        </p:txBody>
      </p:sp>
      <p:sp>
        <p:nvSpPr>
          <p:cNvPr id="489" name="Google Shape;489;p184"/>
          <p:cNvSpPr txBox="1">
            <a:spLocks noGrp="1"/>
          </p:cNvSpPr>
          <p:nvPr>
            <p:ph type="body" idx="2"/>
          </p:nvPr>
        </p:nvSpPr>
        <p:spPr>
          <a:xfrm>
            <a:off x="6403163" y="1805267"/>
            <a:ext cx="4402053" cy="4207200"/>
          </a:xfrm>
          <a:prstGeom prst="rect">
            <a:avLst/>
          </a:prstGeom>
          <a:noFill/>
          <a:ln>
            <a:noFill/>
          </a:ln>
        </p:spPr>
        <p:txBody>
          <a:bodyPr spcFirstLastPara="1" wrap="square" lIns="0" tIns="0" rIns="0" bIns="0" anchor="t" anchorCtr="0">
            <a:noAutofit/>
          </a:bodyPr>
          <a:lstStyle>
            <a:lvl1pPr marL="457200" lvl="0" indent="-355600" algn="l">
              <a:lnSpc>
                <a:spcPct val="90000"/>
              </a:lnSpc>
              <a:spcBef>
                <a:spcPts val="800"/>
              </a:spcBef>
              <a:spcAft>
                <a:spcPts val="0"/>
              </a:spcAft>
              <a:buClr>
                <a:schemeClr val="dk1"/>
              </a:buClr>
              <a:buSzPts val="2000"/>
              <a:buChar char="●"/>
              <a:defRPr sz="2666"/>
            </a:lvl1pPr>
            <a:lvl2pPr marL="914400" lvl="1" indent="-355600" algn="l">
              <a:lnSpc>
                <a:spcPct val="90000"/>
              </a:lnSpc>
              <a:spcBef>
                <a:spcPts val="0"/>
              </a:spcBef>
              <a:spcAft>
                <a:spcPts val="0"/>
              </a:spcAft>
              <a:buClr>
                <a:schemeClr val="dk1"/>
              </a:buClr>
              <a:buSzPts val="2000"/>
              <a:buChar char="○"/>
              <a:defRPr sz="2666"/>
            </a:lvl2pPr>
            <a:lvl3pPr marL="1371600" lvl="2" indent="-355600" algn="l">
              <a:lnSpc>
                <a:spcPct val="90000"/>
              </a:lnSpc>
              <a:spcBef>
                <a:spcPts val="0"/>
              </a:spcBef>
              <a:spcAft>
                <a:spcPts val="0"/>
              </a:spcAft>
              <a:buClr>
                <a:schemeClr val="dk1"/>
              </a:buClr>
              <a:buSzPts val="2000"/>
              <a:buChar char="■"/>
              <a:defRPr sz="2666"/>
            </a:lvl3pPr>
            <a:lvl4pPr marL="1828800" lvl="3" indent="-355600" algn="l">
              <a:lnSpc>
                <a:spcPct val="90000"/>
              </a:lnSpc>
              <a:spcBef>
                <a:spcPts val="0"/>
              </a:spcBef>
              <a:spcAft>
                <a:spcPts val="0"/>
              </a:spcAft>
              <a:buClr>
                <a:schemeClr val="dk1"/>
              </a:buClr>
              <a:buSzPts val="2000"/>
              <a:buChar char="●"/>
              <a:defRPr sz="2666"/>
            </a:lvl4pPr>
            <a:lvl5pPr marL="2286000" lvl="4" indent="-355600" algn="l">
              <a:lnSpc>
                <a:spcPct val="90000"/>
              </a:lnSpc>
              <a:spcBef>
                <a:spcPts val="0"/>
              </a:spcBef>
              <a:spcAft>
                <a:spcPts val="0"/>
              </a:spcAft>
              <a:buClr>
                <a:schemeClr val="dk1"/>
              </a:buClr>
              <a:buSzPts val="2000"/>
              <a:buChar char="○"/>
              <a:defRPr sz="2666"/>
            </a:lvl5pPr>
            <a:lvl6pPr marL="2743200" lvl="5" indent="-355600" algn="l">
              <a:lnSpc>
                <a:spcPct val="90000"/>
              </a:lnSpc>
              <a:spcBef>
                <a:spcPts val="0"/>
              </a:spcBef>
              <a:spcAft>
                <a:spcPts val="0"/>
              </a:spcAft>
              <a:buClr>
                <a:schemeClr val="dk1"/>
              </a:buClr>
              <a:buSzPts val="2000"/>
              <a:buChar char="■"/>
              <a:defRPr sz="2666"/>
            </a:lvl6pPr>
            <a:lvl7pPr marL="3200400" lvl="6" indent="-355600" algn="l">
              <a:lnSpc>
                <a:spcPct val="90000"/>
              </a:lnSpc>
              <a:spcBef>
                <a:spcPts val="0"/>
              </a:spcBef>
              <a:spcAft>
                <a:spcPts val="0"/>
              </a:spcAft>
              <a:buClr>
                <a:schemeClr val="dk1"/>
              </a:buClr>
              <a:buSzPts val="2000"/>
              <a:buChar char="●"/>
              <a:defRPr sz="2666"/>
            </a:lvl7pPr>
            <a:lvl8pPr marL="3657600" lvl="7" indent="-355600" algn="l">
              <a:lnSpc>
                <a:spcPct val="90000"/>
              </a:lnSpc>
              <a:spcBef>
                <a:spcPts val="0"/>
              </a:spcBef>
              <a:spcAft>
                <a:spcPts val="0"/>
              </a:spcAft>
              <a:buClr>
                <a:schemeClr val="dk1"/>
              </a:buClr>
              <a:buSzPts val="2000"/>
              <a:buChar char="○"/>
              <a:defRPr sz="2666"/>
            </a:lvl8pPr>
            <a:lvl9pPr marL="4114800" lvl="8" indent="-355600" algn="l">
              <a:lnSpc>
                <a:spcPct val="90000"/>
              </a:lnSpc>
              <a:spcBef>
                <a:spcPts val="0"/>
              </a:spcBef>
              <a:spcAft>
                <a:spcPts val="0"/>
              </a:spcAft>
              <a:buClr>
                <a:schemeClr val="dk1"/>
              </a:buClr>
              <a:buSzPts val="2000"/>
              <a:buChar char="■"/>
              <a:defRPr sz="2666"/>
            </a:lvl9pPr>
          </a:lstStyle>
          <a:p>
            <a:endParaRPr/>
          </a:p>
        </p:txBody>
      </p:sp>
      <p:sp>
        <p:nvSpPr>
          <p:cNvPr id="490" name="Google Shape;490;p184"/>
          <p:cNvSpPr txBox="1">
            <a:spLocks noGrp="1"/>
          </p:cNvSpPr>
          <p:nvPr>
            <p:ph type="sldNum" idx="12"/>
          </p:nvPr>
        </p:nvSpPr>
        <p:spPr>
          <a:xfrm>
            <a:off x="11101354" y="6129935"/>
            <a:ext cx="731409" cy="524800"/>
          </a:xfrm>
          <a:prstGeom prst="rect">
            <a:avLst/>
          </a:prstGeom>
          <a:noFill/>
          <a:ln>
            <a:noFill/>
          </a:ln>
        </p:spPr>
        <p:txBody>
          <a:bodyPr spcFirstLastPara="1" wrap="square" lIns="0" tIns="0" rIns="0" bIns="0" anchor="ctr" anchorCtr="0">
            <a:noAutofit/>
          </a:bodyPr>
          <a:lstStyle>
            <a:lvl1pPr marL="0" lvl="0" indent="0" algn="r">
              <a:buClr>
                <a:srgbClr val="888888"/>
              </a:buClr>
              <a:buSzPts val="1200"/>
              <a:buFont typeface="Calibri"/>
              <a:buNone/>
              <a:defRPr sz="1200">
                <a:solidFill>
                  <a:srgbClr val="888888"/>
                </a:solidFill>
                <a:latin typeface="Calibri"/>
                <a:ea typeface="Calibri"/>
                <a:cs typeface="Calibri"/>
                <a:sym typeface="Calibri"/>
              </a:defRPr>
            </a:lvl1pPr>
            <a:lvl2pPr marL="0" lvl="1" indent="0" algn="r">
              <a:buClr>
                <a:srgbClr val="888888"/>
              </a:buClr>
              <a:buSzPts val="1200"/>
              <a:buFont typeface="Calibri"/>
              <a:buNone/>
              <a:defRPr sz="1200">
                <a:solidFill>
                  <a:srgbClr val="888888"/>
                </a:solidFill>
                <a:latin typeface="Calibri"/>
                <a:ea typeface="Calibri"/>
                <a:cs typeface="Calibri"/>
                <a:sym typeface="Calibri"/>
              </a:defRPr>
            </a:lvl2pPr>
            <a:lvl3pPr marL="0" lvl="2" indent="0" algn="r">
              <a:buClr>
                <a:srgbClr val="888888"/>
              </a:buClr>
              <a:buSzPts val="1200"/>
              <a:buFont typeface="Calibri"/>
              <a:buNone/>
              <a:defRPr sz="1200">
                <a:solidFill>
                  <a:srgbClr val="888888"/>
                </a:solidFill>
                <a:latin typeface="Calibri"/>
                <a:ea typeface="Calibri"/>
                <a:cs typeface="Calibri"/>
                <a:sym typeface="Calibri"/>
              </a:defRPr>
            </a:lvl3pPr>
            <a:lvl4pPr marL="0" lvl="3" indent="0" algn="r">
              <a:buClr>
                <a:srgbClr val="888888"/>
              </a:buClr>
              <a:buSzPts val="1200"/>
              <a:buFont typeface="Calibri"/>
              <a:buNone/>
              <a:defRPr sz="1200">
                <a:solidFill>
                  <a:srgbClr val="888888"/>
                </a:solidFill>
                <a:latin typeface="Calibri"/>
                <a:ea typeface="Calibri"/>
                <a:cs typeface="Calibri"/>
                <a:sym typeface="Calibri"/>
              </a:defRPr>
            </a:lvl4pPr>
            <a:lvl5pPr marL="0" lvl="4" indent="0" algn="r">
              <a:buClr>
                <a:srgbClr val="888888"/>
              </a:buClr>
              <a:buSzPts val="1200"/>
              <a:buFont typeface="Calibri"/>
              <a:buNone/>
              <a:defRPr sz="1200">
                <a:solidFill>
                  <a:srgbClr val="888888"/>
                </a:solidFill>
                <a:latin typeface="Calibri"/>
                <a:ea typeface="Calibri"/>
                <a:cs typeface="Calibri"/>
                <a:sym typeface="Calibri"/>
              </a:defRPr>
            </a:lvl5pPr>
            <a:lvl6pPr marL="0" lvl="5" indent="0" algn="r">
              <a:buClr>
                <a:srgbClr val="888888"/>
              </a:buClr>
              <a:buSzPts val="1200"/>
              <a:buFont typeface="Calibri"/>
              <a:buNone/>
              <a:defRPr sz="1200">
                <a:solidFill>
                  <a:srgbClr val="888888"/>
                </a:solidFill>
                <a:latin typeface="Calibri"/>
                <a:ea typeface="Calibri"/>
                <a:cs typeface="Calibri"/>
                <a:sym typeface="Calibri"/>
              </a:defRPr>
            </a:lvl6pPr>
            <a:lvl7pPr marL="0" lvl="6" indent="0" algn="r">
              <a:buClr>
                <a:srgbClr val="888888"/>
              </a:buClr>
              <a:buSzPts val="1200"/>
              <a:buFont typeface="Calibri"/>
              <a:buNone/>
              <a:defRPr sz="1200">
                <a:solidFill>
                  <a:srgbClr val="888888"/>
                </a:solidFill>
                <a:latin typeface="Calibri"/>
                <a:ea typeface="Calibri"/>
                <a:cs typeface="Calibri"/>
                <a:sym typeface="Calibri"/>
              </a:defRPr>
            </a:lvl7pPr>
            <a:lvl8pPr marL="0" lvl="7" indent="0" algn="r">
              <a:buClr>
                <a:srgbClr val="888888"/>
              </a:buClr>
              <a:buSzPts val="1200"/>
              <a:buFont typeface="Calibri"/>
              <a:buNone/>
              <a:defRPr sz="1200">
                <a:solidFill>
                  <a:srgbClr val="888888"/>
                </a:solidFill>
                <a:latin typeface="Calibri"/>
                <a:ea typeface="Calibri"/>
                <a:cs typeface="Calibri"/>
                <a:sym typeface="Calibri"/>
              </a:defRPr>
            </a:lvl8pPr>
            <a:lvl9pPr marL="0" lvl="8" indent="0" algn="r">
              <a:buClr>
                <a:srgbClr val="888888"/>
              </a:buClr>
              <a:buSzPts val="1200"/>
              <a:buFont typeface="Calibri"/>
              <a:buNone/>
              <a:defRPr sz="1200">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extLst>
      <p:ext uri="{BB962C8B-B14F-4D97-AF65-F5344CB8AC3E}">
        <p14:creationId xmlns:p14="http://schemas.microsoft.com/office/powerpoint/2010/main" val="274639773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5.xml"/><Relationship Id="rId13" Type="http://schemas.openxmlformats.org/officeDocument/2006/relationships/slideLayout" Target="../slideLayouts/slideLayout20.xml"/><Relationship Id="rId18" Type="http://schemas.openxmlformats.org/officeDocument/2006/relationships/slideLayout" Target="../slideLayouts/slideLayout25.xml"/><Relationship Id="rId3" Type="http://schemas.openxmlformats.org/officeDocument/2006/relationships/slideLayout" Target="../slideLayouts/slideLayout10.xml"/><Relationship Id="rId7" Type="http://schemas.openxmlformats.org/officeDocument/2006/relationships/slideLayout" Target="../slideLayouts/slideLayout14.xml"/><Relationship Id="rId12" Type="http://schemas.openxmlformats.org/officeDocument/2006/relationships/slideLayout" Target="../slideLayouts/slideLayout19.xml"/><Relationship Id="rId17" Type="http://schemas.openxmlformats.org/officeDocument/2006/relationships/slideLayout" Target="../slideLayouts/slideLayout24.xml"/><Relationship Id="rId2" Type="http://schemas.openxmlformats.org/officeDocument/2006/relationships/slideLayout" Target="../slideLayouts/slideLayout9.xml"/><Relationship Id="rId16" Type="http://schemas.openxmlformats.org/officeDocument/2006/relationships/slideLayout" Target="../slideLayouts/slideLayout23.xml"/><Relationship Id="rId20" Type="http://schemas.openxmlformats.org/officeDocument/2006/relationships/theme" Target="../theme/theme2.xml"/><Relationship Id="rId1" Type="http://schemas.openxmlformats.org/officeDocument/2006/relationships/slideLayout" Target="../slideLayouts/slideLayout8.xml"/><Relationship Id="rId6" Type="http://schemas.openxmlformats.org/officeDocument/2006/relationships/slideLayout" Target="../slideLayouts/slideLayout13.xml"/><Relationship Id="rId11" Type="http://schemas.openxmlformats.org/officeDocument/2006/relationships/slideLayout" Target="../slideLayouts/slideLayout18.xml"/><Relationship Id="rId5" Type="http://schemas.openxmlformats.org/officeDocument/2006/relationships/slideLayout" Target="../slideLayouts/slideLayout12.xml"/><Relationship Id="rId15" Type="http://schemas.openxmlformats.org/officeDocument/2006/relationships/slideLayout" Target="../slideLayouts/slideLayout22.xml"/><Relationship Id="rId10" Type="http://schemas.openxmlformats.org/officeDocument/2006/relationships/slideLayout" Target="../slideLayouts/slideLayout17.xml"/><Relationship Id="rId19" Type="http://schemas.openxmlformats.org/officeDocument/2006/relationships/slideLayout" Target="../slideLayouts/slideLayout26.xml"/><Relationship Id="rId4" Type="http://schemas.openxmlformats.org/officeDocument/2006/relationships/slideLayout" Target="../slideLayouts/slideLayout11.xml"/><Relationship Id="rId9" Type="http://schemas.openxmlformats.org/officeDocument/2006/relationships/slideLayout" Target="../slideLayouts/slideLayout16.xml"/><Relationship Id="rId14" Type="http://schemas.openxmlformats.org/officeDocument/2006/relationships/slideLayout" Target="../slideLayouts/slideLayout21.xml"/></Relationships>
</file>

<file path=ppt/slideMasters/_rels/slideMaster3.xml.rels><?xml version="1.0" encoding="UTF-8" standalone="yes"?>
<Relationships xmlns="http://schemas.openxmlformats.org/package/2006/relationships"><Relationship Id="rId8" Type="http://schemas.openxmlformats.org/officeDocument/2006/relationships/slideLayout" Target="../slideLayouts/slideLayout34.xml"/><Relationship Id="rId13" Type="http://schemas.openxmlformats.org/officeDocument/2006/relationships/image" Target="../media/image1.png"/><Relationship Id="rId3" Type="http://schemas.openxmlformats.org/officeDocument/2006/relationships/slideLayout" Target="../slideLayouts/slideLayout29.xml"/><Relationship Id="rId7" Type="http://schemas.openxmlformats.org/officeDocument/2006/relationships/slideLayout" Target="../slideLayouts/slideLayout33.xml"/><Relationship Id="rId12" Type="http://schemas.openxmlformats.org/officeDocument/2006/relationships/theme" Target="../theme/theme3.xml"/><Relationship Id="rId2" Type="http://schemas.openxmlformats.org/officeDocument/2006/relationships/slideLayout" Target="../slideLayouts/slideLayout28.xml"/><Relationship Id="rId1" Type="http://schemas.openxmlformats.org/officeDocument/2006/relationships/slideLayout" Target="../slideLayouts/slideLayout27.xml"/><Relationship Id="rId6" Type="http://schemas.openxmlformats.org/officeDocument/2006/relationships/slideLayout" Target="../slideLayouts/slideLayout32.xml"/><Relationship Id="rId11" Type="http://schemas.openxmlformats.org/officeDocument/2006/relationships/slideLayout" Target="../slideLayouts/slideLayout37.xml"/><Relationship Id="rId5" Type="http://schemas.openxmlformats.org/officeDocument/2006/relationships/slideLayout" Target="../slideLayouts/slideLayout31.xml"/><Relationship Id="rId10" Type="http://schemas.openxmlformats.org/officeDocument/2006/relationships/slideLayout" Target="../slideLayouts/slideLayout36.xml"/><Relationship Id="rId4" Type="http://schemas.openxmlformats.org/officeDocument/2006/relationships/slideLayout" Target="../slideLayouts/slideLayout30.xml"/><Relationship Id="rId9" Type="http://schemas.openxmlformats.org/officeDocument/2006/relationships/slideLayout" Target="../slideLayouts/slideLayout35.xml"/></Relationships>
</file>

<file path=ppt/slideMasters/_rels/slideMaster4.xml.rels><?xml version="1.0" encoding="UTF-8" standalone="yes"?>
<Relationships xmlns="http://schemas.openxmlformats.org/package/2006/relationships"><Relationship Id="rId8" Type="http://schemas.openxmlformats.org/officeDocument/2006/relationships/slideLayout" Target="../slideLayouts/slideLayout45.xml"/><Relationship Id="rId3" Type="http://schemas.openxmlformats.org/officeDocument/2006/relationships/slideLayout" Target="../slideLayouts/slideLayout40.xml"/><Relationship Id="rId7" Type="http://schemas.openxmlformats.org/officeDocument/2006/relationships/slideLayout" Target="../slideLayouts/slideLayout44.xml"/><Relationship Id="rId2" Type="http://schemas.openxmlformats.org/officeDocument/2006/relationships/slideLayout" Target="../slideLayouts/slideLayout39.xml"/><Relationship Id="rId1" Type="http://schemas.openxmlformats.org/officeDocument/2006/relationships/slideLayout" Target="../slideLayouts/slideLayout38.xml"/><Relationship Id="rId6" Type="http://schemas.openxmlformats.org/officeDocument/2006/relationships/slideLayout" Target="../slideLayouts/slideLayout43.xml"/><Relationship Id="rId5" Type="http://schemas.openxmlformats.org/officeDocument/2006/relationships/slideLayout" Target="../slideLayouts/slideLayout42.xml"/><Relationship Id="rId4" Type="http://schemas.openxmlformats.org/officeDocument/2006/relationships/slideLayout" Target="../slideLayouts/slideLayout41.xml"/><Relationship Id="rId9" Type="http://schemas.openxmlformats.org/officeDocument/2006/relationships/theme" Target="../theme/theme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9"/>
        <p:cNvGrpSpPr/>
        <p:nvPr/>
      </p:nvGrpSpPr>
      <p:grpSpPr>
        <a:xfrm>
          <a:off x="0" y="0"/>
          <a:ext cx="0" cy="0"/>
          <a:chOff x="0" y="0"/>
          <a:chExt cx="0" cy="0"/>
        </a:xfrm>
      </p:grpSpPr>
      <p:sp>
        <p:nvSpPr>
          <p:cNvPr id="10" name="Google Shape;10;p145"/>
          <p:cNvSpPr txBox="1">
            <a:spLocks noGrp="1"/>
          </p:cNvSpPr>
          <p:nvPr>
            <p:ph type="title"/>
          </p:nvPr>
        </p:nvSpPr>
        <p:spPr>
          <a:xfrm>
            <a:off x="609441" y="274639"/>
            <a:ext cx="10969943" cy="711081"/>
          </a:xfrm>
          <a:prstGeom prst="rect">
            <a:avLst/>
          </a:prstGeom>
          <a:noFill/>
          <a:ln>
            <a:noFill/>
          </a:ln>
        </p:spPr>
        <p:txBody>
          <a:bodyPr spcFirstLastPara="1" wrap="square" lIns="0" tIns="60925" rIns="0" bIns="60925" anchor="ctr" anchorCtr="0">
            <a:normAutofit/>
          </a:bodyPr>
          <a:lstStyle>
            <a:lvl1pPr marR="0" lvl="0" algn="l" rtl="0">
              <a:spcBef>
                <a:spcPts val="0"/>
              </a:spcBef>
              <a:spcAft>
                <a:spcPts val="0"/>
              </a:spcAft>
              <a:buClr>
                <a:schemeClr val="accent1"/>
              </a:buClr>
              <a:buSzPts val="3600"/>
              <a:buFont typeface="Quattrocento Sans"/>
              <a:buNone/>
              <a:defRPr sz="3600" b="1" i="0" u="none" strike="noStrike" cap="none">
                <a:solidFill>
                  <a:schemeClr val="accent1"/>
                </a:solidFill>
                <a:latin typeface="Quattrocento Sans"/>
                <a:ea typeface="Quattrocento Sans"/>
                <a:cs typeface="Quattrocento Sans"/>
                <a:sym typeface="Quattrocento Sans"/>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11" name="Google Shape;11;p145"/>
          <p:cNvSpPr txBox="1">
            <a:spLocks noGrp="1"/>
          </p:cNvSpPr>
          <p:nvPr>
            <p:ph type="body" idx="1"/>
          </p:nvPr>
        </p:nvSpPr>
        <p:spPr>
          <a:xfrm>
            <a:off x="609441" y="1138425"/>
            <a:ext cx="10969943" cy="4987739"/>
          </a:xfrm>
          <a:prstGeom prst="rect">
            <a:avLst/>
          </a:prstGeom>
          <a:noFill/>
          <a:ln>
            <a:noFill/>
          </a:ln>
        </p:spPr>
        <p:txBody>
          <a:bodyPr spcFirstLastPara="1" wrap="square" lIns="0" tIns="60925" rIns="0" bIns="60925" anchor="t" anchorCtr="0">
            <a:normAutofit/>
          </a:bodyPr>
          <a:lstStyle>
            <a:lvl1pPr marL="457200" marR="0" lvl="0" indent="-457200" algn="l" rtl="0">
              <a:spcBef>
                <a:spcPts val="720"/>
              </a:spcBef>
              <a:spcAft>
                <a:spcPts val="0"/>
              </a:spcAft>
              <a:buClr>
                <a:schemeClr val="dk1"/>
              </a:buClr>
              <a:buSzPts val="3600"/>
              <a:buFont typeface="Arial"/>
              <a:buChar char="•"/>
              <a:defRPr sz="3600" b="0" i="0" u="none" strike="noStrike" cap="none">
                <a:solidFill>
                  <a:schemeClr val="dk1"/>
                </a:solidFill>
                <a:latin typeface="Quattrocento Sans"/>
                <a:ea typeface="Quattrocento Sans"/>
                <a:cs typeface="Quattrocento Sans"/>
                <a:sym typeface="Quattrocento Sans"/>
              </a:defRPr>
            </a:lvl1pPr>
            <a:lvl2pPr marL="914400" marR="0" lvl="1" indent="-431800" algn="l" rtl="0">
              <a:spcBef>
                <a:spcPts val="640"/>
              </a:spcBef>
              <a:spcAft>
                <a:spcPts val="0"/>
              </a:spcAft>
              <a:buClr>
                <a:schemeClr val="dk1"/>
              </a:buClr>
              <a:buSzPts val="3200"/>
              <a:buFont typeface="Arial"/>
              <a:buChar char="–"/>
              <a:defRPr sz="3200" b="0" i="0" u="none" strike="noStrike" cap="none">
                <a:solidFill>
                  <a:schemeClr val="dk1"/>
                </a:solidFill>
                <a:latin typeface="Quattrocento Sans"/>
                <a:ea typeface="Quattrocento Sans"/>
                <a:cs typeface="Quattrocento Sans"/>
                <a:sym typeface="Quattrocento Sans"/>
              </a:defRPr>
            </a:lvl2pPr>
            <a:lvl3pPr marL="1371600" marR="0" lvl="2" indent="-381000" algn="l" rtl="0">
              <a:spcBef>
                <a:spcPts val="480"/>
              </a:spcBef>
              <a:spcAft>
                <a:spcPts val="0"/>
              </a:spcAft>
              <a:buClr>
                <a:schemeClr val="dk1"/>
              </a:buClr>
              <a:buSzPts val="2400"/>
              <a:buFont typeface="Arial"/>
              <a:buChar char="•"/>
              <a:defRPr sz="2400" b="0" i="0" u="none" strike="noStrike" cap="none">
                <a:solidFill>
                  <a:schemeClr val="dk1"/>
                </a:solidFill>
                <a:latin typeface="Quattrocento Sans"/>
                <a:ea typeface="Quattrocento Sans"/>
                <a:cs typeface="Quattrocento Sans"/>
                <a:sym typeface="Quattrocento Sans"/>
              </a:defRPr>
            </a:lvl3pPr>
            <a:lvl4pPr marL="1828800" marR="0" lvl="3" indent="-355600" algn="l" rtl="0">
              <a:spcBef>
                <a:spcPts val="400"/>
              </a:spcBef>
              <a:spcAft>
                <a:spcPts val="0"/>
              </a:spcAft>
              <a:buClr>
                <a:schemeClr val="dk1"/>
              </a:buClr>
              <a:buSzPts val="2000"/>
              <a:buFont typeface="Arial"/>
              <a:buChar char="–"/>
              <a:defRPr sz="2000" b="0" i="0" u="none" strike="noStrike" cap="none">
                <a:solidFill>
                  <a:schemeClr val="dk1"/>
                </a:solidFill>
                <a:latin typeface="Quattrocento Sans"/>
                <a:ea typeface="Quattrocento Sans"/>
                <a:cs typeface="Quattrocento Sans"/>
                <a:sym typeface="Quattrocento Sans"/>
              </a:defRPr>
            </a:lvl4pPr>
            <a:lvl5pPr marL="2286000" marR="0" lvl="4" indent="-355600" algn="l" rtl="0">
              <a:spcBef>
                <a:spcPts val="400"/>
              </a:spcBef>
              <a:spcAft>
                <a:spcPts val="0"/>
              </a:spcAft>
              <a:buClr>
                <a:schemeClr val="dk1"/>
              </a:buClr>
              <a:buSzPts val="2000"/>
              <a:buFont typeface="Arial"/>
              <a:buChar char="»"/>
              <a:defRPr sz="2000" b="0" i="0" u="none" strike="noStrike" cap="none">
                <a:solidFill>
                  <a:schemeClr val="dk1"/>
                </a:solidFill>
                <a:latin typeface="Quattrocento Sans"/>
                <a:ea typeface="Quattrocento Sans"/>
                <a:cs typeface="Quattrocento Sans"/>
                <a:sym typeface="Quattrocento Sans"/>
              </a:defRPr>
            </a:lvl5pPr>
            <a:lvl6pPr marL="2743200" marR="0" lvl="5" indent="-400050" algn="l" rtl="0">
              <a:spcBef>
                <a:spcPts val="540"/>
              </a:spcBef>
              <a:spcAft>
                <a:spcPts val="0"/>
              </a:spcAft>
              <a:buClr>
                <a:schemeClr val="dk1"/>
              </a:buClr>
              <a:buSzPts val="2700"/>
              <a:buFont typeface="Arial"/>
              <a:buChar char="•"/>
              <a:defRPr sz="2700" b="0" i="0" u="none" strike="noStrike" cap="none">
                <a:solidFill>
                  <a:schemeClr val="dk1"/>
                </a:solidFill>
                <a:latin typeface="Quattrocento Sans"/>
                <a:ea typeface="Quattrocento Sans"/>
                <a:cs typeface="Quattrocento Sans"/>
                <a:sym typeface="Quattrocento Sans"/>
              </a:defRPr>
            </a:lvl6pPr>
            <a:lvl7pPr marL="3200400" marR="0" lvl="6" indent="-400050" algn="l" rtl="0">
              <a:spcBef>
                <a:spcPts val="540"/>
              </a:spcBef>
              <a:spcAft>
                <a:spcPts val="0"/>
              </a:spcAft>
              <a:buClr>
                <a:schemeClr val="dk1"/>
              </a:buClr>
              <a:buSzPts val="2700"/>
              <a:buFont typeface="Arial"/>
              <a:buChar char="•"/>
              <a:defRPr sz="2700" b="0" i="0" u="none" strike="noStrike" cap="none">
                <a:solidFill>
                  <a:schemeClr val="dk1"/>
                </a:solidFill>
                <a:latin typeface="Quattrocento Sans"/>
                <a:ea typeface="Quattrocento Sans"/>
                <a:cs typeface="Quattrocento Sans"/>
                <a:sym typeface="Quattrocento Sans"/>
              </a:defRPr>
            </a:lvl7pPr>
            <a:lvl8pPr marL="3657600" marR="0" lvl="7" indent="-400050" algn="l" rtl="0">
              <a:spcBef>
                <a:spcPts val="540"/>
              </a:spcBef>
              <a:spcAft>
                <a:spcPts val="0"/>
              </a:spcAft>
              <a:buClr>
                <a:schemeClr val="dk1"/>
              </a:buClr>
              <a:buSzPts val="2700"/>
              <a:buFont typeface="Arial"/>
              <a:buChar char="•"/>
              <a:defRPr sz="2700" b="0" i="0" u="none" strike="noStrike" cap="none">
                <a:solidFill>
                  <a:schemeClr val="dk1"/>
                </a:solidFill>
                <a:latin typeface="Quattrocento Sans"/>
                <a:ea typeface="Quattrocento Sans"/>
                <a:cs typeface="Quattrocento Sans"/>
                <a:sym typeface="Quattrocento Sans"/>
              </a:defRPr>
            </a:lvl8pPr>
            <a:lvl9pPr marL="4114800" marR="0" lvl="8" indent="-400050" algn="l" rtl="0">
              <a:spcBef>
                <a:spcPts val="540"/>
              </a:spcBef>
              <a:spcAft>
                <a:spcPts val="0"/>
              </a:spcAft>
              <a:buClr>
                <a:schemeClr val="dk1"/>
              </a:buClr>
              <a:buSzPts val="2700"/>
              <a:buFont typeface="Arial"/>
              <a:buChar char="•"/>
              <a:defRPr sz="2700" b="0" i="0" u="none" strike="noStrike" cap="none">
                <a:solidFill>
                  <a:schemeClr val="dk1"/>
                </a:solidFill>
                <a:latin typeface="Quattrocento Sans"/>
                <a:ea typeface="Quattrocento Sans"/>
                <a:cs typeface="Quattrocento Sans"/>
                <a:sym typeface="Quattrocento Sans"/>
              </a:defRPr>
            </a:lvl9pPr>
          </a:lstStyle>
          <a:p>
            <a:endParaRPr/>
          </a:p>
        </p:txBody>
      </p:sp>
      <p:sp>
        <p:nvSpPr>
          <p:cNvPr id="12" name="Google Shape;12;p145"/>
          <p:cNvSpPr txBox="1">
            <a:spLocks noGrp="1"/>
          </p:cNvSpPr>
          <p:nvPr>
            <p:ph type="dt" idx="10"/>
          </p:nvPr>
        </p:nvSpPr>
        <p:spPr>
          <a:xfrm>
            <a:off x="609441" y="6356351"/>
            <a:ext cx="2844059" cy="365125"/>
          </a:xfrm>
          <a:prstGeom prst="rect">
            <a:avLst/>
          </a:prstGeom>
          <a:noFill/>
          <a:ln>
            <a:noFill/>
          </a:ln>
        </p:spPr>
        <p:txBody>
          <a:bodyPr spcFirstLastPara="1" wrap="square" lIns="0" tIns="60925" rIns="0" bIns="60925" anchor="ctr" anchorCtr="0">
            <a:noAutofit/>
          </a:bodyPr>
          <a:lstStyle>
            <a:lvl1pPr marR="0" lvl="0" algn="l" rtl="0">
              <a:spcBef>
                <a:spcPts val="0"/>
              </a:spcBef>
              <a:spcAft>
                <a:spcPts val="0"/>
              </a:spcAft>
              <a:buSzPts val="1400"/>
              <a:buNone/>
              <a:defRPr sz="1600" b="0" i="0" u="none" strike="noStrike" cap="none">
                <a:solidFill>
                  <a:srgbClr val="918E8D"/>
                </a:solidFill>
                <a:latin typeface="Quattrocento Sans"/>
                <a:ea typeface="Quattrocento Sans"/>
                <a:cs typeface="Quattrocento Sans"/>
                <a:sym typeface="Quattrocento Sans"/>
              </a:defRPr>
            </a:lvl1pPr>
            <a:lvl2pPr marR="0" lvl="1" algn="l" rtl="0">
              <a:spcBef>
                <a:spcPts val="0"/>
              </a:spcBef>
              <a:spcAft>
                <a:spcPts val="0"/>
              </a:spcAft>
              <a:buSzPts val="1400"/>
              <a:buNone/>
              <a:defRPr sz="2400" b="0" i="0" u="none" strike="noStrike" cap="none">
                <a:solidFill>
                  <a:schemeClr val="dk1"/>
                </a:solidFill>
                <a:latin typeface="Quattrocento Sans"/>
                <a:ea typeface="Quattrocento Sans"/>
                <a:cs typeface="Quattrocento Sans"/>
                <a:sym typeface="Quattrocento Sans"/>
              </a:defRPr>
            </a:lvl2pPr>
            <a:lvl3pPr marR="0" lvl="2" algn="l" rtl="0">
              <a:spcBef>
                <a:spcPts val="0"/>
              </a:spcBef>
              <a:spcAft>
                <a:spcPts val="0"/>
              </a:spcAft>
              <a:buSzPts val="1400"/>
              <a:buNone/>
              <a:defRPr sz="2400" b="0" i="0" u="none" strike="noStrike" cap="none">
                <a:solidFill>
                  <a:schemeClr val="dk1"/>
                </a:solidFill>
                <a:latin typeface="Quattrocento Sans"/>
                <a:ea typeface="Quattrocento Sans"/>
                <a:cs typeface="Quattrocento Sans"/>
                <a:sym typeface="Quattrocento Sans"/>
              </a:defRPr>
            </a:lvl3pPr>
            <a:lvl4pPr marR="0" lvl="3" algn="l" rtl="0">
              <a:spcBef>
                <a:spcPts val="0"/>
              </a:spcBef>
              <a:spcAft>
                <a:spcPts val="0"/>
              </a:spcAft>
              <a:buSzPts val="1400"/>
              <a:buNone/>
              <a:defRPr sz="2400" b="0" i="0" u="none" strike="noStrike" cap="none">
                <a:solidFill>
                  <a:schemeClr val="dk1"/>
                </a:solidFill>
                <a:latin typeface="Quattrocento Sans"/>
                <a:ea typeface="Quattrocento Sans"/>
                <a:cs typeface="Quattrocento Sans"/>
                <a:sym typeface="Quattrocento Sans"/>
              </a:defRPr>
            </a:lvl4pPr>
            <a:lvl5pPr marR="0" lvl="4" algn="l" rtl="0">
              <a:spcBef>
                <a:spcPts val="0"/>
              </a:spcBef>
              <a:spcAft>
                <a:spcPts val="0"/>
              </a:spcAft>
              <a:buSzPts val="1400"/>
              <a:buNone/>
              <a:defRPr sz="2400" b="0" i="0" u="none" strike="noStrike" cap="none">
                <a:solidFill>
                  <a:schemeClr val="dk1"/>
                </a:solidFill>
                <a:latin typeface="Quattrocento Sans"/>
                <a:ea typeface="Quattrocento Sans"/>
                <a:cs typeface="Quattrocento Sans"/>
                <a:sym typeface="Quattrocento Sans"/>
              </a:defRPr>
            </a:lvl5pPr>
            <a:lvl6pPr marR="0" lvl="5" algn="l" rtl="0">
              <a:spcBef>
                <a:spcPts val="0"/>
              </a:spcBef>
              <a:spcAft>
                <a:spcPts val="0"/>
              </a:spcAft>
              <a:buSzPts val="1400"/>
              <a:buNone/>
              <a:defRPr sz="2400" b="0" i="0" u="none" strike="noStrike" cap="none">
                <a:solidFill>
                  <a:schemeClr val="dk1"/>
                </a:solidFill>
                <a:latin typeface="Quattrocento Sans"/>
                <a:ea typeface="Quattrocento Sans"/>
                <a:cs typeface="Quattrocento Sans"/>
                <a:sym typeface="Quattrocento Sans"/>
              </a:defRPr>
            </a:lvl6pPr>
            <a:lvl7pPr marR="0" lvl="6" algn="l" rtl="0">
              <a:spcBef>
                <a:spcPts val="0"/>
              </a:spcBef>
              <a:spcAft>
                <a:spcPts val="0"/>
              </a:spcAft>
              <a:buSzPts val="1400"/>
              <a:buNone/>
              <a:defRPr sz="2400" b="0" i="0" u="none" strike="noStrike" cap="none">
                <a:solidFill>
                  <a:schemeClr val="dk1"/>
                </a:solidFill>
                <a:latin typeface="Quattrocento Sans"/>
                <a:ea typeface="Quattrocento Sans"/>
                <a:cs typeface="Quattrocento Sans"/>
                <a:sym typeface="Quattrocento Sans"/>
              </a:defRPr>
            </a:lvl7pPr>
            <a:lvl8pPr marR="0" lvl="7" algn="l" rtl="0">
              <a:spcBef>
                <a:spcPts val="0"/>
              </a:spcBef>
              <a:spcAft>
                <a:spcPts val="0"/>
              </a:spcAft>
              <a:buSzPts val="1400"/>
              <a:buNone/>
              <a:defRPr sz="2400" b="0" i="0" u="none" strike="noStrike" cap="none">
                <a:solidFill>
                  <a:schemeClr val="dk1"/>
                </a:solidFill>
                <a:latin typeface="Quattrocento Sans"/>
                <a:ea typeface="Quattrocento Sans"/>
                <a:cs typeface="Quattrocento Sans"/>
                <a:sym typeface="Quattrocento Sans"/>
              </a:defRPr>
            </a:lvl8pPr>
            <a:lvl9pPr marR="0" lvl="8" algn="l" rtl="0">
              <a:spcBef>
                <a:spcPts val="0"/>
              </a:spcBef>
              <a:spcAft>
                <a:spcPts val="0"/>
              </a:spcAft>
              <a:buSzPts val="1400"/>
              <a:buNone/>
              <a:defRPr sz="2400" b="0" i="0" u="none" strike="noStrike" cap="none">
                <a:solidFill>
                  <a:schemeClr val="dk1"/>
                </a:solidFill>
                <a:latin typeface="Quattrocento Sans"/>
                <a:ea typeface="Quattrocento Sans"/>
                <a:cs typeface="Quattrocento Sans"/>
                <a:sym typeface="Quattrocento Sans"/>
              </a:defRPr>
            </a:lvl9pPr>
          </a:lstStyle>
          <a:p>
            <a:endParaRPr/>
          </a:p>
        </p:txBody>
      </p:sp>
      <p:sp>
        <p:nvSpPr>
          <p:cNvPr id="13" name="Google Shape;13;p145"/>
          <p:cNvSpPr txBox="1">
            <a:spLocks noGrp="1"/>
          </p:cNvSpPr>
          <p:nvPr>
            <p:ph type="ftr" idx="11"/>
          </p:nvPr>
        </p:nvSpPr>
        <p:spPr>
          <a:xfrm>
            <a:off x="4164515" y="6356351"/>
            <a:ext cx="3859795" cy="365125"/>
          </a:xfrm>
          <a:prstGeom prst="rect">
            <a:avLst/>
          </a:prstGeom>
          <a:noFill/>
          <a:ln>
            <a:noFill/>
          </a:ln>
        </p:spPr>
        <p:txBody>
          <a:bodyPr spcFirstLastPara="1" wrap="square" lIns="0" tIns="60925" rIns="0" bIns="60925" anchor="ctr" anchorCtr="0">
            <a:noAutofit/>
          </a:bodyPr>
          <a:lstStyle>
            <a:lvl1pPr marR="0" lvl="0" algn="ctr" rtl="0">
              <a:spcBef>
                <a:spcPts val="0"/>
              </a:spcBef>
              <a:spcAft>
                <a:spcPts val="0"/>
              </a:spcAft>
              <a:buSzPts val="1400"/>
              <a:buNone/>
              <a:defRPr sz="1600" b="0" i="0" u="none" strike="noStrike" cap="none">
                <a:solidFill>
                  <a:srgbClr val="918E8D"/>
                </a:solidFill>
                <a:latin typeface="Quattrocento Sans"/>
                <a:ea typeface="Quattrocento Sans"/>
                <a:cs typeface="Quattrocento Sans"/>
                <a:sym typeface="Quattrocento Sans"/>
              </a:defRPr>
            </a:lvl1pPr>
            <a:lvl2pPr marR="0" lvl="1" algn="l" rtl="0">
              <a:spcBef>
                <a:spcPts val="0"/>
              </a:spcBef>
              <a:spcAft>
                <a:spcPts val="0"/>
              </a:spcAft>
              <a:buSzPts val="1400"/>
              <a:buNone/>
              <a:defRPr sz="2400" b="0" i="0" u="none" strike="noStrike" cap="none">
                <a:solidFill>
                  <a:schemeClr val="dk1"/>
                </a:solidFill>
                <a:latin typeface="Quattrocento Sans"/>
                <a:ea typeface="Quattrocento Sans"/>
                <a:cs typeface="Quattrocento Sans"/>
                <a:sym typeface="Quattrocento Sans"/>
              </a:defRPr>
            </a:lvl2pPr>
            <a:lvl3pPr marR="0" lvl="2" algn="l" rtl="0">
              <a:spcBef>
                <a:spcPts val="0"/>
              </a:spcBef>
              <a:spcAft>
                <a:spcPts val="0"/>
              </a:spcAft>
              <a:buSzPts val="1400"/>
              <a:buNone/>
              <a:defRPr sz="2400" b="0" i="0" u="none" strike="noStrike" cap="none">
                <a:solidFill>
                  <a:schemeClr val="dk1"/>
                </a:solidFill>
                <a:latin typeface="Quattrocento Sans"/>
                <a:ea typeface="Quattrocento Sans"/>
                <a:cs typeface="Quattrocento Sans"/>
                <a:sym typeface="Quattrocento Sans"/>
              </a:defRPr>
            </a:lvl3pPr>
            <a:lvl4pPr marR="0" lvl="3" algn="l" rtl="0">
              <a:spcBef>
                <a:spcPts val="0"/>
              </a:spcBef>
              <a:spcAft>
                <a:spcPts val="0"/>
              </a:spcAft>
              <a:buSzPts val="1400"/>
              <a:buNone/>
              <a:defRPr sz="2400" b="0" i="0" u="none" strike="noStrike" cap="none">
                <a:solidFill>
                  <a:schemeClr val="dk1"/>
                </a:solidFill>
                <a:latin typeface="Quattrocento Sans"/>
                <a:ea typeface="Quattrocento Sans"/>
                <a:cs typeface="Quattrocento Sans"/>
                <a:sym typeface="Quattrocento Sans"/>
              </a:defRPr>
            </a:lvl4pPr>
            <a:lvl5pPr marR="0" lvl="4" algn="l" rtl="0">
              <a:spcBef>
                <a:spcPts val="0"/>
              </a:spcBef>
              <a:spcAft>
                <a:spcPts val="0"/>
              </a:spcAft>
              <a:buSzPts val="1400"/>
              <a:buNone/>
              <a:defRPr sz="2400" b="0" i="0" u="none" strike="noStrike" cap="none">
                <a:solidFill>
                  <a:schemeClr val="dk1"/>
                </a:solidFill>
                <a:latin typeface="Quattrocento Sans"/>
                <a:ea typeface="Quattrocento Sans"/>
                <a:cs typeface="Quattrocento Sans"/>
                <a:sym typeface="Quattrocento Sans"/>
              </a:defRPr>
            </a:lvl5pPr>
            <a:lvl6pPr marR="0" lvl="5" algn="l" rtl="0">
              <a:spcBef>
                <a:spcPts val="0"/>
              </a:spcBef>
              <a:spcAft>
                <a:spcPts val="0"/>
              </a:spcAft>
              <a:buSzPts val="1400"/>
              <a:buNone/>
              <a:defRPr sz="2400" b="0" i="0" u="none" strike="noStrike" cap="none">
                <a:solidFill>
                  <a:schemeClr val="dk1"/>
                </a:solidFill>
                <a:latin typeface="Quattrocento Sans"/>
                <a:ea typeface="Quattrocento Sans"/>
                <a:cs typeface="Quattrocento Sans"/>
                <a:sym typeface="Quattrocento Sans"/>
              </a:defRPr>
            </a:lvl6pPr>
            <a:lvl7pPr marR="0" lvl="6" algn="l" rtl="0">
              <a:spcBef>
                <a:spcPts val="0"/>
              </a:spcBef>
              <a:spcAft>
                <a:spcPts val="0"/>
              </a:spcAft>
              <a:buSzPts val="1400"/>
              <a:buNone/>
              <a:defRPr sz="2400" b="0" i="0" u="none" strike="noStrike" cap="none">
                <a:solidFill>
                  <a:schemeClr val="dk1"/>
                </a:solidFill>
                <a:latin typeface="Quattrocento Sans"/>
                <a:ea typeface="Quattrocento Sans"/>
                <a:cs typeface="Quattrocento Sans"/>
                <a:sym typeface="Quattrocento Sans"/>
              </a:defRPr>
            </a:lvl7pPr>
            <a:lvl8pPr marR="0" lvl="7" algn="l" rtl="0">
              <a:spcBef>
                <a:spcPts val="0"/>
              </a:spcBef>
              <a:spcAft>
                <a:spcPts val="0"/>
              </a:spcAft>
              <a:buSzPts val="1400"/>
              <a:buNone/>
              <a:defRPr sz="2400" b="0" i="0" u="none" strike="noStrike" cap="none">
                <a:solidFill>
                  <a:schemeClr val="dk1"/>
                </a:solidFill>
                <a:latin typeface="Quattrocento Sans"/>
                <a:ea typeface="Quattrocento Sans"/>
                <a:cs typeface="Quattrocento Sans"/>
                <a:sym typeface="Quattrocento Sans"/>
              </a:defRPr>
            </a:lvl8pPr>
            <a:lvl9pPr marR="0" lvl="8" algn="l" rtl="0">
              <a:spcBef>
                <a:spcPts val="0"/>
              </a:spcBef>
              <a:spcAft>
                <a:spcPts val="0"/>
              </a:spcAft>
              <a:buSzPts val="1400"/>
              <a:buNone/>
              <a:defRPr sz="2400" b="0" i="0" u="none" strike="noStrike" cap="none">
                <a:solidFill>
                  <a:schemeClr val="dk1"/>
                </a:solidFill>
                <a:latin typeface="Quattrocento Sans"/>
                <a:ea typeface="Quattrocento Sans"/>
                <a:cs typeface="Quattrocento Sans"/>
                <a:sym typeface="Quattrocento Sans"/>
              </a:defRPr>
            </a:lvl9pPr>
          </a:lstStyle>
          <a:p>
            <a:endParaRPr/>
          </a:p>
        </p:txBody>
      </p:sp>
      <p:sp>
        <p:nvSpPr>
          <p:cNvPr id="14" name="Google Shape;14;p145"/>
          <p:cNvSpPr txBox="1">
            <a:spLocks noGrp="1"/>
          </p:cNvSpPr>
          <p:nvPr>
            <p:ph type="sldNum" idx="12"/>
          </p:nvPr>
        </p:nvSpPr>
        <p:spPr>
          <a:xfrm>
            <a:off x="8735325" y="6356351"/>
            <a:ext cx="2844059" cy="365125"/>
          </a:xfrm>
          <a:prstGeom prst="rect">
            <a:avLst/>
          </a:prstGeom>
          <a:noFill/>
          <a:ln>
            <a:noFill/>
          </a:ln>
        </p:spPr>
        <p:txBody>
          <a:bodyPr spcFirstLastPara="1" wrap="square" lIns="0" tIns="60925" rIns="0" bIns="60925" anchor="ctr" anchorCtr="0">
            <a:noAutofit/>
          </a:bodyPr>
          <a:lstStyle>
            <a:lvl1pPr marL="0" marR="0" lvl="0" indent="0" algn="r" rtl="0">
              <a:spcBef>
                <a:spcPts val="0"/>
              </a:spcBef>
              <a:buNone/>
              <a:defRPr sz="1600" b="0" i="0" u="none" strike="noStrike" cap="none">
                <a:solidFill>
                  <a:srgbClr val="918E8D"/>
                </a:solidFill>
                <a:latin typeface="Quattrocento Sans"/>
                <a:ea typeface="Quattrocento Sans"/>
                <a:cs typeface="Quattrocento Sans"/>
                <a:sym typeface="Quattrocento Sans"/>
              </a:defRPr>
            </a:lvl1pPr>
            <a:lvl2pPr marL="0" marR="0" lvl="1" indent="0" algn="r" rtl="0">
              <a:spcBef>
                <a:spcPts val="0"/>
              </a:spcBef>
              <a:buNone/>
              <a:defRPr sz="1600" b="0" i="0" u="none" strike="noStrike" cap="none">
                <a:solidFill>
                  <a:srgbClr val="918E8D"/>
                </a:solidFill>
                <a:latin typeface="Quattrocento Sans"/>
                <a:ea typeface="Quattrocento Sans"/>
                <a:cs typeface="Quattrocento Sans"/>
                <a:sym typeface="Quattrocento Sans"/>
              </a:defRPr>
            </a:lvl2pPr>
            <a:lvl3pPr marL="0" marR="0" lvl="2" indent="0" algn="r" rtl="0">
              <a:spcBef>
                <a:spcPts val="0"/>
              </a:spcBef>
              <a:buNone/>
              <a:defRPr sz="1600" b="0" i="0" u="none" strike="noStrike" cap="none">
                <a:solidFill>
                  <a:srgbClr val="918E8D"/>
                </a:solidFill>
                <a:latin typeface="Quattrocento Sans"/>
                <a:ea typeface="Quattrocento Sans"/>
                <a:cs typeface="Quattrocento Sans"/>
                <a:sym typeface="Quattrocento Sans"/>
              </a:defRPr>
            </a:lvl3pPr>
            <a:lvl4pPr marL="0" marR="0" lvl="3" indent="0" algn="r" rtl="0">
              <a:spcBef>
                <a:spcPts val="0"/>
              </a:spcBef>
              <a:buNone/>
              <a:defRPr sz="1600" b="0" i="0" u="none" strike="noStrike" cap="none">
                <a:solidFill>
                  <a:srgbClr val="918E8D"/>
                </a:solidFill>
                <a:latin typeface="Quattrocento Sans"/>
                <a:ea typeface="Quattrocento Sans"/>
                <a:cs typeface="Quattrocento Sans"/>
                <a:sym typeface="Quattrocento Sans"/>
              </a:defRPr>
            </a:lvl4pPr>
            <a:lvl5pPr marL="0" marR="0" lvl="4" indent="0" algn="r" rtl="0">
              <a:spcBef>
                <a:spcPts val="0"/>
              </a:spcBef>
              <a:buNone/>
              <a:defRPr sz="1600" b="0" i="0" u="none" strike="noStrike" cap="none">
                <a:solidFill>
                  <a:srgbClr val="918E8D"/>
                </a:solidFill>
                <a:latin typeface="Quattrocento Sans"/>
                <a:ea typeface="Quattrocento Sans"/>
                <a:cs typeface="Quattrocento Sans"/>
                <a:sym typeface="Quattrocento Sans"/>
              </a:defRPr>
            </a:lvl5pPr>
            <a:lvl6pPr marL="0" marR="0" lvl="5" indent="0" algn="r" rtl="0">
              <a:spcBef>
                <a:spcPts val="0"/>
              </a:spcBef>
              <a:buNone/>
              <a:defRPr sz="1600" b="0" i="0" u="none" strike="noStrike" cap="none">
                <a:solidFill>
                  <a:srgbClr val="918E8D"/>
                </a:solidFill>
                <a:latin typeface="Quattrocento Sans"/>
                <a:ea typeface="Quattrocento Sans"/>
                <a:cs typeface="Quattrocento Sans"/>
                <a:sym typeface="Quattrocento Sans"/>
              </a:defRPr>
            </a:lvl6pPr>
            <a:lvl7pPr marL="0" marR="0" lvl="6" indent="0" algn="r" rtl="0">
              <a:spcBef>
                <a:spcPts val="0"/>
              </a:spcBef>
              <a:buNone/>
              <a:defRPr sz="1600" b="0" i="0" u="none" strike="noStrike" cap="none">
                <a:solidFill>
                  <a:srgbClr val="918E8D"/>
                </a:solidFill>
                <a:latin typeface="Quattrocento Sans"/>
                <a:ea typeface="Quattrocento Sans"/>
                <a:cs typeface="Quattrocento Sans"/>
                <a:sym typeface="Quattrocento Sans"/>
              </a:defRPr>
            </a:lvl7pPr>
            <a:lvl8pPr marL="0" marR="0" lvl="7" indent="0" algn="r" rtl="0">
              <a:spcBef>
                <a:spcPts val="0"/>
              </a:spcBef>
              <a:buNone/>
              <a:defRPr sz="1600" b="0" i="0" u="none" strike="noStrike" cap="none">
                <a:solidFill>
                  <a:srgbClr val="918E8D"/>
                </a:solidFill>
                <a:latin typeface="Quattrocento Sans"/>
                <a:ea typeface="Quattrocento Sans"/>
                <a:cs typeface="Quattrocento Sans"/>
                <a:sym typeface="Quattrocento Sans"/>
              </a:defRPr>
            </a:lvl8pPr>
            <a:lvl9pPr marL="0" marR="0" lvl="8" indent="0" algn="r" rtl="0">
              <a:spcBef>
                <a:spcPts val="0"/>
              </a:spcBef>
              <a:buNone/>
              <a:defRPr sz="1600" b="0" i="0" u="none" strike="noStrike" cap="none">
                <a:solidFill>
                  <a:srgbClr val="918E8D"/>
                </a:solidFill>
                <a:latin typeface="Quattrocento Sans"/>
                <a:ea typeface="Quattrocento Sans"/>
                <a:cs typeface="Quattrocento Sans"/>
                <a:sym typeface="Quattrocento Sans"/>
              </a:defRPr>
            </a:lvl9pPr>
          </a:lstStyle>
          <a:p>
            <a:pPr marL="0" lvl="0" indent="0" algn="r" rtl="0">
              <a:spcBef>
                <a:spcPts val="0"/>
              </a:spcBef>
              <a:spcAft>
                <a:spcPts val="0"/>
              </a:spcAft>
              <a:buNone/>
            </a:pPr>
            <a:fld id="{00000000-1234-1234-1234-123412341234}" type="slidenum">
              <a:rPr lang="en-US"/>
              <a:t>‹#›</a:t>
            </a:fld>
            <a:endParaRPr/>
          </a:p>
        </p:txBody>
      </p:sp>
    </p:spTree>
  </p:cSld>
  <p:clrMap bg1="lt1" tx1="dk1" bg2="dk2" tx2="lt2" accent1="accent1" accent2="accent2" accent3="accent3" accent4="accent4" accent5="accent5" accent6="accent6" hlink="hlink" folHlink="folHlink"/>
  <p:sldLayoutIdLst>
    <p:sldLayoutId id="2147483649" r:id="rId1"/>
    <p:sldLayoutId id="2147483657" r:id="rId2"/>
    <p:sldLayoutId id="2147483658" r:id="rId3"/>
    <p:sldLayoutId id="2147483659" r:id="rId4"/>
    <p:sldLayoutId id="2147483660" r:id="rId5"/>
    <p:sldLayoutId id="2147483707" r:id="rId6"/>
    <p:sldLayoutId id="2147483744" r:id="rId7"/>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Pr>
        <a:solidFill>
          <a:srgbClr val="F1F1F1"/>
        </a:solidFill>
        <a:effectLst/>
      </p:bgPr>
    </p:bg>
    <p:spTree>
      <p:nvGrpSpPr>
        <p:cNvPr id="1" name="Shape 107"/>
        <p:cNvGrpSpPr/>
        <p:nvPr/>
      </p:nvGrpSpPr>
      <p:grpSpPr>
        <a:xfrm>
          <a:off x="0" y="0"/>
          <a:ext cx="0" cy="0"/>
          <a:chOff x="0" y="0"/>
          <a:chExt cx="0" cy="0"/>
        </a:xfrm>
      </p:grpSpPr>
      <p:sp>
        <p:nvSpPr>
          <p:cNvPr id="108" name="Google Shape;108;p153"/>
          <p:cNvSpPr txBox="1">
            <a:spLocks noGrp="1"/>
          </p:cNvSpPr>
          <p:nvPr>
            <p:ph type="title"/>
          </p:nvPr>
        </p:nvSpPr>
        <p:spPr>
          <a:xfrm>
            <a:off x="609441" y="274639"/>
            <a:ext cx="10969943" cy="711081"/>
          </a:xfrm>
          <a:prstGeom prst="rect">
            <a:avLst/>
          </a:prstGeom>
          <a:noFill/>
          <a:ln>
            <a:noFill/>
          </a:ln>
        </p:spPr>
        <p:txBody>
          <a:bodyPr spcFirstLastPara="1" wrap="square" lIns="121875" tIns="60925" rIns="121875" bIns="60925" anchor="ctr" anchorCtr="0">
            <a:normAutofit/>
          </a:bodyPr>
          <a:lstStyle>
            <a:lvl1pPr marR="0" lvl="0" algn="l" rtl="0">
              <a:spcBef>
                <a:spcPts val="0"/>
              </a:spcBef>
              <a:spcAft>
                <a:spcPts val="0"/>
              </a:spcAft>
              <a:buClr>
                <a:schemeClr val="dk1"/>
              </a:buClr>
              <a:buSzPts val="3600"/>
              <a:buFont typeface="Calibri"/>
              <a:buNone/>
              <a:defRPr sz="36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109" name="Google Shape;109;p153"/>
          <p:cNvSpPr txBox="1">
            <a:spLocks noGrp="1"/>
          </p:cNvSpPr>
          <p:nvPr>
            <p:ph type="body" idx="1"/>
          </p:nvPr>
        </p:nvSpPr>
        <p:spPr>
          <a:xfrm>
            <a:off x="609441" y="1138425"/>
            <a:ext cx="10969943" cy="4987739"/>
          </a:xfrm>
          <a:prstGeom prst="rect">
            <a:avLst/>
          </a:prstGeom>
          <a:noFill/>
          <a:ln>
            <a:noFill/>
          </a:ln>
        </p:spPr>
        <p:txBody>
          <a:bodyPr spcFirstLastPara="1" wrap="square" lIns="121875" tIns="60925" rIns="121875" bIns="60925" anchor="t" anchorCtr="0">
            <a:normAutofit/>
          </a:bodyPr>
          <a:lstStyle>
            <a:lvl1pPr marL="457200" marR="0" lvl="0" indent="-457200" algn="l" rtl="0">
              <a:spcBef>
                <a:spcPts val="720"/>
              </a:spcBef>
              <a:spcAft>
                <a:spcPts val="0"/>
              </a:spcAft>
              <a:buClr>
                <a:schemeClr val="dk1"/>
              </a:buClr>
              <a:buSzPts val="3600"/>
              <a:buFont typeface="Arial"/>
              <a:buChar char="•"/>
              <a:defRPr sz="3600" b="0" i="0" u="none" strike="noStrike" cap="none">
                <a:solidFill>
                  <a:schemeClr val="dk1"/>
                </a:solidFill>
                <a:latin typeface="Calibri"/>
                <a:ea typeface="Calibri"/>
                <a:cs typeface="Calibri"/>
                <a:sym typeface="Calibri"/>
              </a:defRPr>
            </a:lvl1pPr>
            <a:lvl2pPr marL="914400" marR="0" lvl="1" indent="-431800" algn="l" rtl="0">
              <a:spcBef>
                <a:spcPts val="640"/>
              </a:spcBef>
              <a:spcAft>
                <a:spcPts val="0"/>
              </a:spcAft>
              <a:buClr>
                <a:schemeClr val="dk1"/>
              </a:buClr>
              <a:buSzPts val="3200"/>
              <a:buFont typeface="Arial"/>
              <a:buChar char="–"/>
              <a:defRPr sz="3200" b="0" i="0" u="none" strike="noStrike" cap="none">
                <a:solidFill>
                  <a:schemeClr val="dk1"/>
                </a:solidFill>
                <a:latin typeface="Calibri"/>
                <a:ea typeface="Calibri"/>
                <a:cs typeface="Calibri"/>
                <a:sym typeface="Calibri"/>
              </a:defRPr>
            </a:lvl2pPr>
            <a:lvl3pPr marL="1371600" marR="0" lvl="2" indent="-381000" algn="l" rtl="0">
              <a:spcBef>
                <a:spcPts val="48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3pPr>
            <a:lvl4pPr marL="1828800" marR="0" lvl="3" indent="-355600" algn="l" rtl="0">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4pPr>
            <a:lvl5pPr marL="2286000" marR="0" lvl="4" indent="-355600" algn="l" rtl="0">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5pPr>
            <a:lvl6pPr marL="2743200" marR="0" lvl="5" indent="-400050" algn="l" rtl="0">
              <a:spcBef>
                <a:spcPts val="540"/>
              </a:spcBef>
              <a:spcAft>
                <a:spcPts val="0"/>
              </a:spcAft>
              <a:buClr>
                <a:schemeClr val="dk1"/>
              </a:buClr>
              <a:buSzPts val="2700"/>
              <a:buFont typeface="Arial"/>
              <a:buChar char="•"/>
              <a:defRPr sz="2700" b="0" i="0" u="none" strike="noStrike" cap="none">
                <a:solidFill>
                  <a:schemeClr val="dk1"/>
                </a:solidFill>
                <a:latin typeface="Calibri"/>
                <a:ea typeface="Calibri"/>
                <a:cs typeface="Calibri"/>
                <a:sym typeface="Calibri"/>
              </a:defRPr>
            </a:lvl6pPr>
            <a:lvl7pPr marL="3200400" marR="0" lvl="6" indent="-400050" algn="l" rtl="0">
              <a:spcBef>
                <a:spcPts val="540"/>
              </a:spcBef>
              <a:spcAft>
                <a:spcPts val="0"/>
              </a:spcAft>
              <a:buClr>
                <a:schemeClr val="dk1"/>
              </a:buClr>
              <a:buSzPts val="2700"/>
              <a:buFont typeface="Arial"/>
              <a:buChar char="•"/>
              <a:defRPr sz="2700" b="0" i="0" u="none" strike="noStrike" cap="none">
                <a:solidFill>
                  <a:schemeClr val="dk1"/>
                </a:solidFill>
                <a:latin typeface="Calibri"/>
                <a:ea typeface="Calibri"/>
                <a:cs typeface="Calibri"/>
                <a:sym typeface="Calibri"/>
              </a:defRPr>
            </a:lvl7pPr>
            <a:lvl8pPr marL="3657600" marR="0" lvl="7" indent="-400050" algn="l" rtl="0">
              <a:spcBef>
                <a:spcPts val="540"/>
              </a:spcBef>
              <a:spcAft>
                <a:spcPts val="0"/>
              </a:spcAft>
              <a:buClr>
                <a:schemeClr val="dk1"/>
              </a:buClr>
              <a:buSzPts val="2700"/>
              <a:buFont typeface="Arial"/>
              <a:buChar char="•"/>
              <a:defRPr sz="2700" b="0" i="0" u="none" strike="noStrike" cap="none">
                <a:solidFill>
                  <a:schemeClr val="dk1"/>
                </a:solidFill>
                <a:latin typeface="Calibri"/>
                <a:ea typeface="Calibri"/>
                <a:cs typeface="Calibri"/>
                <a:sym typeface="Calibri"/>
              </a:defRPr>
            </a:lvl8pPr>
            <a:lvl9pPr marL="4114800" marR="0" lvl="8" indent="-400050" algn="l" rtl="0">
              <a:spcBef>
                <a:spcPts val="540"/>
              </a:spcBef>
              <a:spcAft>
                <a:spcPts val="0"/>
              </a:spcAft>
              <a:buClr>
                <a:schemeClr val="dk1"/>
              </a:buClr>
              <a:buSzPts val="2700"/>
              <a:buFont typeface="Arial"/>
              <a:buChar char="•"/>
              <a:defRPr sz="2700" b="0" i="0" u="none" strike="noStrike" cap="none">
                <a:solidFill>
                  <a:schemeClr val="dk1"/>
                </a:solidFill>
                <a:latin typeface="Calibri"/>
                <a:ea typeface="Calibri"/>
                <a:cs typeface="Calibri"/>
                <a:sym typeface="Calibri"/>
              </a:defRPr>
            </a:lvl9pPr>
          </a:lstStyle>
          <a:p>
            <a:endParaRPr/>
          </a:p>
        </p:txBody>
      </p:sp>
      <p:sp>
        <p:nvSpPr>
          <p:cNvPr id="110" name="Google Shape;110;p153"/>
          <p:cNvSpPr txBox="1">
            <a:spLocks noGrp="1"/>
          </p:cNvSpPr>
          <p:nvPr>
            <p:ph type="dt" idx="10"/>
          </p:nvPr>
        </p:nvSpPr>
        <p:spPr>
          <a:xfrm>
            <a:off x="609441" y="6356351"/>
            <a:ext cx="2844059" cy="365125"/>
          </a:xfrm>
          <a:prstGeom prst="rect">
            <a:avLst/>
          </a:prstGeom>
          <a:noFill/>
          <a:ln>
            <a:noFill/>
          </a:ln>
        </p:spPr>
        <p:txBody>
          <a:bodyPr spcFirstLastPara="1" wrap="square" lIns="121875" tIns="60925" rIns="121875" bIns="60925" anchor="ctr" anchorCtr="0">
            <a:noAutofit/>
          </a:bodyPr>
          <a:lstStyle>
            <a:lvl1pPr marR="0" lvl="0" algn="l" rtl="0">
              <a:spcBef>
                <a:spcPts val="0"/>
              </a:spcBef>
              <a:spcAft>
                <a:spcPts val="0"/>
              </a:spcAft>
              <a:buSzPts val="1400"/>
              <a:buNone/>
              <a:defRPr sz="1600">
                <a:solidFill>
                  <a:srgbClr val="888888"/>
                </a:solidFill>
                <a:latin typeface="Calibri"/>
                <a:ea typeface="Calibri"/>
                <a:cs typeface="Calibri"/>
                <a:sym typeface="Calibri"/>
              </a:defRPr>
            </a:lvl1pPr>
            <a:lvl2pPr marR="0" lvl="1"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9pPr>
          </a:lstStyle>
          <a:p>
            <a:endParaRPr/>
          </a:p>
        </p:txBody>
      </p:sp>
      <p:sp>
        <p:nvSpPr>
          <p:cNvPr id="111" name="Google Shape;111;p153"/>
          <p:cNvSpPr txBox="1">
            <a:spLocks noGrp="1"/>
          </p:cNvSpPr>
          <p:nvPr>
            <p:ph type="ftr" idx="11"/>
          </p:nvPr>
        </p:nvSpPr>
        <p:spPr>
          <a:xfrm>
            <a:off x="4164515" y="6356351"/>
            <a:ext cx="3859795" cy="365125"/>
          </a:xfrm>
          <a:prstGeom prst="rect">
            <a:avLst/>
          </a:prstGeom>
          <a:noFill/>
          <a:ln>
            <a:noFill/>
          </a:ln>
        </p:spPr>
        <p:txBody>
          <a:bodyPr spcFirstLastPara="1" wrap="square" lIns="121875" tIns="60925" rIns="121875" bIns="60925" anchor="ctr" anchorCtr="0">
            <a:noAutofit/>
          </a:bodyPr>
          <a:lstStyle>
            <a:lvl1pPr marR="0" lvl="0" algn="ctr" rtl="0">
              <a:spcBef>
                <a:spcPts val="0"/>
              </a:spcBef>
              <a:spcAft>
                <a:spcPts val="0"/>
              </a:spcAft>
              <a:buSzPts val="1400"/>
              <a:buNone/>
              <a:defRPr sz="1600">
                <a:solidFill>
                  <a:srgbClr val="888888"/>
                </a:solidFill>
                <a:latin typeface="Calibri"/>
                <a:ea typeface="Calibri"/>
                <a:cs typeface="Calibri"/>
                <a:sym typeface="Calibri"/>
              </a:defRPr>
            </a:lvl1pPr>
            <a:lvl2pPr marR="0" lvl="1"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9pPr>
          </a:lstStyle>
          <a:p>
            <a:endParaRPr/>
          </a:p>
        </p:txBody>
      </p:sp>
      <p:sp>
        <p:nvSpPr>
          <p:cNvPr id="112" name="Google Shape;112;p153"/>
          <p:cNvSpPr txBox="1">
            <a:spLocks noGrp="1"/>
          </p:cNvSpPr>
          <p:nvPr>
            <p:ph type="sldNum" idx="12"/>
          </p:nvPr>
        </p:nvSpPr>
        <p:spPr>
          <a:xfrm>
            <a:off x="8735325" y="6356351"/>
            <a:ext cx="2844059" cy="365125"/>
          </a:xfrm>
          <a:prstGeom prst="rect">
            <a:avLst/>
          </a:prstGeom>
          <a:noFill/>
          <a:ln>
            <a:noFill/>
          </a:ln>
        </p:spPr>
        <p:txBody>
          <a:bodyPr spcFirstLastPara="1" wrap="square" lIns="121875" tIns="60925" rIns="121875" bIns="60925" anchor="ctr" anchorCtr="0">
            <a:noAutofit/>
          </a:bodyPr>
          <a:lstStyle>
            <a:lvl1pPr marL="0" marR="0" lvl="0" indent="0" algn="r" rtl="0">
              <a:spcBef>
                <a:spcPts val="0"/>
              </a:spcBef>
              <a:buNone/>
              <a:defRPr sz="1600">
                <a:solidFill>
                  <a:srgbClr val="888888"/>
                </a:solidFill>
                <a:latin typeface="Calibri"/>
                <a:ea typeface="Calibri"/>
                <a:cs typeface="Calibri"/>
                <a:sym typeface="Calibri"/>
              </a:defRPr>
            </a:lvl1pPr>
            <a:lvl2pPr marL="0" marR="0" lvl="1" indent="0" algn="r" rtl="0">
              <a:spcBef>
                <a:spcPts val="0"/>
              </a:spcBef>
              <a:buNone/>
              <a:defRPr sz="1600">
                <a:solidFill>
                  <a:srgbClr val="888888"/>
                </a:solidFill>
                <a:latin typeface="Calibri"/>
                <a:ea typeface="Calibri"/>
                <a:cs typeface="Calibri"/>
                <a:sym typeface="Calibri"/>
              </a:defRPr>
            </a:lvl2pPr>
            <a:lvl3pPr marL="0" marR="0" lvl="2" indent="0" algn="r" rtl="0">
              <a:spcBef>
                <a:spcPts val="0"/>
              </a:spcBef>
              <a:buNone/>
              <a:defRPr sz="1600">
                <a:solidFill>
                  <a:srgbClr val="888888"/>
                </a:solidFill>
                <a:latin typeface="Calibri"/>
                <a:ea typeface="Calibri"/>
                <a:cs typeface="Calibri"/>
                <a:sym typeface="Calibri"/>
              </a:defRPr>
            </a:lvl3pPr>
            <a:lvl4pPr marL="0" marR="0" lvl="3" indent="0" algn="r" rtl="0">
              <a:spcBef>
                <a:spcPts val="0"/>
              </a:spcBef>
              <a:buNone/>
              <a:defRPr sz="1600">
                <a:solidFill>
                  <a:srgbClr val="888888"/>
                </a:solidFill>
                <a:latin typeface="Calibri"/>
                <a:ea typeface="Calibri"/>
                <a:cs typeface="Calibri"/>
                <a:sym typeface="Calibri"/>
              </a:defRPr>
            </a:lvl4pPr>
            <a:lvl5pPr marL="0" marR="0" lvl="4" indent="0" algn="r" rtl="0">
              <a:spcBef>
                <a:spcPts val="0"/>
              </a:spcBef>
              <a:buNone/>
              <a:defRPr sz="1600">
                <a:solidFill>
                  <a:srgbClr val="888888"/>
                </a:solidFill>
                <a:latin typeface="Calibri"/>
                <a:ea typeface="Calibri"/>
                <a:cs typeface="Calibri"/>
                <a:sym typeface="Calibri"/>
              </a:defRPr>
            </a:lvl5pPr>
            <a:lvl6pPr marL="0" marR="0" lvl="5" indent="0" algn="r" rtl="0">
              <a:spcBef>
                <a:spcPts val="0"/>
              </a:spcBef>
              <a:buNone/>
              <a:defRPr sz="1600">
                <a:solidFill>
                  <a:srgbClr val="888888"/>
                </a:solidFill>
                <a:latin typeface="Calibri"/>
                <a:ea typeface="Calibri"/>
                <a:cs typeface="Calibri"/>
                <a:sym typeface="Calibri"/>
              </a:defRPr>
            </a:lvl6pPr>
            <a:lvl7pPr marL="0" marR="0" lvl="6" indent="0" algn="r" rtl="0">
              <a:spcBef>
                <a:spcPts val="0"/>
              </a:spcBef>
              <a:buNone/>
              <a:defRPr sz="1600">
                <a:solidFill>
                  <a:srgbClr val="888888"/>
                </a:solidFill>
                <a:latin typeface="Calibri"/>
                <a:ea typeface="Calibri"/>
                <a:cs typeface="Calibri"/>
                <a:sym typeface="Calibri"/>
              </a:defRPr>
            </a:lvl7pPr>
            <a:lvl8pPr marL="0" marR="0" lvl="7" indent="0" algn="r" rtl="0">
              <a:spcBef>
                <a:spcPts val="0"/>
              </a:spcBef>
              <a:buNone/>
              <a:defRPr sz="1600">
                <a:solidFill>
                  <a:srgbClr val="888888"/>
                </a:solidFill>
                <a:latin typeface="Calibri"/>
                <a:ea typeface="Calibri"/>
                <a:cs typeface="Calibri"/>
                <a:sym typeface="Calibri"/>
              </a:defRPr>
            </a:lvl8pPr>
            <a:lvl9pPr marL="0" marR="0" lvl="8" indent="0" algn="r" rtl="0">
              <a:spcBef>
                <a:spcPts val="0"/>
              </a:spcBef>
              <a:buNone/>
              <a:defRPr sz="1600">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 bg1="lt1" tx1="dk1" bg2="dk2" tx2="lt2" accent1="accent1" accent2="accent2" accent3="accent3" accent4="accent4" accent5="accent5" accent6="accent6" hlink="hlink" folHlink="folHlink"/>
  <p:sldLayoutIdLst>
    <p:sldLayoutId id="2147483665" r:id="rId1"/>
    <p:sldLayoutId id="2147483666" r:id="rId2"/>
    <p:sldLayoutId id="2147483667" r:id="rId3"/>
    <p:sldLayoutId id="2147483668" r:id="rId4"/>
    <p:sldLayoutId id="2147483669" r:id="rId5"/>
    <p:sldLayoutId id="2147483670" r:id="rId6"/>
    <p:sldLayoutId id="2147483671" r:id="rId7"/>
    <p:sldLayoutId id="2147483672" r:id="rId8"/>
    <p:sldLayoutId id="2147483673" r:id="rId9"/>
    <p:sldLayoutId id="2147483674" r:id="rId10"/>
    <p:sldLayoutId id="2147483675" r:id="rId11"/>
    <p:sldLayoutId id="2147483676" r:id="rId12"/>
    <p:sldLayoutId id="2147483677" r:id="rId13"/>
    <p:sldLayoutId id="2147483678" r:id="rId14"/>
    <p:sldLayoutId id="2147483679" r:id="rId15"/>
    <p:sldLayoutId id="2147483680" r:id="rId16"/>
    <p:sldLayoutId id="2147483681" r:id="rId17"/>
    <p:sldLayoutId id="2147483682" r:id="rId18"/>
    <p:sldLayoutId id="2147483683" r:id="rId19"/>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09441" y="274639"/>
            <a:ext cx="10969943" cy="711081"/>
          </a:xfrm>
          <a:prstGeom prst="rect">
            <a:avLst/>
          </a:prstGeom>
        </p:spPr>
        <p:txBody>
          <a:bodyPr vert="horz" lIns="0" tIns="60949" rIns="0" bIns="60949" rtlCol="0" anchor="ctr">
            <a:normAutofit/>
          </a:bodyPr>
          <a:lstStyle/>
          <a:p>
            <a:r>
              <a:rPr lang="en-US" dirty="0"/>
              <a:t>Click to edit Master title style</a:t>
            </a:r>
          </a:p>
        </p:txBody>
      </p:sp>
      <p:sp>
        <p:nvSpPr>
          <p:cNvPr id="3" name="Text Placeholder 2"/>
          <p:cNvSpPr>
            <a:spLocks noGrp="1"/>
          </p:cNvSpPr>
          <p:nvPr>
            <p:ph type="body" idx="1"/>
          </p:nvPr>
        </p:nvSpPr>
        <p:spPr>
          <a:xfrm>
            <a:off x="609441" y="1138425"/>
            <a:ext cx="10969943" cy="4987739"/>
          </a:xfrm>
          <a:prstGeom prst="rect">
            <a:avLst/>
          </a:prstGeom>
        </p:spPr>
        <p:txBody>
          <a:bodyPr vert="horz" lIns="0" tIns="60949" rIns="0" bIns="60949"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609441" y="6356351"/>
            <a:ext cx="2844059" cy="365125"/>
          </a:xfrm>
          <a:prstGeom prst="rect">
            <a:avLst/>
          </a:prstGeom>
        </p:spPr>
        <p:txBody>
          <a:bodyPr vert="horz" lIns="0" tIns="60949" rIns="0" bIns="60949" rtlCol="0" anchor="ctr"/>
          <a:lstStyle>
            <a:lvl1pPr algn="l">
              <a:defRPr sz="1600">
                <a:solidFill>
                  <a:schemeClr val="tx1">
                    <a:tint val="75000"/>
                  </a:schemeClr>
                </a:solidFill>
              </a:defRPr>
            </a:lvl1pPr>
          </a:lstStyle>
          <a:p>
            <a:fld id="{425404F2-BE9A-4460-8815-8F645183555F}" type="datetimeFigureOut">
              <a:rPr lang="en-US" smtClean="0"/>
              <a:pPr/>
              <a:t>9/4/2025</a:t>
            </a:fld>
            <a:endParaRPr lang="en-US"/>
          </a:p>
        </p:txBody>
      </p:sp>
      <p:sp>
        <p:nvSpPr>
          <p:cNvPr id="5" name="Footer Placeholder 4"/>
          <p:cNvSpPr>
            <a:spLocks noGrp="1"/>
          </p:cNvSpPr>
          <p:nvPr>
            <p:ph type="ftr" sz="quarter" idx="3"/>
          </p:nvPr>
        </p:nvSpPr>
        <p:spPr>
          <a:xfrm>
            <a:off x="4164515" y="6356351"/>
            <a:ext cx="3859795" cy="365125"/>
          </a:xfrm>
          <a:prstGeom prst="rect">
            <a:avLst/>
          </a:prstGeom>
        </p:spPr>
        <p:txBody>
          <a:bodyPr vert="horz" lIns="0" tIns="60949" rIns="0" bIns="60949" rtlCol="0" anchor="ctr"/>
          <a:lstStyle>
            <a:lvl1pPr algn="ctr">
              <a:defRPr sz="16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735325" y="6356351"/>
            <a:ext cx="2844059" cy="365125"/>
          </a:xfrm>
          <a:prstGeom prst="rect">
            <a:avLst/>
          </a:prstGeom>
        </p:spPr>
        <p:txBody>
          <a:bodyPr vert="horz" lIns="0" tIns="60949" rIns="0" bIns="60949" rtlCol="0" anchor="ctr"/>
          <a:lstStyle>
            <a:lvl1pPr algn="r">
              <a:defRPr sz="1600">
                <a:solidFill>
                  <a:schemeClr val="tx1">
                    <a:tint val="75000"/>
                  </a:schemeClr>
                </a:solidFill>
              </a:defRPr>
            </a:lvl1pPr>
          </a:lstStyle>
          <a:p>
            <a:r>
              <a:rPr lang="en-US" dirty="0"/>
              <a:t>www.anubhavtrainings.com</a:t>
            </a:r>
          </a:p>
        </p:txBody>
      </p:sp>
      <p:pic>
        <p:nvPicPr>
          <p:cNvPr id="7" name="Picture 4">
            <a:extLst>
              <a:ext uri="{FF2B5EF4-FFF2-40B4-BE49-F238E27FC236}">
                <a16:creationId xmlns:a16="http://schemas.microsoft.com/office/drawing/2014/main" id="{3DEB2B14-6477-2927-E581-527B2BB61E12}"/>
              </a:ext>
            </a:extLst>
          </p:cNvPr>
          <p:cNvPicPr>
            <a:picLocks noChangeAspect="1" noChangeArrowheads="1"/>
          </p:cNvPicPr>
          <p:nvPr userDrawn="1"/>
        </p:nvPicPr>
        <p:blipFill>
          <a:blip r:embed="rId13" cstate="print">
            <a:extLst>
              <a:ext uri="{28A0092B-C50C-407E-A947-70E740481C1C}">
                <a14:useLocalDpi xmlns:a14="http://schemas.microsoft.com/office/drawing/2010/main" val="0"/>
              </a:ext>
            </a:extLst>
          </a:blip>
          <a:srcRect/>
          <a:stretch>
            <a:fillRect/>
          </a:stretch>
        </p:blipFill>
        <p:spPr bwMode="auto">
          <a:xfrm>
            <a:off x="11350996" y="78420"/>
            <a:ext cx="652887" cy="64486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390113064"/>
      </p:ext>
    </p:extLst>
  </p:cSld>
  <p:clrMap bg1="lt1" tx1="dk1" bg2="lt2" tx2="dk2" accent1="accent1" accent2="accent2" accent3="accent3" accent4="accent4" accent5="accent5" accent6="accent6" hlink="hlink" folHlink="folHlink"/>
  <p:sldLayoutIdLst>
    <p:sldLayoutId id="2147483710" r:id="rId1"/>
    <p:sldLayoutId id="2147483711" r:id="rId2"/>
    <p:sldLayoutId id="2147483712" r:id="rId3"/>
    <p:sldLayoutId id="2147483713" r:id="rId4"/>
    <p:sldLayoutId id="2147483714" r:id="rId5"/>
    <p:sldLayoutId id="2147483715" r:id="rId6"/>
    <p:sldLayoutId id="2147483716" r:id="rId7"/>
    <p:sldLayoutId id="2147483717" r:id="rId8"/>
    <p:sldLayoutId id="2147483718" r:id="rId9"/>
    <p:sldLayoutId id="2147483719" r:id="rId10"/>
    <p:sldLayoutId id="2147483720" r:id="rId11"/>
  </p:sldLayoutIdLst>
  <p:txStyles>
    <p:titleStyle>
      <a:lvl1pPr algn="l" defTabSz="1218987" rtl="0" eaLnBrk="1" latinLnBrk="0" hangingPunct="1">
        <a:spcBef>
          <a:spcPct val="0"/>
        </a:spcBef>
        <a:buNone/>
        <a:defRPr sz="3600" b="1" kern="1200">
          <a:solidFill>
            <a:schemeClr val="tx1"/>
          </a:solidFill>
          <a:latin typeface="+mn-lt"/>
          <a:ea typeface="+mj-ea"/>
          <a:cs typeface="+mj-cs"/>
        </a:defRPr>
      </a:lvl1pPr>
    </p:titleStyle>
    <p:bodyStyle>
      <a:lvl1pPr marL="457120" indent="-457120" algn="l" defTabSz="1218987" rtl="0" eaLnBrk="1" latinLnBrk="0" hangingPunct="1">
        <a:spcBef>
          <a:spcPct val="20000"/>
        </a:spcBef>
        <a:buFont typeface="Arial" pitchFamily="34" charset="0"/>
        <a:buChar char="•"/>
        <a:defRPr sz="3600" kern="1200">
          <a:solidFill>
            <a:schemeClr val="tx1"/>
          </a:solidFill>
          <a:latin typeface="+mj-lt"/>
          <a:ea typeface="+mn-ea"/>
          <a:cs typeface="+mn-cs"/>
        </a:defRPr>
      </a:lvl1pPr>
      <a:lvl2pPr marL="990427" indent="-380933" algn="l" defTabSz="1218987" rtl="0" eaLnBrk="1" latinLnBrk="0" hangingPunct="1">
        <a:spcBef>
          <a:spcPct val="20000"/>
        </a:spcBef>
        <a:buFont typeface="Arial" pitchFamily="34" charset="0"/>
        <a:buChar char="–"/>
        <a:defRPr sz="3200" kern="1200">
          <a:solidFill>
            <a:schemeClr val="tx1"/>
          </a:solidFill>
          <a:latin typeface="+mj-lt"/>
          <a:ea typeface="+mn-ea"/>
          <a:cs typeface="+mn-cs"/>
        </a:defRPr>
      </a:lvl2pPr>
      <a:lvl3pPr marL="1523733" indent="-304747" algn="l" defTabSz="1218987" rtl="0" eaLnBrk="1" latinLnBrk="0" hangingPunct="1">
        <a:spcBef>
          <a:spcPct val="20000"/>
        </a:spcBef>
        <a:buFont typeface="Arial" pitchFamily="34" charset="0"/>
        <a:buChar char="•"/>
        <a:defRPr sz="2400" kern="1200">
          <a:solidFill>
            <a:schemeClr val="tx1"/>
          </a:solidFill>
          <a:latin typeface="+mj-lt"/>
          <a:ea typeface="+mn-ea"/>
          <a:cs typeface="+mn-cs"/>
        </a:defRPr>
      </a:lvl3pPr>
      <a:lvl4pPr marL="2133227" indent="-304747" algn="l" defTabSz="1218987" rtl="0" eaLnBrk="1" latinLnBrk="0" hangingPunct="1">
        <a:spcBef>
          <a:spcPct val="20000"/>
        </a:spcBef>
        <a:buFont typeface="Arial" pitchFamily="34" charset="0"/>
        <a:buChar char="–"/>
        <a:defRPr sz="2000" kern="1200">
          <a:solidFill>
            <a:schemeClr val="tx1"/>
          </a:solidFill>
          <a:latin typeface="+mj-lt"/>
          <a:ea typeface="+mn-ea"/>
          <a:cs typeface="+mn-cs"/>
        </a:defRPr>
      </a:lvl4pPr>
      <a:lvl5pPr marL="2742720" indent="-304747" algn="l" defTabSz="1218987" rtl="0" eaLnBrk="1" latinLnBrk="0" hangingPunct="1">
        <a:spcBef>
          <a:spcPct val="20000"/>
        </a:spcBef>
        <a:buFont typeface="Arial" pitchFamily="34" charset="0"/>
        <a:buChar char="»"/>
        <a:defRPr sz="2000" kern="1200">
          <a:solidFill>
            <a:schemeClr val="tx1"/>
          </a:solidFill>
          <a:latin typeface="+mj-lt"/>
          <a:ea typeface="+mn-ea"/>
          <a:cs typeface="+mn-cs"/>
        </a:defRPr>
      </a:lvl5pPr>
      <a:lvl6pPr marL="3352213" indent="-304747" algn="l" defTabSz="1218987" rtl="0" eaLnBrk="1" latinLnBrk="0" hangingPunct="1">
        <a:spcBef>
          <a:spcPct val="20000"/>
        </a:spcBef>
        <a:buFont typeface="Arial" pitchFamily="34" charset="0"/>
        <a:buChar char="•"/>
        <a:defRPr sz="2700" kern="1200">
          <a:solidFill>
            <a:schemeClr val="tx1"/>
          </a:solidFill>
          <a:latin typeface="+mn-lt"/>
          <a:ea typeface="+mn-ea"/>
          <a:cs typeface="+mn-cs"/>
        </a:defRPr>
      </a:lvl6pPr>
      <a:lvl7pPr marL="3961707" indent="-304747" algn="l" defTabSz="1218987" rtl="0" eaLnBrk="1" latinLnBrk="0" hangingPunct="1">
        <a:spcBef>
          <a:spcPct val="20000"/>
        </a:spcBef>
        <a:buFont typeface="Arial" pitchFamily="34" charset="0"/>
        <a:buChar char="•"/>
        <a:defRPr sz="2700" kern="1200">
          <a:solidFill>
            <a:schemeClr val="tx1"/>
          </a:solidFill>
          <a:latin typeface="+mn-lt"/>
          <a:ea typeface="+mn-ea"/>
          <a:cs typeface="+mn-cs"/>
        </a:defRPr>
      </a:lvl7pPr>
      <a:lvl8pPr marL="4571200" indent="-304747" algn="l" defTabSz="1218987" rtl="0" eaLnBrk="1" latinLnBrk="0" hangingPunct="1">
        <a:spcBef>
          <a:spcPct val="20000"/>
        </a:spcBef>
        <a:buFont typeface="Arial" pitchFamily="34" charset="0"/>
        <a:buChar char="•"/>
        <a:defRPr sz="2700" kern="1200">
          <a:solidFill>
            <a:schemeClr val="tx1"/>
          </a:solidFill>
          <a:latin typeface="+mn-lt"/>
          <a:ea typeface="+mn-ea"/>
          <a:cs typeface="+mn-cs"/>
        </a:defRPr>
      </a:lvl8pPr>
      <a:lvl9pPr marL="5180693" indent="-304747" algn="l" defTabSz="1218987" rtl="0" eaLnBrk="1" latinLnBrk="0" hangingPunct="1">
        <a:spcBef>
          <a:spcPct val="20000"/>
        </a:spcBef>
        <a:buFont typeface="Arial" pitchFamily="34" charset="0"/>
        <a:buChar char="•"/>
        <a:defRPr sz="2700" kern="1200">
          <a:solidFill>
            <a:schemeClr val="tx1"/>
          </a:solidFill>
          <a:latin typeface="+mn-lt"/>
          <a:ea typeface="+mn-ea"/>
          <a:cs typeface="+mn-cs"/>
        </a:defRPr>
      </a:lvl9pPr>
    </p:bodyStyle>
    <p:otherStyle>
      <a:defPPr>
        <a:defRPr lang="en-US"/>
      </a:defPPr>
      <a:lvl1pPr marL="0" algn="l" defTabSz="1218987" rtl="0" eaLnBrk="1" latinLnBrk="0" hangingPunct="1">
        <a:defRPr sz="2400" kern="1200">
          <a:solidFill>
            <a:schemeClr val="tx1"/>
          </a:solidFill>
          <a:latin typeface="+mn-lt"/>
          <a:ea typeface="+mn-ea"/>
          <a:cs typeface="+mn-cs"/>
        </a:defRPr>
      </a:lvl1pPr>
      <a:lvl2pPr marL="609493" algn="l" defTabSz="1218987" rtl="0" eaLnBrk="1" latinLnBrk="0" hangingPunct="1">
        <a:defRPr sz="2400" kern="1200">
          <a:solidFill>
            <a:schemeClr val="tx1"/>
          </a:solidFill>
          <a:latin typeface="+mn-lt"/>
          <a:ea typeface="+mn-ea"/>
          <a:cs typeface="+mn-cs"/>
        </a:defRPr>
      </a:lvl2pPr>
      <a:lvl3pPr marL="1218987" algn="l" defTabSz="1218987" rtl="0" eaLnBrk="1" latinLnBrk="0" hangingPunct="1">
        <a:defRPr sz="2400" kern="1200">
          <a:solidFill>
            <a:schemeClr val="tx1"/>
          </a:solidFill>
          <a:latin typeface="+mn-lt"/>
          <a:ea typeface="+mn-ea"/>
          <a:cs typeface="+mn-cs"/>
        </a:defRPr>
      </a:lvl3pPr>
      <a:lvl4pPr marL="1828480" algn="l" defTabSz="1218987" rtl="0" eaLnBrk="1" latinLnBrk="0" hangingPunct="1">
        <a:defRPr sz="2400" kern="1200">
          <a:solidFill>
            <a:schemeClr val="tx1"/>
          </a:solidFill>
          <a:latin typeface="+mn-lt"/>
          <a:ea typeface="+mn-ea"/>
          <a:cs typeface="+mn-cs"/>
        </a:defRPr>
      </a:lvl4pPr>
      <a:lvl5pPr marL="2437973" algn="l" defTabSz="1218987" rtl="0" eaLnBrk="1" latinLnBrk="0" hangingPunct="1">
        <a:defRPr sz="2400" kern="1200">
          <a:solidFill>
            <a:schemeClr val="tx1"/>
          </a:solidFill>
          <a:latin typeface="+mn-lt"/>
          <a:ea typeface="+mn-ea"/>
          <a:cs typeface="+mn-cs"/>
        </a:defRPr>
      </a:lvl5pPr>
      <a:lvl6pPr marL="3047467" algn="l" defTabSz="1218987" rtl="0" eaLnBrk="1" latinLnBrk="0" hangingPunct="1">
        <a:defRPr sz="2400" kern="1200">
          <a:solidFill>
            <a:schemeClr val="tx1"/>
          </a:solidFill>
          <a:latin typeface="+mn-lt"/>
          <a:ea typeface="+mn-ea"/>
          <a:cs typeface="+mn-cs"/>
        </a:defRPr>
      </a:lvl6pPr>
      <a:lvl7pPr marL="3656960" algn="l" defTabSz="1218987" rtl="0" eaLnBrk="1" latinLnBrk="0" hangingPunct="1">
        <a:defRPr sz="2400" kern="1200">
          <a:solidFill>
            <a:schemeClr val="tx1"/>
          </a:solidFill>
          <a:latin typeface="+mn-lt"/>
          <a:ea typeface="+mn-ea"/>
          <a:cs typeface="+mn-cs"/>
        </a:defRPr>
      </a:lvl7pPr>
      <a:lvl8pPr marL="4266453" algn="l" defTabSz="1218987" rtl="0" eaLnBrk="1" latinLnBrk="0" hangingPunct="1">
        <a:defRPr sz="2400" kern="1200">
          <a:solidFill>
            <a:schemeClr val="tx1"/>
          </a:solidFill>
          <a:latin typeface="+mn-lt"/>
          <a:ea typeface="+mn-ea"/>
          <a:cs typeface="+mn-cs"/>
        </a:defRPr>
      </a:lvl8pPr>
      <a:lvl9pPr marL="4875947" algn="l" defTabSz="1218987" rtl="0" eaLnBrk="1" latinLnBrk="0" hangingPunct="1">
        <a:defRPr sz="2400" kern="1200">
          <a:solidFill>
            <a:schemeClr val="tx1"/>
          </a:solidFill>
          <a:latin typeface="+mn-lt"/>
          <a:ea typeface="+mn-ea"/>
          <a:cs typeface="+mn-cs"/>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363"/>
        <p:cNvGrpSpPr/>
        <p:nvPr/>
      </p:nvGrpSpPr>
      <p:grpSpPr>
        <a:xfrm>
          <a:off x="0" y="0"/>
          <a:ext cx="0" cy="0"/>
          <a:chOff x="0" y="0"/>
          <a:chExt cx="0" cy="0"/>
        </a:xfrm>
      </p:grpSpPr>
      <p:sp>
        <p:nvSpPr>
          <p:cNvPr id="364" name="Google Shape;364;p157"/>
          <p:cNvSpPr txBox="1">
            <a:spLocks noGrp="1"/>
          </p:cNvSpPr>
          <p:nvPr>
            <p:ph type="title"/>
          </p:nvPr>
        </p:nvSpPr>
        <p:spPr>
          <a:xfrm>
            <a:off x="837982" y="365125"/>
            <a:ext cx="10512862" cy="1325563"/>
          </a:xfrm>
          <a:prstGeom prst="rect">
            <a:avLst/>
          </a:prstGeom>
          <a:noFill/>
          <a:ln>
            <a:noFill/>
          </a:ln>
        </p:spPr>
        <p:txBody>
          <a:bodyPr spcFirstLastPara="1" wrap="square" lIns="91425" tIns="45700" rIns="91425" bIns="45700" anchor="ctr" anchorCtr="0">
            <a:normAutofit/>
          </a:bodyPr>
          <a:lstStyle>
            <a:lvl1pPr marR="0" lvl="0" algn="l" rtl="0">
              <a:lnSpc>
                <a:spcPct val="90000"/>
              </a:lnSpc>
              <a:spcBef>
                <a:spcPts val="0"/>
              </a:spcBef>
              <a:spcAft>
                <a:spcPts val="0"/>
              </a:spcAft>
              <a:buClr>
                <a:schemeClr val="dk1"/>
              </a:buClr>
              <a:buSzPts val="4399"/>
              <a:buFont typeface="Calibri"/>
              <a:buNone/>
              <a:defRPr sz="4399"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365" name="Google Shape;365;p157"/>
          <p:cNvSpPr txBox="1">
            <a:spLocks noGrp="1"/>
          </p:cNvSpPr>
          <p:nvPr>
            <p:ph type="body" idx="1"/>
          </p:nvPr>
        </p:nvSpPr>
        <p:spPr>
          <a:xfrm>
            <a:off x="837982" y="1825625"/>
            <a:ext cx="10512862" cy="4351339"/>
          </a:xfrm>
          <a:prstGeom prst="rect">
            <a:avLst/>
          </a:prstGeom>
          <a:noFill/>
          <a:ln>
            <a:noFill/>
          </a:ln>
        </p:spPr>
        <p:txBody>
          <a:bodyPr spcFirstLastPara="1" wrap="square" lIns="91425" tIns="45700" rIns="91425" bIns="45700" anchor="t" anchorCtr="0">
            <a:normAutofit/>
          </a:bodyPr>
          <a:lstStyle>
            <a:lvl1pPr marL="457200" marR="0" lvl="0" indent="-406336" algn="l" rtl="0">
              <a:lnSpc>
                <a:spcPct val="90000"/>
              </a:lnSpc>
              <a:spcBef>
                <a:spcPts val="1000"/>
              </a:spcBef>
              <a:spcAft>
                <a:spcPts val="0"/>
              </a:spcAft>
              <a:buClr>
                <a:schemeClr val="dk1"/>
              </a:buClr>
              <a:buSzPts val="2799"/>
              <a:buFont typeface="Arial"/>
              <a:buChar char="•"/>
              <a:defRPr sz="2799" b="0" i="0" u="none" strike="noStrike" cap="none">
                <a:solidFill>
                  <a:schemeClr val="dk1"/>
                </a:solidFill>
                <a:latin typeface="Calibri"/>
                <a:ea typeface="Calibri"/>
                <a:cs typeface="Calibri"/>
                <a:sym typeface="Calibri"/>
              </a:defRPr>
            </a:lvl1pPr>
            <a:lvl2pPr marL="914400" marR="0" lvl="1" indent="-380936" algn="l" rtl="0">
              <a:lnSpc>
                <a:spcPct val="90000"/>
              </a:lnSpc>
              <a:spcBef>
                <a:spcPts val="500"/>
              </a:spcBef>
              <a:spcAft>
                <a:spcPts val="0"/>
              </a:spcAft>
              <a:buClr>
                <a:schemeClr val="dk1"/>
              </a:buClr>
              <a:buSzPts val="2399"/>
              <a:buFont typeface="Arial"/>
              <a:buChar char="•"/>
              <a:defRPr sz="2399"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366" name="Google Shape;366;p157"/>
          <p:cNvSpPr txBox="1">
            <a:spLocks noGrp="1"/>
          </p:cNvSpPr>
          <p:nvPr>
            <p:ph type="dt" idx="10"/>
          </p:nvPr>
        </p:nvSpPr>
        <p:spPr>
          <a:xfrm>
            <a:off x="837982" y="6356351"/>
            <a:ext cx="2742486" cy="365125"/>
          </a:xfrm>
          <a:prstGeom prst="rect">
            <a:avLst/>
          </a:prstGeom>
          <a:noFill/>
          <a:ln>
            <a:noFill/>
          </a:ln>
        </p:spPr>
        <p:txBody>
          <a:bodyPr spcFirstLastPara="1" wrap="square" lIns="91425" tIns="45700" rIns="91425" bIns="45700" anchor="ctr" anchorCtr="0">
            <a:noAutofit/>
          </a:bodyPr>
          <a:lstStyle>
            <a:lvl1pPr marR="0" lvl="0" algn="l"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9pPr>
          </a:lstStyle>
          <a:p>
            <a:endParaRPr/>
          </a:p>
        </p:txBody>
      </p:sp>
      <p:sp>
        <p:nvSpPr>
          <p:cNvPr id="367" name="Google Shape;367;p157"/>
          <p:cNvSpPr txBox="1">
            <a:spLocks noGrp="1"/>
          </p:cNvSpPr>
          <p:nvPr>
            <p:ph type="ftr" idx="11"/>
          </p:nvPr>
        </p:nvSpPr>
        <p:spPr>
          <a:xfrm>
            <a:off x="4037549" y="6356351"/>
            <a:ext cx="4113728" cy="365125"/>
          </a:xfrm>
          <a:prstGeom prst="rect">
            <a:avLst/>
          </a:prstGeom>
          <a:noFill/>
          <a:ln>
            <a:noFill/>
          </a:ln>
        </p:spPr>
        <p:txBody>
          <a:bodyPr spcFirstLastPara="1" wrap="square" lIns="91425" tIns="45700" rIns="91425" bIns="45700" anchor="ctr" anchorCtr="0">
            <a:noAutofit/>
          </a:bodyPr>
          <a:lstStyle>
            <a:lvl1pPr marR="0" lvl="0" algn="ctr"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9pPr>
          </a:lstStyle>
          <a:p>
            <a:endParaRPr/>
          </a:p>
        </p:txBody>
      </p:sp>
      <p:sp>
        <p:nvSpPr>
          <p:cNvPr id="368" name="Google Shape;368;p157"/>
          <p:cNvSpPr txBox="1">
            <a:spLocks noGrp="1"/>
          </p:cNvSpPr>
          <p:nvPr>
            <p:ph type="sldNum" idx="12"/>
          </p:nvPr>
        </p:nvSpPr>
        <p:spPr>
          <a:xfrm>
            <a:off x="8608357" y="6356351"/>
            <a:ext cx="2742486"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a:solidFill>
                  <a:srgbClr val="888888"/>
                </a:solidFill>
                <a:latin typeface="Calibri"/>
                <a:ea typeface="Calibri"/>
                <a:cs typeface="Calibri"/>
                <a:sym typeface="Calibri"/>
              </a:defRPr>
            </a:lvl1pPr>
            <a:lvl2pPr marL="0" marR="0" lvl="1" indent="0" algn="r" rtl="0">
              <a:spcBef>
                <a:spcPts val="0"/>
              </a:spcBef>
              <a:buNone/>
              <a:defRPr sz="1200">
                <a:solidFill>
                  <a:srgbClr val="888888"/>
                </a:solidFill>
                <a:latin typeface="Calibri"/>
                <a:ea typeface="Calibri"/>
                <a:cs typeface="Calibri"/>
                <a:sym typeface="Calibri"/>
              </a:defRPr>
            </a:lvl2pPr>
            <a:lvl3pPr marL="0" marR="0" lvl="2" indent="0" algn="r" rtl="0">
              <a:spcBef>
                <a:spcPts val="0"/>
              </a:spcBef>
              <a:buNone/>
              <a:defRPr sz="1200">
                <a:solidFill>
                  <a:srgbClr val="888888"/>
                </a:solidFill>
                <a:latin typeface="Calibri"/>
                <a:ea typeface="Calibri"/>
                <a:cs typeface="Calibri"/>
                <a:sym typeface="Calibri"/>
              </a:defRPr>
            </a:lvl3pPr>
            <a:lvl4pPr marL="0" marR="0" lvl="3" indent="0" algn="r" rtl="0">
              <a:spcBef>
                <a:spcPts val="0"/>
              </a:spcBef>
              <a:buNone/>
              <a:defRPr sz="1200">
                <a:solidFill>
                  <a:srgbClr val="888888"/>
                </a:solidFill>
                <a:latin typeface="Calibri"/>
                <a:ea typeface="Calibri"/>
                <a:cs typeface="Calibri"/>
                <a:sym typeface="Calibri"/>
              </a:defRPr>
            </a:lvl4pPr>
            <a:lvl5pPr marL="0" marR="0" lvl="4" indent="0" algn="r" rtl="0">
              <a:spcBef>
                <a:spcPts val="0"/>
              </a:spcBef>
              <a:buNone/>
              <a:defRPr sz="1200">
                <a:solidFill>
                  <a:srgbClr val="888888"/>
                </a:solidFill>
                <a:latin typeface="Calibri"/>
                <a:ea typeface="Calibri"/>
                <a:cs typeface="Calibri"/>
                <a:sym typeface="Calibri"/>
              </a:defRPr>
            </a:lvl5pPr>
            <a:lvl6pPr marL="0" marR="0" lvl="5" indent="0" algn="r" rtl="0">
              <a:spcBef>
                <a:spcPts val="0"/>
              </a:spcBef>
              <a:buNone/>
              <a:defRPr sz="1200">
                <a:solidFill>
                  <a:srgbClr val="888888"/>
                </a:solidFill>
                <a:latin typeface="Calibri"/>
                <a:ea typeface="Calibri"/>
                <a:cs typeface="Calibri"/>
                <a:sym typeface="Calibri"/>
              </a:defRPr>
            </a:lvl6pPr>
            <a:lvl7pPr marL="0" marR="0" lvl="6" indent="0" algn="r" rtl="0">
              <a:spcBef>
                <a:spcPts val="0"/>
              </a:spcBef>
              <a:buNone/>
              <a:defRPr sz="1200">
                <a:solidFill>
                  <a:srgbClr val="888888"/>
                </a:solidFill>
                <a:latin typeface="Calibri"/>
                <a:ea typeface="Calibri"/>
                <a:cs typeface="Calibri"/>
                <a:sym typeface="Calibri"/>
              </a:defRPr>
            </a:lvl7pPr>
            <a:lvl8pPr marL="0" marR="0" lvl="7" indent="0" algn="r" rtl="0">
              <a:spcBef>
                <a:spcPts val="0"/>
              </a:spcBef>
              <a:buNone/>
              <a:defRPr sz="1200">
                <a:solidFill>
                  <a:srgbClr val="888888"/>
                </a:solidFill>
                <a:latin typeface="Calibri"/>
                <a:ea typeface="Calibri"/>
                <a:cs typeface="Calibri"/>
                <a:sym typeface="Calibri"/>
              </a:defRPr>
            </a:lvl8pPr>
            <a:lvl9pPr marL="0" marR="0" lvl="8" indent="0" algn="r" rtl="0">
              <a:spcBef>
                <a:spcPts val="0"/>
              </a:spcBef>
              <a:buNone/>
              <a:defRPr sz="1200">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extLst>
      <p:ext uri="{BB962C8B-B14F-4D97-AF65-F5344CB8AC3E}">
        <p14:creationId xmlns:p14="http://schemas.microsoft.com/office/powerpoint/2010/main" val="4276916488"/>
      </p:ext>
    </p:extLst>
  </p:cSld>
  <p:clrMap bg1="lt1" tx1="dk1" bg2="dk2" tx2="lt2" accent1="accent1" accent2="accent2" accent3="accent3" accent4="accent4" accent5="accent5" accent6="accent6" hlink="hlink" folHlink="folHlink"/>
  <p:sldLayoutIdLst>
    <p:sldLayoutId id="2147483730" r:id="rId1"/>
    <p:sldLayoutId id="2147483734" r:id="rId2"/>
    <p:sldLayoutId id="2147483735" r:id="rId3"/>
    <p:sldLayoutId id="2147483736" r:id="rId4"/>
    <p:sldLayoutId id="2147483737" r:id="rId5"/>
    <p:sldLayoutId id="2147483738" r:id="rId6"/>
    <p:sldLayoutId id="2147483739" r:id="rId7"/>
    <p:sldLayoutId id="2147483740" r:id="rId8"/>
  </p:sldLayoutIdLst>
  <p:transition>
    <p:fade thruBlk="1"/>
  </p:transition>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jpeg"/><Relationship Id="rId1" Type="http://schemas.openxmlformats.org/officeDocument/2006/relationships/slideLayout" Target="../slideLayouts/slideLayout6.xml"/></Relationships>
</file>

<file path=ppt/slides/_rels/slide3.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2.xml"/><Relationship Id="rId1" Type="http://schemas.openxmlformats.org/officeDocument/2006/relationships/slideLayout" Target="../slideLayouts/slideLayout7.xml"/><Relationship Id="rId4" Type="http://schemas.openxmlformats.org/officeDocument/2006/relationships/image" Target="../media/image4.png"/></Relationships>
</file>

<file path=ppt/slides/_rels/slide4.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3.xml"/><Relationship Id="rId1" Type="http://schemas.openxmlformats.org/officeDocument/2006/relationships/slideLayout" Target="../slideLayouts/slideLayout38.xml"/><Relationship Id="rId6" Type="http://schemas.openxmlformats.org/officeDocument/2006/relationships/image" Target="../media/image17.png"/><Relationship Id="rId5" Type="http://schemas.openxmlformats.org/officeDocument/2006/relationships/customXml" Target="../ink/ink1.xml"/><Relationship Id="rId4" Type="http://schemas.openxmlformats.org/officeDocument/2006/relationships/image" Target="../media/image4.png"/></Relationships>
</file>

<file path=ppt/slides/_rels/slide5.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4.xml"/><Relationship Id="rId1" Type="http://schemas.openxmlformats.org/officeDocument/2006/relationships/slideLayout" Target="../slideLayouts/slideLayout38.xml"/><Relationship Id="rId4" Type="http://schemas.openxmlformats.org/officeDocument/2006/relationships/image" Target="../media/image4.png"/></Relationships>
</file>

<file path=ppt/slides/_rels/slide6.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5.xml"/><Relationship Id="rId1" Type="http://schemas.openxmlformats.org/officeDocument/2006/relationships/slideLayout" Target="../slideLayouts/slideLayout38.xml"/></Relationships>
</file>

<file path=ppt/slides/_rels/slide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6.xml"/><Relationship Id="rId1" Type="http://schemas.openxmlformats.org/officeDocument/2006/relationships/slideLayout" Target="../slideLayouts/slideLayout38.xml"/><Relationship Id="rId5" Type="http://schemas.openxmlformats.org/officeDocument/2006/relationships/image" Target="../media/image8.png"/><Relationship Id="rId4" Type="http://schemas.openxmlformats.org/officeDocument/2006/relationships/customXml" Target="../ink/ink2.xml"/></Relationships>
</file>

<file path=ppt/slides/_rels/slide8.xml.rels><?xml version="1.0" encoding="UTF-8" standalone="yes"?>
<Relationships xmlns="http://schemas.openxmlformats.org/package/2006/relationships"><Relationship Id="rId3" Type="http://schemas.openxmlformats.org/officeDocument/2006/relationships/hyperlink" Target="https://help.sap.com/docs/abap-cloud/abap-rap/creating-active-data" TargetMode="External"/><Relationship Id="rId2" Type="http://schemas.openxmlformats.org/officeDocument/2006/relationships/notesSlide" Target="../notesSlides/notesSlide7.xml"/><Relationship Id="rId1" Type="http://schemas.openxmlformats.org/officeDocument/2006/relationships/slideLayout" Target="../slideLayouts/slideLayout38.xml"/><Relationship Id="rId5" Type="http://schemas.openxmlformats.org/officeDocument/2006/relationships/image" Target="../media/image4.png"/><Relationship Id="rId4" Type="http://schemas.openxmlformats.org/officeDocument/2006/relationships/image" Target="../media/image9.png"/></Relationships>
</file>

<file path=ppt/slides/_rels/slide9.xml.rels><?xml version="1.0" encoding="UTF-8" standalone="yes"?>
<Relationships xmlns="http://schemas.openxmlformats.org/package/2006/relationships"><Relationship Id="rId3" Type="http://schemas.openxmlformats.org/officeDocument/2006/relationships/hyperlink" Target="http://www.twitter.com/" TargetMode="External"/><Relationship Id="rId2" Type="http://schemas.openxmlformats.org/officeDocument/2006/relationships/hyperlink" Target="http://www.facebook.com/" TargetMode="External"/><Relationship Id="rId1" Type="http://schemas.openxmlformats.org/officeDocument/2006/relationships/slideLayout" Target="../slideLayouts/slideLayout20.xml"/><Relationship Id="rId5" Type="http://schemas.openxmlformats.org/officeDocument/2006/relationships/image" Target="../media/image4.png"/><Relationship Id="rId4" Type="http://schemas.openxmlformats.org/officeDocument/2006/relationships/hyperlink" Target="http://www.dribbble.com/" TargetMode="External"/></Relationships>
</file>

<file path=ppt/slides/_rels/slide10.xml.rels><?xml version="1.0" encoding="UTF-8" standalone="yes"?>
<Relationships xmlns="http://schemas.openxmlformats.org/package/2006/relationships"><Relationship Id="rId8" Type="http://schemas.openxmlformats.org/officeDocument/2006/relationships/image" Target="../media/image15.jpeg"/><Relationship Id="rId3" Type="http://schemas.openxmlformats.org/officeDocument/2006/relationships/image" Target="../media/image10.jpeg"/><Relationship Id="rId7" Type="http://schemas.openxmlformats.org/officeDocument/2006/relationships/image" Target="../media/image14.tiff"/><Relationship Id="rId2" Type="http://schemas.openxmlformats.org/officeDocument/2006/relationships/notesSlide" Target="../notesSlides/notesSlide8.xml"/><Relationship Id="rId1" Type="http://schemas.openxmlformats.org/officeDocument/2006/relationships/slideLayout" Target="../slideLayouts/slideLayout37.xml"/><Relationship Id="rId6" Type="http://schemas.openxmlformats.org/officeDocument/2006/relationships/image" Target="../media/image13.tiff"/><Relationship Id="rId5" Type="http://schemas.openxmlformats.org/officeDocument/2006/relationships/image" Target="../media/image12.tiff"/><Relationship Id="rId4" Type="http://schemas.openxmlformats.org/officeDocument/2006/relationships/image" Target="../media/image11.tiff"/><Relationship Id="rId9" Type="http://schemas.openxmlformats.org/officeDocument/2006/relationships/image" Target="../media/image4.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495"/>
        <p:cNvGrpSpPr/>
        <p:nvPr/>
      </p:nvGrpSpPr>
      <p:grpSpPr>
        <a:xfrm>
          <a:off x="0" y="0"/>
          <a:ext cx="0" cy="0"/>
          <a:chOff x="0" y="0"/>
          <a:chExt cx="0" cy="0"/>
        </a:xfrm>
      </p:grpSpPr>
      <p:sp>
        <p:nvSpPr>
          <p:cNvPr id="496" name="Google Shape;496;p1"/>
          <p:cNvSpPr txBox="1">
            <a:spLocks noGrp="1"/>
          </p:cNvSpPr>
          <p:nvPr>
            <p:ph type="ctrTitle"/>
          </p:nvPr>
        </p:nvSpPr>
        <p:spPr>
          <a:xfrm>
            <a:off x="910460" y="1569141"/>
            <a:ext cx="9194620" cy="1979512"/>
          </a:xfrm>
          <a:prstGeom prst="rect">
            <a:avLst/>
          </a:prstGeom>
          <a:noFill/>
          <a:ln>
            <a:noFill/>
          </a:ln>
        </p:spPr>
        <p:txBody>
          <a:bodyPr spcFirstLastPara="1" wrap="square" lIns="0" tIns="60925" rIns="0" bIns="60925" anchor="ctr" anchorCtr="0">
            <a:noAutofit/>
          </a:bodyPr>
          <a:lstStyle/>
          <a:p>
            <a:pPr lvl="0" algn="ctr">
              <a:buClr>
                <a:srgbClr val="194060"/>
              </a:buClr>
            </a:pPr>
            <a:r>
              <a:rPr lang="en-US" dirty="0">
                <a:solidFill>
                  <a:srgbClr val="00B050"/>
                </a:solidFill>
                <a:latin typeface="Arial Black" panose="020B0A04020102020204" pitchFamily="34" charset="0"/>
              </a:rPr>
              <a:t>SAP BTP ABAP</a:t>
            </a:r>
            <a:br>
              <a:rPr lang="en-US" dirty="0">
                <a:solidFill>
                  <a:srgbClr val="00B050"/>
                </a:solidFill>
                <a:latin typeface="Arial Black" panose="020B0A04020102020204" pitchFamily="34" charset="0"/>
              </a:rPr>
            </a:br>
            <a:r>
              <a:rPr lang="en-US" dirty="0">
                <a:solidFill>
                  <a:srgbClr val="00B050"/>
                </a:solidFill>
                <a:latin typeface="Arial Black" panose="020B0A04020102020204" pitchFamily="34" charset="0"/>
              </a:rPr>
              <a:t> on Cloud / RAP </a:t>
            </a:r>
            <a:br>
              <a:rPr lang="en-US" dirty="0">
                <a:solidFill>
                  <a:srgbClr val="00B050"/>
                </a:solidFill>
                <a:latin typeface="Arial Black" panose="020B0A04020102020204" pitchFamily="34" charset="0"/>
              </a:rPr>
            </a:br>
            <a:r>
              <a:rPr lang="en-US" dirty="0">
                <a:solidFill>
                  <a:srgbClr val="00B050"/>
                </a:solidFill>
                <a:latin typeface="Arial Black" panose="020B0A04020102020204" pitchFamily="34" charset="0"/>
              </a:rPr>
              <a:t>Training</a:t>
            </a:r>
            <a:endParaRPr dirty="0">
              <a:solidFill>
                <a:srgbClr val="00B050"/>
              </a:solidFill>
            </a:endParaRPr>
          </a:p>
        </p:txBody>
      </p:sp>
      <p:pic>
        <p:nvPicPr>
          <p:cNvPr id="497" name="Google Shape;497;p1"/>
          <p:cNvPicPr preferRelativeResize="0"/>
          <p:nvPr/>
        </p:nvPicPr>
        <p:blipFill rotWithShape="1">
          <a:blip r:embed="rId3">
            <a:alphaModFix/>
          </a:blip>
          <a:srcRect/>
          <a:stretch/>
        </p:blipFill>
        <p:spPr>
          <a:xfrm>
            <a:off x="9262764" y="1268760"/>
            <a:ext cx="1733995" cy="1656184"/>
          </a:xfrm>
          <a:prstGeom prst="rect">
            <a:avLst/>
          </a:prstGeom>
          <a:noFill/>
          <a:ln>
            <a:noFill/>
          </a:ln>
        </p:spPr>
      </p:pic>
      <p:pic>
        <p:nvPicPr>
          <p:cNvPr id="498" name="Google Shape;498;p1"/>
          <p:cNvPicPr preferRelativeResize="0"/>
          <p:nvPr/>
        </p:nvPicPr>
        <p:blipFill rotWithShape="1">
          <a:blip r:embed="rId3">
            <a:alphaModFix/>
          </a:blip>
          <a:srcRect/>
          <a:stretch/>
        </p:blipFill>
        <p:spPr>
          <a:xfrm>
            <a:off x="133977" y="5551900"/>
            <a:ext cx="776483" cy="741639"/>
          </a:xfrm>
          <a:prstGeom prst="rect">
            <a:avLst/>
          </a:prstGeom>
          <a:noFill/>
          <a:ln>
            <a:noFill/>
          </a:ln>
        </p:spPr>
      </p:pic>
      <p:sp>
        <p:nvSpPr>
          <p:cNvPr id="500" name="Google Shape;500;p1"/>
          <p:cNvSpPr txBox="1"/>
          <p:nvPr/>
        </p:nvSpPr>
        <p:spPr>
          <a:xfrm>
            <a:off x="2698834" y="599964"/>
            <a:ext cx="6048672" cy="584775"/>
          </a:xfrm>
          <a:prstGeom prst="rect">
            <a:avLst/>
          </a:prstGeom>
          <a:gradFill>
            <a:gsLst>
              <a:gs pos="0">
                <a:srgbClr val="F3FCFF"/>
              </a:gs>
              <a:gs pos="35000">
                <a:srgbClr val="F6FCFF"/>
              </a:gs>
              <a:gs pos="100000">
                <a:srgbClr val="FBFFFF"/>
              </a:gs>
            </a:gsLst>
            <a:lin ang="16200000" scaled="0"/>
          </a:gradFill>
          <a:ln w="9525" cap="flat" cmpd="sng">
            <a:solidFill>
              <a:srgbClr val="000000"/>
            </a:solidFill>
            <a:prstDash val="solid"/>
            <a:round/>
            <a:headEnd type="none" w="sm" len="sm"/>
            <a:tailEnd type="none" w="sm" len="sm"/>
          </a:ln>
          <a:effectLst>
            <a:outerShdw blurRad="40000" dist="20000" dir="5400000" rotWithShape="0">
              <a:srgbClr val="000000">
                <a:alpha val="37647"/>
              </a:srgbClr>
            </a:outerShdw>
          </a:effectLst>
        </p:spPr>
        <p:txBody>
          <a:bodyPr spcFirstLastPara="1" wrap="square" lIns="91425" tIns="45700" rIns="91425" bIns="45700" anchor="t" anchorCtr="0">
            <a:spAutoFit/>
          </a:bodyPr>
          <a:lstStyle/>
          <a:p>
            <a:pPr marL="0" marR="0" lvl="0" indent="0" algn="l" rtl="0">
              <a:spcBef>
                <a:spcPts val="0"/>
              </a:spcBef>
              <a:spcAft>
                <a:spcPts val="0"/>
              </a:spcAft>
              <a:buNone/>
            </a:pPr>
            <a:r>
              <a:rPr lang="en-US" sz="3200" b="0" i="0" u="none" strike="noStrike" cap="none" dirty="0">
                <a:solidFill>
                  <a:srgbClr val="579130"/>
                </a:solidFill>
                <a:latin typeface="Corben"/>
                <a:ea typeface="Corben"/>
                <a:cs typeface="Corben"/>
                <a:sym typeface="Corben"/>
              </a:rPr>
              <a:t>DAY-11	</a:t>
            </a:r>
            <a:endParaRPr sz="3200" dirty="0">
              <a:solidFill>
                <a:srgbClr val="579130"/>
              </a:solidFill>
              <a:latin typeface="Corben"/>
              <a:ea typeface="Corben"/>
              <a:cs typeface="Corben"/>
              <a:sym typeface="Corben"/>
            </a:endParaRPr>
          </a:p>
        </p:txBody>
      </p:sp>
      <p:sp>
        <p:nvSpPr>
          <p:cNvPr id="2" name="TextBox 1"/>
          <p:cNvSpPr txBox="1"/>
          <p:nvPr/>
        </p:nvSpPr>
        <p:spPr>
          <a:xfrm>
            <a:off x="4589890" y="3524363"/>
            <a:ext cx="1835759" cy="338554"/>
          </a:xfrm>
          <a:prstGeom prst="rect">
            <a:avLst/>
          </a:prstGeom>
          <a:noFill/>
        </p:spPr>
        <p:txBody>
          <a:bodyPr wrap="none" rtlCol="0">
            <a:spAutoFit/>
          </a:bodyPr>
          <a:lstStyle/>
          <a:p>
            <a:r>
              <a:rPr lang="en-US" sz="1600" b="1" dirty="0">
                <a:solidFill>
                  <a:srgbClr val="283E69"/>
                </a:solidFill>
              </a:rPr>
              <a:t>Anubhav Oberoy</a:t>
            </a:r>
          </a:p>
        </p:txBody>
      </p:sp>
      <p:sp>
        <p:nvSpPr>
          <p:cNvPr id="9" name="Subtitle 736">
            <a:extLst>
              <a:ext uri="{FF2B5EF4-FFF2-40B4-BE49-F238E27FC236}">
                <a16:creationId xmlns:a16="http://schemas.microsoft.com/office/drawing/2014/main" id="{700EA347-9CC8-4879-9255-16687B0BED48}"/>
              </a:ext>
            </a:extLst>
          </p:cNvPr>
          <p:cNvSpPr txBox="1">
            <a:spLocks/>
          </p:cNvSpPr>
          <p:nvPr/>
        </p:nvSpPr>
        <p:spPr>
          <a:xfrm>
            <a:off x="2698834" y="4484357"/>
            <a:ext cx="5086633" cy="531269"/>
          </a:xfrm>
          <a:prstGeom prst="rect">
            <a:avLst/>
          </a:prstGeom>
        </p:spPr>
        <p:txBody>
          <a:bodyPr vert="horz" lIns="0" tIns="60949" rIns="0" bIns="60949" rtlCol="0">
            <a:normAutofit/>
          </a:bodyPr>
          <a:lstStyle>
            <a:lvl1pPr marL="0" indent="0" algn="ctr" defTabSz="1218987" rtl="0" eaLnBrk="1" latinLnBrk="0" hangingPunct="1">
              <a:spcBef>
                <a:spcPct val="20000"/>
              </a:spcBef>
              <a:buFont typeface="Arial" pitchFamily="34" charset="0"/>
              <a:buNone/>
              <a:defRPr lang="en-US" sz="2400" kern="1200" smtClean="0">
                <a:solidFill>
                  <a:schemeClr val="accent2"/>
                </a:solidFill>
                <a:latin typeface="+mn-lt"/>
                <a:ea typeface="+mj-ea"/>
                <a:cs typeface="+mj-cs"/>
              </a:defRPr>
            </a:lvl1pPr>
            <a:lvl2pPr marL="609468" indent="0" algn="ctr" defTabSz="1218987" rtl="0" eaLnBrk="1" latinLnBrk="0" hangingPunct="1">
              <a:spcBef>
                <a:spcPct val="20000"/>
              </a:spcBef>
              <a:buFont typeface="Arial" pitchFamily="34" charset="0"/>
              <a:buNone/>
              <a:defRPr sz="3200" kern="1200">
                <a:solidFill>
                  <a:schemeClr val="tx1">
                    <a:tint val="75000"/>
                  </a:schemeClr>
                </a:solidFill>
                <a:latin typeface="+mj-lt"/>
                <a:ea typeface="+mn-ea"/>
                <a:cs typeface="+mn-cs"/>
              </a:defRPr>
            </a:lvl2pPr>
            <a:lvl3pPr marL="1218936" indent="0" algn="ctr" defTabSz="1218987" rtl="0" eaLnBrk="1" latinLnBrk="0" hangingPunct="1">
              <a:spcBef>
                <a:spcPct val="20000"/>
              </a:spcBef>
              <a:buFont typeface="Arial" pitchFamily="34" charset="0"/>
              <a:buNone/>
              <a:defRPr sz="2400" kern="1200">
                <a:solidFill>
                  <a:schemeClr val="tx1">
                    <a:tint val="75000"/>
                  </a:schemeClr>
                </a:solidFill>
                <a:latin typeface="+mj-lt"/>
                <a:ea typeface="+mn-ea"/>
                <a:cs typeface="+mn-cs"/>
              </a:defRPr>
            </a:lvl3pPr>
            <a:lvl4pPr marL="1828404" indent="0" algn="ctr" defTabSz="1218987" rtl="0" eaLnBrk="1" latinLnBrk="0" hangingPunct="1">
              <a:spcBef>
                <a:spcPct val="20000"/>
              </a:spcBef>
              <a:buFont typeface="Arial" pitchFamily="34" charset="0"/>
              <a:buNone/>
              <a:defRPr sz="2000" kern="1200">
                <a:solidFill>
                  <a:schemeClr val="tx1">
                    <a:tint val="75000"/>
                  </a:schemeClr>
                </a:solidFill>
                <a:latin typeface="+mj-lt"/>
                <a:ea typeface="+mn-ea"/>
                <a:cs typeface="+mn-cs"/>
              </a:defRPr>
            </a:lvl4pPr>
            <a:lvl5pPr marL="2437872" indent="0" algn="ctr" defTabSz="1218987" rtl="0" eaLnBrk="1" latinLnBrk="0" hangingPunct="1">
              <a:spcBef>
                <a:spcPct val="20000"/>
              </a:spcBef>
              <a:buFont typeface="Arial" pitchFamily="34" charset="0"/>
              <a:buNone/>
              <a:defRPr sz="2000" kern="1200">
                <a:solidFill>
                  <a:schemeClr val="tx1">
                    <a:tint val="75000"/>
                  </a:schemeClr>
                </a:solidFill>
                <a:latin typeface="+mj-lt"/>
                <a:ea typeface="+mn-ea"/>
                <a:cs typeface="+mn-cs"/>
              </a:defRPr>
            </a:lvl5pPr>
            <a:lvl6pPr marL="3047340" indent="0" algn="ctr" defTabSz="1218987" rtl="0" eaLnBrk="1" latinLnBrk="0" hangingPunct="1">
              <a:spcBef>
                <a:spcPct val="20000"/>
              </a:spcBef>
              <a:buFont typeface="Arial" pitchFamily="34" charset="0"/>
              <a:buNone/>
              <a:defRPr sz="2700" kern="1200">
                <a:solidFill>
                  <a:schemeClr val="tx1">
                    <a:tint val="75000"/>
                  </a:schemeClr>
                </a:solidFill>
                <a:latin typeface="+mn-lt"/>
                <a:ea typeface="+mn-ea"/>
                <a:cs typeface="+mn-cs"/>
              </a:defRPr>
            </a:lvl6pPr>
            <a:lvl7pPr marL="3656808" indent="0" algn="ctr" defTabSz="1218987" rtl="0" eaLnBrk="1" latinLnBrk="0" hangingPunct="1">
              <a:spcBef>
                <a:spcPct val="20000"/>
              </a:spcBef>
              <a:buFont typeface="Arial" pitchFamily="34" charset="0"/>
              <a:buNone/>
              <a:defRPr sz="2700" kern="1200">
                <a:solidFill>
                  <a:schemeClr val="tx1">
                    <a:tint val="75000"/>
                  </a:schemeClr>
                </a:solidFill>
                <a:latin typeface="+mn-lt"/>
                <a:ea typeface="+mn-ea"/>
                <a:cs typeface="+mn-cs"/>
              </a:defRPr>
            </a:lvl7pPr>
            <a:lvl8pPr marL="4266275" indent="0" algn="ctr" defTabSz="1218987" rtl="0" eaLnBrk="1" latinLnBrk="0" hangingPunct="1">
              <a:spcBef>
                <a:spcPct val="20000"/>
              </a:spcBef>
              <a:buFont typeface="Arial" pitchFamily="34" charset="0"/>
              <a:buNone/>
              <a:defRPr sz="2700" kern="1200">
                <a:solidFill>
                  <a:schemeClr val="tx1">
                    <a:tint val="75000"/>
                  </a:schemeClr>
                </a:solidFill>
                <a:latin typeface="+mn-lt"/>
                <a:ea typeface="+mn-ea"/>
                <a:cs typeface="+mn-cs"/>
              </a:defRPr>
            </a:lvl8pPr>
            <a:lvl9pPr marL="4875744" indent="0" algn="ctr" defTabSz="1218987" rtl="0" eaLnBrk="1" latinLnBrk="0" hangingPunct="1">
              <a:spcBef>
                <a:spcPct val="20000"/>
              </a:spcBef>
              <a:buFont typeface="Arial" pitchFamily="34" charset="0"/>
              <a:buNone/>
              <a:defRPr sz="2700" kern="1200">
                <a:solidFill>
                  <a:schemeClr val="tx1">
                    <a:tint val="75000"/>
                  </a:schemeClr>
                </a:solidFill>
                <a:latin typeface="+mn-lt"/>
                <a:ea typeface="+mn-ea"/>
                <a:cs typeface="+mn-cs"/>
              </a:defRPr>
            </a:lvl9pPr>
          </a:lstStyle>
          <a:p>
            <a:pPr>
              <a:buClrTx/>
            </a:pPr>
            <a:r>
              <a:rPr lang="en-IN" spc="100" dirty="0">
                <a:solidFill>
                  <a:srgbClr val="283E69"/>
                </a:solidFill>
                <a:latin typeface="Cooper Black" panose="0208090404030B020404" pitchFamily="18" charset="0"/>
              </a:rPr>
              <a:t>www.AnubhavTrainings.com</a:t>
            </a:r>
          </a:p>
        </p:txBody>
      </p:sp>
      <p:sp>
        <p:nvSpPr>
          <p:cNvPr id="11" name="TextBox 10">
            <a:extLst>
              <a:ext uri="{FF2B5EF4-FFF2-40B4-BE49-F238E27FC236}">
                <a16:creationId xmlns:a16="http://schemas.microsoft.com/office/drawing/2014/main" id="{66565992-7E12-89E4-D7DB-B3B44A1FB17D}"/>
              </a:ext>
            </a:extLst>
          </p:cNvPr>
          <p:cNvSpPr txBox="1"/>
          <p:nvPr/>
        </p:nvSpPr>
        <p:spPr>
          <a:xfrm>
            <a:off x="3388935" y="4846349"/>
            <a:ext cx="3963274" cy="338554"/>
          </a:xfrm>
          <a:prstGeom prst="rect">
            <a:avLst/>
          </a:prstGeom>
          <a:noFill/>
        </p:spPr>
        <p:txBody>
          <a:bodyPr wrap="square" rtlCol="0">
            <a:spAutoFit/>
          </a:bodyPr>
          <a:lstStyle/>
          <a:p>
            <a:pPr defTabSz="1218987">
              <a:buClrTx/>
              <a:buFontTx/>
              <a:buNone/>
            </a:pPr>
            <a:r>
              <a:rPr lang="en-US" sz="1600" b="1" kern="1200" dirty="0">
                <a:solidFill>
                  <a:srgbClr val="FFC000"/>
                </a:solidFill>
                <a:latin typeface="Segoe UI"/>
                <a:ea typeface="+mn-ea"/>
                <a:cs typeface="+mn-cs"/>
              </a:rPr>
              <a:t>Follow excellence with sheer passion</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6" presetClass="entr" presetSubtype="21"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barn(inVertical)">
                                      <p:cBhvr>
                                        <p:cTn id="7" dur="500"/>
                                        <p:tgtEl>
                                          <p:spTgt spid="9"/>
                                        </p:tgtEl>
                                      </p:cBhvr>
                                    </p:animEffect>
                                  </p:childTnLst>
                                </p:cTn>
                              </p:par>
                              <p:par>
                                <p:cTn id="8" presetID="16" presetClass="entr" presetSubtype="21" fill="hold" grpId="0" nodeType="withEffect">
                                  <p:stCondLst>
                                    <p:cond delay="0"/>
                                  </p:stCondLst>
                                  <p:childTnLst>
                                    <p:set>
                                      <p:cBhvr>
                                        <p:cTn id="9" dur="1" fill="hold">
                                          <p:stCondLst>
                                            <p:cond delay="0"/>
                                          </p:stCondLst>
                                        </p:cTn>
                                        <p:tgtEl>
                                          <p:spTgt spid="11"/>
                                        </p:tgtEl>
                                        <p:attrNameLst>
                                          <p:attrName>style.visibility</p:attrName>
                                        </p:attrNameLst>
                                      </p:cBhvr>
                                      <p:to>
                                        <p:strVal val="visible"/>
                                      </p:to>
                                    </p:set>
                                    <p:animEffect transition="in" filter="barn(inVertical)">
                                      <p:cBhvr>
                                        <p:cTn id="10" dur="500"/>
                                        <p:tgtEl>
                                          <p:spTgt spid="11"/>
                                        </p:tgtEl>
                                      </p:cBhvr>
                                    </p:animEffect>
                                  </p:childTnLst>
                                </p:cTn>
                              </p:par>
                            </p:childTnLst>
                          </p:cTn>
                        </p:par>
                      </p:childTnLst>
                    </p:cTn>
                  </p:par>
                  <p:par>
                    <p:cTn id="11" fill="hold">
                      <p:stCondLst>
                        <p:cond delay="indefinite"/>
                      </p:stCondLst>
                      <p:childTnLst>
                        <p:par>
                          <p:cTn id="12" fill="hold">
                            <p:stCondLst>
                              <p:cond delay="0"/>
                            </p:stCondLst>
                            <p:childTnLst>
                              <p:par>
                                <p:cTn id="13" presetID="16" presetClass="entr" presetSubtype="21" fill="hold" grpId="0" nodeType="clickEffect">
                                  <p:stCondLst>
                                    <p:cond delay="0"/>
                                  </p:stCondLst>
                                  <p:childTnLst>
                                    <p:set>
                                      <p:cBhvr>
                                        <p:cTn id="14" dur="1" fill="hold">
                                          <p:stCondLst>
                                            <p:cond delay="0"/>
                                          </p:stCondLst>
                                        </p:cTn>
                                        <p:tgtEl>
                                          <p:spTgt spid="500"/>
                                        </p:tgtEl>
                                        <p:attrNameLst>
                                          <p:attrName>style.visibility</p:attrName>
                                        </p:attrNameLst>
                                      </p:cBhvr>
                                      <p:to>
                                        <p:strVal val="visible"/>
                                      </p:to>
                                    </p:set>
                                    <p:animEffect transition="in" filter="barn(inVertical)">
                                      <p:cBhvr>
                                        <p:cTn id="15" dur="500"/>
                                        <p:tgtEl>
                                          <p:spTgt spid="500"/>
                                        </p:tgtEl>
                                      </p:cBhvr>
                                    </p:animEffect>
                                  </p:childTnLst>
                                </p:cTn>
                              </p:par>
                            </p:childTnLst>
                          </p:cTn>
                        </p:par>
                      </p:childTnLst>
                    </p:cTn>
                  </p:par>
                  <p:par>
                    <p:cTn id="16" fill="hold">
                      <p:stCondLst>
                        <p:cond delay="indefinite"/>
                      </p:stCondLst>
                      <p:childTnLst>
                        <p:par>
                          <p:cTn id="17" fill="hold">
                            <p:stCondLst>
                              <p:cond delay="0"/>
                            </p:stCondLst>
                            <p:childTnLst>
                              <p:par>
                                <p:cTn id="18" presetID="16" presetClass="entr" presetSubtype="21" fill="hold" grpId="0" nodeType="clickEffect">
                                  <p:stCondLst>
                                    <p:cond delay="0"/>
                                  </p:stCondLst>
                                  <p:childTnLst>
                                    <p:set>
                                      <p:cBhvr>
                                        <p:cTn id="19" dur="1" fill="hold">
                                          <p:stCondLst>
                                            <p:cond delay="0"/>
                                          </p:stCondLst>
                                        </p:cTn>
                                        <p:tgtEl>
                                          <p:spTgt spid="496"/>
                                        </p:tgtEl>
                                        <p:attrNameLst>
                                          <p:attrName>style.visibility</p:attrName>
                                        </p:attrNameLst>
                                      </p:cBhvr>
                                      <p:to>
                                        <p:strVal val="visible"/>
                                      </p:to>
                                    </p:set>
                                    <p:animEffect transition="in" filter="barn(inVertical)">
                                      <p:cBhvr>
                                        <p:cTn id="20" dur="500"/>
                                        <p:tgtEl>
                                          <p:spTgt spid="496"/>
                                        </p:tgtEl>
                                      </p:cBhvr>
                                    </p:animEffect>
                                  </p:childTnLst>
                                </p:cTn>
                              </p:par>
                              <p:par>
                                <p:cTn id="21" presetID="16" presetClass="entr" presetSubtype="21" fill="hold" grpId="0" nodeType="withEffect">
                                  <p:stCondLst>
                                    <p:cond delay="0"/>
                                  </p:stCondLst>
                                  <p:childTnLst>
                                    <p:set>
                                      <p:cBhvr>
                                        <p:cTn id="22" dur="1" fill="hold">
                                          <p:stCondLst>
                                            <p:cond delay="0"/>
                                          </p:stCondLst>
                                        </p:cTn>
                                        <p:tgtEl>
                                          <p:spTgt spid="2"/>
                                        </p:tgtEl>
                                        <p:attrNameLst>
                                          <p:attrName>style.visibility</p:attrName>
                                        </p:attrNameLst>
                                      </p:cBhvr>
                                      <p:to>
                                        <p:strVal val="visible"/>
                                      </p:to>
                                    </p:set>
                                    <p:animEffect transition="in" filter="barn(inVertical)">
                                      <p:cBhvr>
                                        <p:cTn id="23" dur="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96" grpId="0"/>
      <p:bldP spid="500" grpId="0" animBg="1"/>
      <p:bldP spid="2" grpId="0"/>
      <p:bldP spid="9" grpId="0"/>
      <p:bldP spid="11" grpId="0"/>
    </p:bld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Placeholder 1"/>
          <p:cNvPicPr>
            <a:picLocks noGrp="1" noChangeAspect="1"/>
          </p:cNvPicPr>
          <p:nvPr>
            <p:ph type="pic" idx="1"/>
          </p:nvPr>
        </p:nvPicPr>
        <p:blipFill rotWithShape="1">
          <a:blip r:embed="rId2" cstate="email">
            <a:extLst>
              <a:ext uri="{28A0092B-C50C-407E-A947-70E740481C1C}">
                <a14:useLocalDpi xmlns:a14="http://schemas.microsoft.com/office/drawing/2010/main"/>
              </a:ext>
            </a:extLst>
          </a:blip>
          <a:srcRect/>
          <a:stretch/>
        </p:blipFill>
        <p:spPr>
          <a:solidFill>
            <a:schemeClr val="bg1">
              <a:lumMod val="95000"/>
            </a:schemeClr>
          </a:solidFill>
        </p:spPr>
      </p:pic>
      <p:sp>
        <p:nvSpPr>
          <p:cNvPr id="13" name="Rectangle 12">
            <a:extLst>
              <a:ext uri="{FF2B5EF4-FFF2-40B4-BE49-F238E27FC236}">
                <a16:creationId xmlns:a16="http://schemas.microsoft.com/office/drawing/2014/main" id="{EE1D1380-BC28-F74F-8866-BD4C0AD42595}"/>
              </a:ext>
            </a:extLst>
          </p:cNvPr>
          <p:cNvSpPr/>
          <p:nvPr/>
        </p:nvSpPr>
        <p:spPr>
          <a:xfrm>
            <a:off x="1587" y="-13391"/>
            <a:ext cx="12185651" cy="7589135"/>
          </a:xfrm>
          <a:prstGeom prst="rect">
            <a:avLst/>
          </a:prstGeom>
          <a:solidFill>
            <a:schemeClr val="bg1">
              <a:alpha val="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913943">
              <a:defRPr/>
            </a:pPr>
            <a:endParaRPr lang="en-US" sz="1799">
              <a:solidFill>
                <a:srgbClr val="FFFFFF"/>
              </a:solidFill>
              <a:latin typeface="Arial" panose="020B0604020202020204"/>
            </a:endParaRPr>
          </a:p>
        </p:txBody>
      </p:sp>
      <p:sp>
        <p:nvSpPr>
          <p:cNvPr id="6" name="Rectangle 5"/>
          <p:cNvSpPr/>
          <p:nvPr/>
        </p:nvSpPr>
        <p:spPr>
          <a:xfrm>
            <a:off x="1587" y="3190483"/>
            <a:ext cx="12185651" cy="2509639"/>
          </a:xfrm>
          <a:prstGeom prst="rect">
            <a:avLst/>
          </a:prstGeom>
          <a:gradFill flip="none" rotWithShape="1">
            <a:gsLst>
              <a:gs pos="13000">
                <a:srgbClr val="25B6C2">
                  <a:alpha val="50000"/>
                </a:srgbClr>
              </a:gs>
              <a:gs pos="100000">
                <a:srgbClr val="0692DB">
                  <a:alpha val="50000"/>
                </a:srgbClr>
              </a:gs>
            </a:gsLst>
            <a:lin ang="27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913943">
              <a:defRPr/>
            </a:pPr>
            <a:endParaRPr lang="ko-KR" altLang="en-US" sz="1799">
              <a:solidFill>
                <a:srgbClr val="FFFFFF"/>
              </a:solidFill>
              <a:latin typeface="Arial" panose="020B0604020202020204"/>
              <a:ea typeface="굴림" panose="020B0600000101010101" pitchFamily="34" charset="-127"/>
            </a:endParaRPr>
          </a:p>
        </p:txBody>
      </p:sp>
      <p:sp>
        <p:nvSpPr>
          <p:cNvPr id="7" name="Rectangle 6"/>
          <p:cNvSpPr/>
          <p:nvPr/>
        </p:nvSpPr>
        <p:spPr>
          <a:xfrm>
            <a:off x="1587" y="3362982"/>
            <a:ext cx="12185651" cy="2127761"/>
          </a:xfrm>
          <a:prstGeom prst="rect">
            <a:avLst/>
          </a:prstGeom>
          <a:gradFill flip="none" rotWithShape="1">
            <a:gsLst>
              <a:gs pos="13000">
                <a:srgbClr val="25B6C2"/>
              </a:gs>
              <a:gs pos="100000">
                <a:srgbClr val="0692DB"/>
              </a:gs>
            </a:gsLst>
            <a:lin ang="27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913943">
              <a:defRPr/>
            </a:pPr>
            <a:endParaRPr lang="ko-KR" altLang="en-US" sz="1799">
              <a:solidFill>
                <a:srgbClr val="FFFFFF"/>
              </a:solidFill>
              <a:latin typeface="Arial" panose="020B0604020202020204"/>
              <a:ea typeface="굴림" panose="020B0600000101010101" pitchFamily="34" charset="-127"/>
            </a:endParaRPr>
          </a:p>
        </p:txBody>
      </p:sp>
      <p:sp>
        <p:nvSpPr>
          <p:cNvPr id="19" name="TextBox 18">
            <a:extLst>
              <a:ext uri="{FF2B5EF4-FFF2-40B4-BE49-F238E27FC236}">
                <a16:creationId xmlns:a16="http://schemas.microsoft.com/office/drawing/2014/main" id="{B945CD40-9ABD-7441-A0F8-C5ACA34BB34C}"/>
              </a:ext>
            </a:extLst>
          </p:cNvPr>
          <p:cNvSpPr txBox="1"/>
          <p:nvPr/>
        </p:nvSpPr>
        <p:spPr>
          <a:xfrm>
            <a:off x="3840714" y="3436579"/>
            <a:ext cx="4507397" cy="646163"/>
          </a:xfrm>
          <a:prstGeom prst="rect">
            <a:avLst/>
          </a:prstGeom>
          <a:noFill/>
          <a:ln>
            <a:noFill/>
          </a:ln>
        </p:spPr>
        <p:txBody>
          <a:bodyPr wrap="square" rtlCol="0">
            <a:spAutoFit/>
          </a:bodyPr>
          <a:lstStyle/>
          <a:p>
            <a:pPr algn="ctr" defTabSz="913943">
              <a:defRPr/>
            </a:pPr>
            <a:r>
              <a:rPr lang="en-IN" sz="3599" b="1" dirty="0">
                <a:solidFill>
                  <a:srgbClr val="FFFFFF"/>
                </a:solidFill>
                <a:latin typeface="Arial" panose="020B0604020202020204" pitchFamily="34" charset="0"/>
                <a:ea typeface="Cambria" panose="02040503050406030204" pitchFamily="18" charset="0"/>
                <a:cs typeface="Arial" panose="020B0604020202020204" pitchFamily="34" charset="0"/>
              </a:rPr>
              <a:t>DISCLAIMER</a:t>
            </a:r>
            <a:endParaRPr lang="en-US" sz="3299" spc="150" dirty="0">
              <a:solidFill>
                <a:srgbClr val="FFFFFF"/>
              </a:solidFill>
              <a:latin typeface="Arial" panose="020B0604020202020204" pitchFamily="34" charset="0"/>
              <a:ea typeface="Lato Medium" panose="020F0502020204030203" pitchFamily="34" charset="0"/>
              <a:cs typeface="Arial" panose="020B0604020202020204" pitchFamily="34" charset="0"/>
            </a:endParaRPr>
          </a:p>
        </p:txBody>
      </p:sp>
      <p:sp>
        <p:nvSpPr>
          <p:cNvPr id="20" name="TextBox 19">
            <a:extLst>
              <a:ext uri="{FF2B5EF4-FFF2-40B4-BE49-F238E27FC236}">
                <a16:creationId xmlns:a16="http://schemas.microsoft.com/office/drawing/2014/main" id="{B945CD40-9ABD-7441-A0F8-C5ACA34BB34C}"/>
              </a:ext>
            </a:extLst>
          </p:cNvPr>
          <p:cNvSpPr txBox="1"/>
          <p:nvPr/>
        </p:nvSpPr>
        <p:spPr>
          <a:xfrm>
            <a:off x="442020" y="4059852"/>
            <a:ext cx="11304786" cy="1200016"/>
          </a:xfrm>
          <a:prstGeom prst="rect">
            <a:avLst/>
          </a:prstGeom>
          <a:noFill/>
          <a:ln>
            <a:noFill/>
          </a:ln>
        </p:spPr>
        <p:txBody>
          <a:bodyPr wrap="square" rtlCol="0">
            <a:spAutoFit/>
          </a:bodyPr>
          <a:lstStyle/>
          <a:p>
            <a:pPr algn="ctr" defTabSz="913943">
              <a:defRPr/>
            </a:pPr>
            <a:r>
              <a:rPr lang="en-IN" sz="2399" dirty="0">
                <a:solidFill>
                  <a:srgbClr val="FFFFFF"/>
                </a:solidFill>
                <a:latin typeface="Arial" panose="020B0604020202020204" pitchFamily="34" charset="0"/>
                <a:cs typeface="Arial" panose="020B0604020202020204" pitchFamily="34" charset="0"/>
              </a:rPr>
              <a:t>The training content and delivery of this presentation is confidential, and cannot be recorded, or copied and distributed to any third party, without the written consent of Anubhav Trainings</a:t>
            </a:r>
          </a:p>
        </p:txBody>
      </p:sp>
      <p:pic>
        <p:nvPicPr>
          <p:cNvPr id="9" name="Picture 4">
            <a:extLst>
              <a:ext uri="{FF2B5EF4-FFF2-40B4-BE49-F238E27FC236}">
                <a16:creationId xmlns:a16="http://schemas.microsoft.com/office/drawing/2014/main" id="{DB8A7F7E-7F2C-20C1-2A09-7D9F11F6AD11}"/>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532069" y="0"/>
            <a:ext cx="655169" cy="64711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06380623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Rounded Corners 4">
            <a:extLst>
              <a:ext uri="{FF2B5EF4-FFF2-40B4-BE49-F238E27FC236}">
                <a16:creationId xmlns:a16="http://schemas.microsoft.com/office/drawing/2014/main" id="{EA8F6A9E-4911-4C13-BF00-4BE4386AE0F7}"/>
              </a:ext>
            </a:extLst>
          </p:cNvPr>
          <p:cNvSpPr/>
          <p:nvPr/>
        </p:nvSpPr>
        <p:spPr>
          <a:xfrm>
            <a:off x="1718111" y="1105227"/>
            <a:ext cx="4889619" cy="840385"/>
          </a:xfrm>
          <a:prstGeom prst="roundRect">
            <a:avLst>
              <a:gd name="adj" fmla="val 18154"/>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6" name="Rectangle: Rounded Corners 35">
            <a:extLst>
              <a:ext uri="{FF2B5EF4-FFF2-40B4-BE49-F238E27FC236}">
                <a16:creationId xmlns:a16="http://schemas.microsoft.com/office/drawing/2014/main" id="{AF6E7713-5946-46A4-BF47-B37093B73CC4}"/>
              </a:ext>
            </a:extLst>
          </p:cNvPr>
          <p:cNvSpPr/>
          <p:nvPr/>
        </p:nvSpPr>
        <p:spPr>
          <a:xfrm>
            <a:off x="2134637" y="2352875"/>
            <a:ext cx="4889619" cy="840385"/>
          </a:xfrm>
          <a:prstGeom prst="roundRect">
            <a:avLst>
              <a:gd name="adj" fmla="val 18154"/>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7" name="Rectangle: Rounded Corners 36">
            <a:extLst>
              <a:ext uri="{FF2B5EF4-FFF2-40B4-BE49-F238E27FC236}">
                <a16:creationId xmlns:a16="http://schemas.microsoft.com/office/drawing/2014/main" id="{5216E7A0-138C-422D-847B-06FB608C8E01}"/>
              </a:ext>
            </a:extLst>
          </p:cNvPr>
          <p:cNvSpPr/>
          <p:nvPr/>
        </p:nvSpPr>
        <p:spPr>
          <a:xfrm>
            <a:off x="2551163" y="3600523"/>
            <a:ext cx="4889619" cy="840385"/>
          </a:xfrm>
          <a:prstGeom prst="roundRect">
            <a:avLst>
              <a:gd name="adj" fmla="val 18154"/>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8" name="Rectangle: Rounded Corners 37">
            <a:extLst>
              <a:ext uri="{FF2B5EF4-FFF2-40B4-BE49-F238E27FC236}">
                <a16:creationId xmlns:a16="http://schemas.microsoft.com/office/drawing/2014/main" id="{2E200DD0-D348-45E6-9B6B-43B966A8FF8C}"/>
              </a:ext>
            </a:extLst>
          </p:cNvPr>
          <p:cNvSpPr/>
          <p:nvPr/>
        </p:nvSpPr>
        <p:spPr>
          <a:xfrm>
            <a:off x="2967689" y="4848171"/>
            <a:ext cx="4889619" cy="840385"/>
          </a:xfrm>
          <a:prstGeom prst="roundRect">
            <a:avLst>
              <a:gd name="adj" fmla="val 18154"/>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pic>
        <p:nvPicPr>
          <p:cNvPr id="23" name="Picture Placeholder 22">
            <a:extLst>
              <a:ext uri="{FF2B5EF4-FFF2-40B4-BE49-F238E27FC236}">
                <a16:creationId xmlns:a16="http://schemas.microsoft.com/office/drawing/2014/main" id="{58189288-4068-4B20-8FAB-92E0830D6B2E}"/>
              </a:ext>
            </a:extLst>
          </p:cNvPr>
          <p:cNvPicPr>
            <a:picLocks noGrp="1" noChangeAspect="1"/>
          </p:cNvPicPr>
          <p:nvPr>
            <p:ph type="pic" sz="quarter" idx="13"/>
          </p:nvPr>
        </p:nvPicPr>
        <p:blipFill rotWithShape="1">
          <a:blip r:embed="rId3">
            <a:extLst>
              <a:ext uri="{28A0092B-C50C-407E-A947-70E740481C1C}">
                <a14:useLocalDpi xmlns:a14="http://schemas.microsoft.com/office/drawing/2010/main" val="0"/>
              </a:ext>
            </a:extLst>
          </a:blip>
          <a:srcRect l="39725" t="7760" r="8472" b="4056"/>
          <a:stretch/>
        </p:blipFill>
        <p:spPr>
          <a:xfrm>
            <a:off x="-1" y="-1"/>
            <a:ext cx="5662364" cy="6858000"/>
          </a:xfrm>
          <a:effectLst>
            <a:outerShdw blurRad="368300" dist="254000" dir="20580000" algn="tl" rotWithShape="0">
              <a:prstClr val="black">
                <a:alpha val="20000"/>
              </a:prstClr>
            </a:outerShdw>
          </a:effectLst>
        </p:spPr>
      </p:pic>
      <p:sp>
        <p:nvSpPr>
          <p:cNvPr id="31" name="Freeform: Shape 30">
            <a:extLst>
              <a:ext uri="{FF2B5EF4-FFF2-40B4-BE49-F238E27FC236}">
                <a16:creationId xmlns:a16="http://schemas.microsoft.com/office/drawing/2014/main" id="{C536E1EE-C900-4048-90CA-E22FBE51EE3B}"/>
              </a:ext>
            </a:extLst>
          </p:cNvPr>
          <p:cNvSpPr/>
          <p:nvPr/>
        </p:nvSpPr>
        <p:spPr>
          <a:xfrm>
            <a:off x="1718111" y="-1"/>
            <a:ext cx="3989979" cy="6814397"/>
          </a:xfrm>
          <a:custGeom>
            <a:avLst/>
            <a:gdLst>
              <a:gd name="connsiteX0" fmla="*/ 0 w 3989979"/>
              <a:gd name="connsiteY0" fmla="*/ 0 h 6814397"/>
              <a:gd name="connsiteX1" fmla="*/ 1282220 w 3989979"/>
              <a:gd name="connsiteY1" fmla="*/ 0 h 6814397"/>
              <a:gd name="connsiteX2" fmla="*/ 1402006 w 3989979"/>
              <a:gd name="connsiteY2" fmla="*/ 94133 h 6814397"/>
              <a:gd name="connsiteX3" fmla="*/ 3989979 w 3989979"/>
              <a:gd name="connsiteY3" fmla="*/ 5581812 h 6814397"/>
              <a:gd name="connsiteX4" fmla="*/ 3908037 w 3989979"/>
              <a:gd name="connsiteY4" fmla="*/ 6664843 h 6814397"/>
              <a:gd name="connsiteX5" fmla="*/ 3881330 w 3989979"/>
              <a:gd name="connsiteY5" fmla="*/ 6814397 h 6814397"/>
              <a:gd name="connsiteX6" fmla="*/ 3889285 w 3989979"/>
              <a:gd name="connsiteY6" fmla="*/ 6709775 h 6814397"/>
              <a:gd name="connsiteX7" fmla="*/ 3898539 w 3989979"/>
              <a:gd name="connsiteY7" fmla="*/ 6343812 h 6814397"/>
              <a:gd name="connsiteX8" fmla="*/ 176735 w 3989979"/>
              <a:gd name="connsiteY8" fmla="*/ 90518 h 6814397"/>
              <a:gd name="connsiteX9" fmla="*/ 0 w 3989979"/>
              <a:gd name="connsiteY9" fmla="*/ 0 h 68143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989979" h="6814397">
                <a:moveTo>
                  <a:pt x="0" y="0"/>
                </a:moveTo>
                <a:lnTo>
                  <a:pt x="1282220" y="0"/>
                </a:lnTo>
                <a:lnTo>
                  <a:pt x="1402006" y="94133"/>
                </a:lnTo>
                <a:cubicBezTo>
                  <a:pt x="2982546" y="1398511"/>
                  <a:pt x="3989979" y="3372512"/>
                  <a:pt x="3989979" y="5581812"/>
                </a:cubicBezTo>
                <a:cubicBezTo>
                  <a:pt x="3989979" y="5950029"/>
                  <a:pt x="3961995" y="6311709"/>
                  <a:pt x="3908037" y="6664843"/>
                </a:cubicBezTo>
                <a:lnTo>
                  <a:pt x="3881330" y="6814397"/>
                </a:lnTo>
                <a:lnTo>
                  <a:pt x="3889285" y="6709775"/>
                </a:lnTo>
                <a:cubicBezTo>
                  <a:pt x="3895430" y="6588564"/>
                  <a:pt x="3898539" y="6466551"/>
                  <a:pt x="3898539" y="6343812"/>
                </a:cubicBezTo>
                <a:cubicBezTo>
                  <a:pt x="3898539" y="3643557"/>
                  <a:pt x="2393609" y="1294797"/>
                  <a:pt x="176735" y="90518"/>
                </a:cubicBezTo>
                <a:lnTo>
                  <a:pt x="0" y="0"/>
                </a:lnTo>
                <a:close/>
              </a:path>
            </a:pathLst>
          </a:custGeom>
          <a:gradFill flip="none" rotWithShape="1">
            <a:gsLst>
              <a:gs pos="3000">
                <a:schemeClr val="accent1"/>
              </a:gs>
              <a:gs pos="100000">
                <a:schemeClr val="accent4"/>
              </a:gs>
            </a:gsLst>
            <a:path path="circle">
              <a:fillToRect r="100000" b="100000"/>
            </a:path>
            <a:tileRect l="-100000" t="-10000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41" name="TextBox 40">
            <a:extLst>
              <a:ext uri="{FF2B5EF4-FFF2-40B4-BE49-F238E27FC236}">
                <a16:creationId xmlns:a16="http://schemas.microsoft.com/office/drawing/2014/main" id="{E3F0EA58-87FF-4FBD-A2F2-8C01EFEECAF2}"/>
              </a:ext>
            </a:extLst>
          </p:cNvPr>
          <p:cNvSpPr txBox="1"/>
          <p:nvPr/>
        </p:nvSpPr>
        <p:spPr>
          <a:xfrm>
            <a:off x="5619826" y="1202254"/>
            <a:ext cx="710451" cy="646331"/>
          </a:xfrm>
          <a:prstGeom prst="rect">
            <a:avLst/>
          </a:prstGeom>
          <a:noFill/>
          <a:effectLst>
            <a:outerShdw dist="50800" dir="2700000" algn="tl" rotWithShape="0">
              <a:prstClr val="black">
                <a:alpha val="17000"/>
              </a:prstClr>
            </a:outerShdw>
          </a:effectLst>
        </p:spPr>
        <p:txBody>
          <a:bodyPr wrap="none" rtlCol="0">
            <a:spAutoFit/>
          </a:bodyPr>
          <a:lstStyle/>
          <a:p>
            <a:pPr algn="ctr"/>
            <a:r>
              <a:rPr lang="en-IN" sz="3600" b="1" dirty="0">
                <a:solidFill>
                  <a:schemeClr val="bg1"/>
                </a:solidFill>
                <a:latin typeface="Open Sans" panose="020B0606030504020204" pitchFamily="34" charset="0"/>
                <a:ea typeface="Open Sans" panose="020B0606030504020204" pitchFamily="34" charset="0"/>
                <a:cs typeface="Open Sans" panose="020B0606030504020204" pitchFamily="34" charset="0"/>
              </a:rPr>
              <a:t>01</a:t>
            </a:r>
          </a:p>
        </p:txBody>
      </p:sp>
      <p:sp>
        <p:nvSpPr>
          <p:cNvPr id="42" name="TextBox 41">
            <a:extLst>
              <a:ext uri="{FF2B5EF4-FFF2-40B4-BE49-F238E27FC236}">
                <a16:creationId xmlns:a16="http://schemas.microsoft.com/office/drawing/2014/main" id="{73592A37-8994-4267-A0A4-4F9D2B0CA640}"/>
              </a:ext>
            </a:extLst>
          </p:cNvPr>
          <p:cNvSpPr txBox="1"/>
          <p:nvPr/>
        </p:nvSpPr>
        <p:spPr>
          <a:xfrm>
            <a:off x="6032781" y="2449902"/>
            <a:ext cx="710451" cy="646331"/>
          </a:xfrm>
          <a:prstGeom prst="rect">
            <a:avLst/>
          </a:prstGeom>
          <a:noFill/>
          <a:effectLst>
            <a:outerShdw dist="50800" dir="2700000" algn="tl" rotWithShape="0">
              <a:prstClr val="black">
                <a:alpha val="17000"/>
              </a:prstClr>
            </a:outerShdw>
          </a:effectLst>
        </p:spPr>
        <p:txBody>
          <a:bodyPr wrap="none" rtlCol="0">
            <a:spAutoFit/>
          </a:bodyPr>
          <a:lstStyle/>
          <a:p>
            <a:pPr algn="ctr"/>
            <a:r>
              <a:rPr lang="en-IN" sz="3600" b="1" dirty="0">
                <a:solidFill>
                  <a:schemeClr val="bg1"/>
                </a:solidFill>
                <a:latin typeface="Open Sans" panose="020B0606030504020204" pitchFamily="34" charset="0"/>
                <a:ea typeface="Open Sans" panose="020B0606030504020204" pitchFamily="34" charset="0"/>
                <a:cs typeface="Open Sans" panose="020B0606030504020204" pitchFamily="34" charset="0"/>
              </a:rPr>
              <a:t>02</a:t>
            </a:r>
          </a:p>
        </p:txBody>
      </p:sp>
      <p:sp>
        <p:nvSpPr>
          <p:cNvPr id="43" name="TextBox 42">
            <a:extLst>
              <a:ext uri="{FF2B5EF4-FFF2-40B4-BE49-F238E27FC236}">
                <a16:creationId xmlns:a16="http://schemas.microsoft.com/office/drawing/2014/main" id="{FF2E8B29-6A17-40BB-94A2-F4C43336C48C}"/>
              </a:ext>
            </a:extLst>
          </p:cNvPr>
          <p:cNvSpPr txBox="1"/>
          <p:nvPr/>
        </p:nvSpPr>
        <p:spPr>
          <a:xfrm>
            <a:off x="6475232" y="3697550"/>
            <a:ext cx="710451" cy="646331"/>
          </a:xfrm>
          <a:prstGeom prst="rect">
            <a:avLst/>
          </a:prstGeom>
          <a:noFill/>
          <a:effectLst>
            <a:outerShdw dist="50800" dir="2700000" algn="tl" rotWithShape="0">
              <a:prstClr val="black">
                <a:alpha val="17000"/>
              </a:prstClr>
            </a:outerShdw>
          </a:effectLst>
        </p:spPr>
        <p:txBody>
          <a:bodyPr wrap="none" rtlCol="0">
            <a:spAutoFit/>
          </a:bodyPr>
          <a:lstStyle/>
          <a:p>
            <a:pPr algn="ctr"/>
            <a:r>
              <a:rPr lang="en-IN" sz="3600" b="1" dirty="0">
                <a:solidFill>
                  <a:schemeClr val="bg1"/>
                </a:solidFill>
                <a:latin typeface="Open Sans" panose="020B0606030504020204" pitchFamily="34" charset="0"/>
                <a:ea typeface="Open Sans" panose="020B0606030504020204" pitchFamily="34" charset="0"/>
                <a:cs typeface="Open Sans" panose="020B0606030504020204" pitchFamily="34" charset="0"/>
              </a:rPr>
              <a:t>03</a:t>
            </a:r>
          </a:p>
        </p:txBody>
      </p:sp>
      <p:sp>
        <p:nvSpPr>
          <p:cNvPr id="44" name="TextBox 43">
            <a:extLst>
              <a:ext uri="{FF2B5EF4-FFF2-40B4-BE49-F238E27FC236}">
                <a16:creationId xmlns:a16="http://schemas.microsoft.com/office/drawing/2014/main" id="{D9D30836-9CA2-4FC2-B426-C58A1B77DEBB}"/>
              </a:ext>
            </a:extLst>
          </p:cNvPr>
          <p:cNvSpPr txBox="1"/>
          <p:nvPr/>
        </p:nvSpPr>
        <p:spPr>
          <a:xfrm>
            <a:off x="6868523" y="4945198"/>
            <a:ext cx="710451" cy="646331"/>
          </a:xfrm>
          <a:prstGeom prst="rect">
            <a:avLst/>
          </a:prstGeom>
          <a:noFill/>
          <a:effectLst>
            <a:outerShdw dist="50800" dir="2700000" algn="tl" rotWithShape="0">
              <a:prstClr val="black">
                <a:alpha val="17000"/>
              </a:prstClr>
            </a:outerShdw>
          </a:effectLst>
        </p:spPr>
        <p:txBody>
          <a:bodyPr wrap="none" rtlCol="0">
            <a:spAutoFit/>
          </a:bodyPr>
          <a:lstStyle/>
          <a:p>
            <a:pPr algn="ctr"/>
            <a:r>
              <a:rPr lang="en-IN" sz="3600" b="1">
                <a:solidFill>
                  <a:schemeClr val="bg1"/>
                </a:solidFill>
                <a:latin typeface="Open Sans" panose="020B0606030504020204" pitchFamily="34" charset="0"/>
                <a:ea typeface="Open Sans" panose="020B0606030504020204" pitchFamily="34" charset="0"/>
                <a:cs typeface="Open Sans" panose="020B0606030504020204" pitchFamily="34" charset="0"/>
              </a:rPr>
              <a:t>04</a:t>
            </a:r>
            <a:endParaRPr lang="en-IN" sz="3600" b="1" dirty="0">
              <a:solidFill>
                <a:schemeClr val="bg1"/>
              </a:solidFill>
              <a:latin typeface="Open Sans" panose="020B0606030504020204" pitchFamily="34" charset="0"/>
              <a:ea typeface="Open Sans" panose="020B0606030504020204" pitchFamily="34" charset="0"/>
              <a:cs typeface="Open Sans" panose="020B0606030504020204" pitchFamily="34" charset="0"/>
            </a:endParaRPr>
          </a:p>
        </p:txBody>
      </p:sp>
      <p:sp>
        <p:nvSpPr>
          <p:cNvPr id="45" name="Rectangle 44">
            <a:extLst>
              <a:ext uri="{FF2B5EF4-FFF2-40B4-BE49-F238E27FC236}">
                <a16:creationId xmlns:a16="http://schemas.microsoft.com/office/drawing/2014/main" id="{8D598D36-C5FC-4900-B880-D9AEBB01296E}"/>
              </a:ext>
            </a:extLst>
          </p:cNvPr>
          <p:cNvSpPr/>
          <p:nvPr/>
        </p:nvSpPr>
        <p:spPr>
          <a:xfrm>
            <a:off x="7255772" y="1076224"/>
            <a:ext cx="2597506" cy="369332"/>
          </a:xfrm>
          <a:prstGeom prst="rect">
            <a:avLst/>
          </a:prstGeom>
        </p:spPr>
        <p:txBody>
          <a:bodyPr wrap="square" lIns="0" rIns="0" anchor="ctr">
            <a:spAutoFit/>
          </a:bodyPr>
          <a:lstStyle/>
          <a:p>
            <a:r>
              <a:rPr lang="en-IN" sz="1800" b="1" dirty="0">
                <a:solidFill>
                  <a:schemeClr val="accent3"/>
                </a:solidFill>
                <a:latin typeface="Open Sans" panose="020B0606030504020204" pitchFamily="34" charset="0"/>
                <a:ea typeface="Open Sans" panose="020B0606030504020204" pitchFamily="34" charset="0"/>
                <a:cs typeface="Open Sans" panose="020B0606030504020204" pitchFamily="34" charset="0"/>
              </a:rPr>
              <a:t>Side Effects</a:t>
            </a:r>
          </a:p>
        </p:txBody>
      </p:sp>
      <p:sp>
        <p:nvSpPr>
          <p:cNvPr id="49" name="Rectangle 48">
            <a:extLst>
              <a:ext uri="{FF2B5EF4-FFF2-40B4-BE49-F238E27FC236}">
                <a16:creationId xmlns:a16="http://schemas.microsoft.com/office/drawing/2014/main" id="{C0874C99-87AF-460C-9044-B8539EAC1769}"/>
              </a:ext>
            </a:extLst>
          </p:cNvPr>
          <p:cNvSpPr/>
          <p:nvPr/>
        </p:nvSpPr>
        <p:spPr>
          <a:xfrm>
            <a:off x="7712976" y="2373010"/>
            <a:ext cx="2597506" cy="369332"/>
          </a:xfrm>
          <a:prstGeom prst="rect">
            <a:avLst/>
          </a:prstGeom>
        </p:spPr>
        <p:txBody>
          <a:bodyPr wrap="square" lIns="0" rIns="0" anchor="ctr">
            <a:spAutoFit/>
          </a:bodyPr>
          <a:lstStyle/>
          <a:p>
            <a:r>
              <a:rPr lang="en-IN" sz="1800" b="1" dirty="0">
                <a:solidFill>
                  <a:schemeClr val="accent6">
                    <a:lumMod val="50000"/>
                    <a:lumOff val="50000"/>
                  </a:schemeClr>
                </a:solidFill>
                <a:latin typeface="Open Sans" panose="020B0606030504020204" pitchFamily="34" charset="0"/>
                <a:ea typeface="Open Sans" panose="020B0606030504020204" pitchFamily="34" charset="0"/>
                <a:cs typeface="Open Sans" panose="020B0606030504020204" pitchFamily="34" charset="0"/>
              </a:rPr>
              <a:t>Draft</a:t>
            </a:r>
          </a:p>
        </p:txBody>
      </p:sp>
      <p:sp>
        <p:nvSpPr>
          <p:cNvPr id="52" name="Rectangle 51">
            <a:extLst>
              <a:ext uri="{FF2B5EF4-FFF2-40B4-BE49-F238E27FC236}">
                <a16:creationId xmlns:a16="http://schemas.microsoft.com/office/drawing/2014/main" id="{20C13AF4-68B6-4226-9401-EDB6ED0540C2}"/>
              </a:ext>
            </a:extLst>
          </p:cNvPr>
          <p:cNvSpPr/>
          <p:nvPr/>
        </p:nvSpPr>
        <p:spPr>
          <a:xfrm>
            <a:off x="8207924" y="3739022"/>
            <a:ext cx="2597506" cy="369332"/>
          </a:xfrm>
          <a:prstGeom prst="rect">
            <a:avLst/>
          </a:prstGeom>
        </p:spPr>
        <p:txBody>
          <a:bodyPr wrap="square" lIns="0" rIns="0" anchor="ctr">
            <a:spAutoFit/>
          </a:bodyPr>
          <a:lstStyle/>
          <a:p>
            <a:r>
              <a:rPr lang="en-IN" sz="1800" b="1" dirty="0">
                <a:solidFill>
                  <a:schemeClr val="accent3"/>
                </a:solidFill>
                <a:latin typeface="Open Sans" panose="020B0606030504020204" pitchFamily="34" charset="0"/>
                <a:ea typeface="Open Sans" panose="020B0606030504020204" pitchFamily="34" charset="0"/>
                <a:cs typeface="Open Sans" panose="020B0606030504020204" pitchFamily="34" charset="0"/>
              </a:rPr>
              <a:t>Authorization</a:t>
            </a:r>
          </a:p>
        </p:txBody>
      </p:sp>
      <p:sp>
        <p:nvSpPr>
          <p:cNvPr id="55" name="Rectangle 54">
            <a:extLst>
              <a:ext uri="{FF2B5EF4-FFF2-40B4-BE49-F238E27FC236}">
                <a16:creationId xmlns:a16="http://schemas.microsoft.com/office/drawing/2014/main" id="{C08D0B4E-C408-458A-9E80-98D57A618BD5}"/>
              </a:ext>
            </a:extLst>
          </p:cNvPr>
          <p:cNvSpPr/>
          <p:nvPr/>
        </p:nvSpPr>
        <p:spPr>
          <a:xfrm>
            <a:off x="8554525" y="4986670"/>
            <a:ext cx="2597506" cy="369332"/>
          </a:xfrm>
          <a:prstGeom prst="rect">
            <a:avLst/>
          </a:prstGeom>
        </p:spPr>
        <p:txBody>
          <a:bodyPr wrap="square" lIns="0" rIns="0" anchor="ctr">
            <a:spAutoFit/>
          </a:bodyPr>
          <a:lstStyle/>
          <a:p>
            <a:r>
              <a:rPr lang="en-IN" sz="1800" b="1" dirty="0">
                <a:solidFill>
                  <a:schemeClr val="accent4"/>
                </a:solidFill>
                <a:latin typeface="Open Sans" panose="020B0606030504020204" pitchFamily="34" charset="0"/>
                <a:ea typeface="Open Sans" panose="020B0606030504020204" pitchFamily="34" charset="0"/>
                <a:cs typeface="Open Sans" panose="020B0606030504020204" pitchFamily="34" charset="0"/>
              </a:rPr>
              <a:t>Pre-checks</a:t>
            </a:r>
          </a:p>
        </p:txBody>
      </p:sp>
      <p:pic>
        <p:nvPicPr>
          <p:cNvPr id="2" name="Picture 4">
            <a:extLst>
              <a:ext uri="{FF2B5EF4-FFF2-40B4-BE49-F238E27FC236}">
                <a16:creationId xmlns:a16="http://schemas.microsoft.com/office/drawing/2014/main" id="{0ABA602A-777F-01F1-3482-2AA689766F78}"/>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1532069" y="0"/>
            <a:ext cx="655169" cy="64711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68641617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311"/>
        <p:cNvGrpSpPr/>
        <p:nvPr/>
      </p:nvGrpSpPr>
      <p:grpSpPr>
        <a:xfrm>
          <a:off x="0" y="0"/>
          <a:ext cx="0" cy="0"/>
          <a:chOff x="0" y="0"/>
          <a:chExt cx="0" cy="0"/>
        </a:xfrm>
      </p:grpSpPr>
      <p:sp>
        <p:nvSpPr>
          <p:cNvPr id="1313" name="Google Shape;1313;p59"/>
          <p:cNvSpPr txBox="1"/>
          <p:nvPr/>
        </p:nvSpPr>
        <p:spPr>
          <a:xfrm>
            <a:off x="191294" y="895"/>
            <a:ext cx="11231710" cy="64616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599" dirty="0">
                <a:solidFill>
                  <a:srgbClr val="FFC000"/>
                </a:solidFill>
                <a:latin typeface="Cooper Black" panose="0208090404030B020404" pitchFamily="18" charset="0"/>
                <a:ea typeface="Corben"/>
                <a:cs typeface="Corben"/>
                <a:sym typeface="Corben"/>
              </a:rPr>
              <a:t>Development Flow – Processor and Approver</a:t>
            </a:r>
            <a:endParaRPr sz="3599" dirty="0">
              <a:solidFill>
                <a:srgbClr val="FFC000"/>
              </a:solidFill>
              <a:latin typeface="Cooper Black" panose="0208090404030B020404" pitchFamily="18" charset="0"/>
              <a:ea typeface="Corben"/>
              <a:cs typeface="Corben"/>
              <a:sym typeface="Corben"/>
            </a:endParaRPr>
          </a:p>
        </p:txBody>
      </p:sp>
      <p:sp>
        <p:nvSpPr>
          <p:cNvPr id="1316" name="Google Shape;1316;p59"/>
          <p:cNvSpPr/>
          <p:nvPr/>
        </p:nvSpPr>
        <p:spPr>
          <a:xfrm>
            <a:off x="4438228" y="4869160"/>
            <a:ext cx="3096344" cy="1080120"/>
          </a:xfrm>
          <a:prstGeom prst="rect">
            <a:avLst/>
          </a:prstGeom>
          <a:solidFill>
            <a:srgbClr val="00B050"/>
          </a:solidFill>
          <a:ln w="12700" cap="flat" cmpd="sng">
            <a:solidFill>
              <a:srgbClr val="1C3052"/>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1600" dirty="0">
                <a:solidFill>
                  <a:schemeClr val="lt1"/>
                </a:solidFill>
                <a:latin typeface="Calibri"/>
                <a:ea typeface="Calibri"/>
                <a:cs typeface="Calibri"/>
                <a:sym typeface="Calibri"/>
              </a:rPr>
              <a:t>Business Object (definition)</a:t>
            </a:r>
            <a:endParaRPr dirty="0"/>
          </a:p>
          <a:p>
            <a:pPr marL="0" marR="0" lvl="0" indent="0" algn="ctr" rtl="0">
              <a:spcBef>
                <a:spcPts val="0"/>
              </a:spcBef>
              <a:spcAft>
                <a:spcPts val="0"/>
              </a:spcAft>
              <a:buNone/>
            </a:pPr>
            <a:r>
              <a:rPr lang="en-US" sz="1600" dirty="0">
                <a:solidFill>
                  <a:schemeClr val="lt1"/>
                </a:solidFill>
                <a:latin typeface="Calibri"/>
                <a:ea typeface="Calibri"/>
                <a:cs typeface="Calibri"/>
                <a:sym typeface="Calibri"/>
              </a:rPr>
              <a:t>Includes the Travel, Booking and Booking Supplement CDS entities</a:t>
            </a:r>
            <a:endParaRPr dirty="0"/>
          </a:p>
          <a:p>
            <a:pPr marL="0" marR="0" lvl="0" indent="0" algn="ctr" rtl="0">
              <a:spcBef>
                <a:spcPts val="0"/>
              </a:spcBef>
              <a:spcAft>
                <a:spcPts val="0"/>
              </a:spcAft>
              <a:buNone/>
            </a:pPr>
            <a:r>
              <a:rPr lang="en-US" sz="1600" dirty="0">
                <a:solidFill>
                  <a:schemeClr val="lt1"/>
                </a:solidFill>
                <a:latin typeface="Calibri"/>
                <a:ea typeface="Calibri"/>
                <a:cs typeface="Calibri"/>
                <a:sym typeface="Calibri"/>
              </a:rPr>
              <a:t>100 fields</a:t>
            </a:r>
            <a:endParaRPr dirty="0"/>
          </a:p>
        </p:txBody>
      </p:sp>
      <p:sp>
        <p:nvSpPr>
          <p:cNvPr id="1317" name="Google Shape;1317;p59"/>
          <p:cNvSpPr/>
          <p:nvPr/>
        </p:nvSpPr>
        <p:spPr>
          <a:xfrm>
            <a:off x="405780" y="647098"/>
            <a:ext cx="3096344" cy="646203"/>
          </a:xfrm>
          <a:prstGeom prst="rect">
            <a:avLst/>
          </a:prstGeom>
          <a:solidFill>
            <a:srgbClr val="2F5496"/>
          </a:solidFill>
          <a:ln w="12700" cap="flat" cmpd="sng">
            <a:solidFill>
              <a:srgbClr val="1C3052"/>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a:solidFill>
                  <a:schemeClr val="lt1"/>
                </a:solidFill>
                <a:latin typeface="Calibri"/>
                <a:ea typeface="Calibri"/>
                <a:cs typeface="Calibri"/>
                <a:sym typeface="Calibri"/>
              </a:rPr>
              <a:t>Fiori App – Processor</a:t>
            </a:r>
            <a:endParaRPr/>
          </a:p>
          <a:p>
            <a:pPr marL="0" marR="0" lvl="0" indent="0" algn="ctr" rtl="0">
              <a:spcBef>
                <a:spcPts val="0"/>
              </a:spcBef>
              <a:spcAft>
                <a:spcPts val="0"/>
              </a:spcAft>
              <a:buNone/>
            </a:pPr>
            <a:r>
              <a:rPr lang="en-US" sz="1400">
                <a:solidFill>
                  <a:schemeClr val="lt1"/>
                </a:solidFill>
                <a:latin typeface="Calibri"/>
                <a:ea typeface="Calibri"/>
                <a:cs typeface="Calibri"/>
                <a:sym typeface="Calibri"/>
              </a:rPr>
              <a:t>Create, update, delete, copy travel</a:t>
            </a:r>
            <a:endParaRPr/>
          </a:p>
        </p:txBody>
      </p:sp>
      <p:sp>
        <p:nvSpPr>
          <p:cNvPr id="1318" name="Google Shape;1318;p59"/>
          <p:cNvSpPr/>
          <p:nvPr/>
        </p:nvSpPr>
        <p:spPr>
          <a:xfrm>
            <a:off x="8882191" y="691641"/>
            <a:ext cx="3024336" cy="646203"/>
          </a:xfrm>
          <a:prstGeom prst="rect">
            <a:avLst/>
          </a:prstGeom>
          <a:solidFill>
            <a:schemeClr val="accent1"/>
          </a:solidFill>
          <a:ln w="12700" cap="flat" cmpd="sng">
            <a:solidFill>
              <a:srgbClr val="1C3052"/>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a:solidFill>
                  <a:schemeClr val="lt1"/>
                </a:solidFill>
                <a:latin typeface="Calibri"/>
                <a:ea typeface="Calibri"/>
                <a:cs typeface="Calibri"/>
                <a:sym typeface="Calibri"/>
              </a:rPr>
              <a:t>Fiori App – Approver</a:t>
            </a:r>
            <a:endParaRPr/>
          </a:p>
          <a:p>
            <a:pPr marL="0" marR="0" lvl="0" indent="0" algn="ctr" rtl="0">
              <a:spcBef>
                <a:spcPts val="0"/>
              </a:spcBef>
              <a:spcAft>
                <a:spcPts val="0"/>
              </a:spcAft>
              <a:buNone/>
            </a:pPr>
            <a:r>
              <a:rPr lang="en-US" sz="1400">
                <a:solidFill>
                  <a:schemeClr val="lt1"/>
                </a:solidFill>
                <a:latin typeface="Calibri"/>
                <a:ea typeface="Calibri"/>
                <a:cs typeface="Calibri"/>
                <a:sym typeface="Calibri"/>
              </a:rPr>
              <a:t>Display the travel request data</a:t>
            </a:r>
            <a:endParaRPr/>
          </a:p>
        </p:txBody>
      </p:sp>
      <p:sp>
        <p:nvSpPr>
          <p:cNvPr id="1319" name="Google Shape;1319;p59"/>
          <p:cNvSpPr/>
          <p:nvPr/>
        </p:nvSpPr>
        <p:spPr>
          <a:xfrm>
            <a:off x="456151" y="4849657"/>
            <a:ext cx="3024336" cy="1080120"/>
          </a:xfrm>
          <a:prstGeom prst="rect">
            <a:avLst/>
          </a:prstGeom>
          <a:solidFill>
            <a:srgbClr val="2F5496"/>
          </a:solidFill>
          <a:ln w="12700" cap="flat" cmpd="sng">
            <a:solidFill>
              <a:srgbClr val="1C3052"/>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1800" dirty="0">
                <a:solidFill>
                  <a:schemeClr val="lt1"/>
                </a:solidFill>
                <a:latin typeface="Calibri"/>
                <a:ea typeface="Calibri"/>
                <a:cs typeface="Calibri"/>
                <a:sym typeface="Calibri"/>
              </a:rPr>
              <a:t>Business Object Projection</a:t>
            </a:r>
            <a:endParaRPr dirty="0"/>
          </a:p>
          <a:p>
            <a:pPr marL="0" marR="0" lvl="0" indent="0" algn="ctr" rtl="0">
              <a:spcBef>
                <a:spcPts val="0"/>
              </a:spcBef>
              <a:spcAft>
                <a:spcPts val="0"/>
              </a:spcAft>
              <a:buNone/>
            </a:pPr>
            <a:r>
              <a:rPr lang="en-US" sz="1800" dirty="0">
                <a:solidFill>
                  <a:schemeClr val="lt1"/>
                </a:solidFill>
                <a:latin typeface="Calibri"/>
                <a:ea typeface="Calibri"/>
                <a:cs typeface="Calibri"/>
                <a:sym typeface="Calibri"/>
              </a:rPr>
              <a:t>For Processor</a:t>
            </a:r>
            <a:endParaRPr dirty="0"/>
          </a:p>
          <a:p>
            <a:pPr marL="0" marR="0" lvl="0" indent="0" algn="ctr" rtl="0">
              <a:spcBef>
                <a:spcPts val="0"/>
              </a:spcBef>
              <a:spcAft>
                <a:spcPts val="0"/>
              </a:spcAft>
              <a:buNone/>
            </a:pPr>
            <a:r>
              <a:rPr lang="en-US" sz="1800" dirty="0">
                <a:solidFill>
                  <a:schemeClr val="lt1"/>
                </a:solidFill>
                <a:latin typeface="Calibri"/>
                <a:ea typeface="Calibri"/>
                <a:cs typeface="Calibri"/>
                <a:sym typeface="Calibri"/>
              </a:rPr>
              <a:t>30 fields to internet</a:t>
            </a:r>
            <a:endParaRPr dirty="0"/>
          </a:p>
        </p:txBody>
      </p:sp>
      <p:sp>
        <p:nvSpPr>
          <p:cNvPr id="1320" name="Google Shape;1320;p59"/>
          <p:cNvSpPr/>
          <p:nvPr/>
        </p:nvSpPr>
        <p:spPr>
          <a:xfrm>
            <a:off x="8882191" y="4869160"/>
            <a:ext cx="3024336" cy="1080120"/>
          </a:xfrm>
          <a:prstGeom prst="rect">
            <a:avLst/>
          </a:prstGeom>
          <a:solidFill>
            <a:schemeClr val="accent1"/>
          </a:solidFill>
          <a:ln w="12700" cap="flat" cmpd="sng">
            <a:solidFill>
              <a:srgbClr val="1C3052"/>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1800">
                <a:solidFill>
                  <a:schemeClr val="lt1"/>
                </a:solidFill>
                <a:latin typeface="Calibri"/>
                <a:ea typeface="Calibri"/>
                <a:cs typeface="Calibri"/>
                <a:sym typeface="Calibri"/>
              </a:rPr>
              <a:t>Business Object Projection </a:t>
            </a:r>
            <a:endParaRPr/>
          </a:p>
          <a:p>
            <a:pPr marL="0" marR="0" lvl="0" indent="0" algn="ctr" rtl="0">
              <a:spcBef>
                <a:spcPts val="0"/>
              </a:spcBef>
              <a:spcAft>
                <a:spcPts val="0"/>
              </a:spcAft>
              <a:buNone/>
            </a:pPr>
            <a:r>
              <a:rPr lang="en-US" sz="1800">
                <a:solidFill>
                  <a:schemeClr val="lt1"/>
                </a:solidFill>
                <a:latin typeface="Calibri"/>
                <a:ea typeface="Calibri"/>
                <a:cs typeface="Calibri"/>
                <a:sym typeface="Calibri"/>
              </a:rPr>
              <a:t>For Approver</a:t>
            </a:r>
            <a:endParaRPr/>
          </a:p>
          <a:p>
            <a:pPr marL="0" marR="0" lvl="0" indent="0" algn="ctr" rtl="0">
              <a:spcBef>
                <a:spcPts val="0"/>
              </a:spcBef>
              <a:spcAft>
                <a:spcPts val="0"/>
              </a:spcAft>
              <a:buNone/>
            </a:pPr>
            <a:r>
              <a:rPr lang="en-US" sz="1800">
                <a:solidFill>
                  <a:schemeClr val="lt1"/>
                </a:solidFill>
                <a:latin typeface="Calibri"/>
                <a:ea typeface="Calibri"/>
                <a:cs typeface="Calibri"/>
                <a:sym typeface="Calibri"/>
              </a:rPr>
              <a:t>25 fields</a:t>
            </a:r>
            <a:endParaRPr/>
          </a:p>
        </p:txBody>
      </p:sp>
      <p:cxnSp>
        <p:nvCxnSpPr>
          <p:cNvPr id="1321" name="Google Shape;1321;p59"/>
          <p:cNvCxnSpPr>
            <a:stCxn id="1316" idx="1"/>
            <a:endCxn id="1319" idx="3"/>
          </p:cNvCxnSpPr>
          <p:nvPr/>
        </p:nvCxnSpPr>
        <p:spPr>
          <a:xfrm flipH="1" flipV="1">
            <a:off x="3480487" y="5389717"/>
            <a:ext cx="957741" cy="19503"/>
          </a:xfrm>
          <a:prstGeom prst="straightConnector1">
            <a:avLst/>
          </a:prstGeom>
          <a:noFill/>
          <a:ln w="9525" cap="flat" cmpd="sng">
            <a:solidFill>
              <a:schemeClr val="accent1"/>
            </a:solidFill>
            <a:prstDash val="solid"/>
            <a:miter lim="800000"/>
            <a:headEnd type="none" w="sm" len="sm"/>
            <a:tailEnd type="triangle" w="med" len="med"/>
          </a:ln>
        </p:spPr>
      </p:cxnSp>
      <p:cxnSp>
        <p:nvCxnSpPr>
          <p:cNvPr id="1322" name="Google Shape;1322;p59"/>
          <p:cNvCxnSpPr>
            <a:stCxn id="1316" idx="3"/>
            <a:endCxn id="1320" idx="1"/>
          </p:cNvCxnSpPr>
          <p:nvPr/>
        </p:nvCxnSpPr>
        <p:spPr>
          <a:xfrm>
            <a:off x="7534572" y="5409220"/>
            <a:ext cx="1347600" cy="0"/>
          </a:xfrm>
          <a:prstGeom prst="straightConnector1">
            <a:avLst/>
          </a:prstGeom>
          <a:noFill/>
          <a:ln w="9525" cap="flat" cmpd="sng">
            <a:solidFill>
              <a:schemeClr val="accent1"/>
            </a:solidFill>
            <a:prstDash val="solid"/>
            <a:miter lim="800000"/>
            <a:headEnd type="none" w="sm" len="sm"/>
            <a:tailEnd type="triangle" w="med" len="med"/>
          </a:ln>
        </p:spPr>
      </p:cxnSp>
      <p:sp>
        <p:nvSpPr>
          <p:cNvPr id="1323" name="Google Shape;1323;p59"/>
          <p:cNvSpPr/>
          <p:nvPr/>
        </p:nvSpPr>
        <p:spPr>
          <a:xfrm>
            <a:off x="405780" y="2132856"/>
            <a:ext cx="3024336" cy="720080"/>
          </a:xfrm>
          <a:prstGeom prst="rect">
            <a:avLst/>
          </a:prstGeom>
          <a:solidFill>
            <a:srgbClr val="2F5496"/>
          </a:solidFill>
          <a:ln w="12700" cap="flat" cmpd="sng">
            <a:solidFill>
              <a:srgbClr val="1C3052"/>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1800" dirty="0">
                <a:solidFill>
                  <a:schemeClr val="lt1"/>
                </a:solidFill>
                <a:latin typeface="Calibri"/>
                <a:ea typeface="Calibri"/>
                <a:cs typeface="Calibri"/>
                <a:sym typeface="Calibri"/>
              </a:rPr>
              <a:t>MDE for Processor Projection</a:t>
            </a:r>
            <a:endParaRPr dirty="0"/>
          </a:p>
        </p:txBody>
      </p:sp>
      <p:sp>
        <p:nvSpPr>
          <p:cNvPr id="1324" name="Google Shape;1324;p59"/>
          <p:cNvSpPr/>
          <p:nvPr/>
        </p:nvSpPr>
        <p:spPr>
          <a:xfrm>
            <a:off x="8882191" y="2155416"/>
            <a:ext cx="3024336" cy="720080"/>
          </a:xfrm>
          <a:prstGeom prst="rect">
            <a:avLst/>
          </a:prstGeom>
          <a:solidFill>
            <a:schemeClr val="accent1"/>
          </a:solidFill>
          <a:ln w="12700" cap="flat" cmpd="sng">
            <a:solidFill>
              <a:srgbClr val="1C3052"/>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1800" dirty="0">
                <a:solidFill>
                  <a:schemeClr val="lt1"/>
                </a:solidFill>
                <a:latin typeface="Calibri"/>
                <a:ea typeface="Calibri"/>
                <a:cs typeface="Calibri"/>
                <a:sym typeface="Calibri"/>
              </a:rPr>
              <a:t>MDE for approver Projection</a:t>
            </a:r>
            <a:endParaRPr dirty="0"/>
          </a:p>
        </p:txBody>
      </p:sp>
      <p:cxnSp>
        <p:nvCxnSpPr>
          <p:cNvPr id="1325" name="Google Shape;1325;p59"/>
          <p:cNvCxnSpPr>
            <a:stCxn id="1319" idx="0"/>
            <a:endCxn id="1323" idx="2"/>
          </p:cNvCxnSpPr>
          <p:nvPr/>
        </p:nvCxnSpPr>
        <p:spPr>
          <a:xfrm flipH="1" flipV="1">
            <a:off x="1917948" y="2852936"/>
            <a:ext cx="50371" cy="1996721"/>
          </a:xfrm>
          <a:prstGeom prst="straightConnector1">
            <a:avLst/>
          </a:prstGeom>
          <a:noFill/>
          <a:ln w="9525" cap="flat" cmpd="sng">
            <a:solidFill>
              <a:schemeClr val="accent1"/>
            </a:solidFill>
            <a:prstDash val="solid"/>
            <a:miter lim="800000"/>
            <a:headEnd type="none" w="sm" len="sm"/>
            <a:tailEnd type="triangle" w="med" len="med"/>
          </a:ln>
        </p:spPr>
      </p:cxnSp>
      <p:cxnSp>
        <p:nvCxnSpPr>
          <p:cNvPr id="1326" name="Google Shape;1326;p59"/>
          <p:cNvCxnSpPr>
            <a:stCxn id="1320" idx="0"/>
            <a:endCxn id="1324" idx="2"/>
          </p:cNvCxnSpPr>
          <p:nvPr/>
        </p:nvCxnSpPr>
        <p:spPr>
          <a:xfrm rot="10800000">
            <a:off x="10394359" y="2875360"/>
            <a:ext cx="0" cy="1993800"/>
          </a:xfrm>
          <a:prstGeom prst="straightConnector1">
            <a:avLst/>
          </a:prstGeom>
          <a:noFill/>
          <a:ln w="9525" cap="flat" cmpd="sng">
            <a:solidFill>
              <a:schemeClr val="accent1"/>
            </a:solidFill>
            <a:prstDash val="solid"/>
            <a:miter lim="800000"/>
            <a:headEnd type="none" w="sm" len="sm"/>
            <a:tailEnd type="triangle" w="med" len="med"/>
          </a:ln>
        </p:spPr>
      </p:cxnSp>
      <p:sp>
        <p:nvSpPr>
          <p:cNvPr id="1327" name="Google Shape;1327;p59"/>
          <p:cNvSpPr/>
          <p:nvPr/>
        </p:nvSpPr>
        <p:spPr>
          <a:xfrm>
            <a:off x="405780" y="1412776"/>
            <a:ext cx="1584176" cy="600605"/>
          </a:xfrm>
          <a:prstGeom prst="rect">
            <a:avLst/>
          </a:prstGeom>
          <a:solidFill>
            <a:srgbClr val="2F5496"/>
          </a:solidFill>
          <a:ln w="12700" cap="flat" cmpd="sng">
            <a:solidFill>
              <a:srgbClr val="1C3052"/>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1600">
                <a:solidFill>
                  <a:schemeClr val="lt1"/>
                </a:solidFill>
                <a:latin typeface="Calibri"/>
                <a:ea typeface="Calibri"/>
                <a:cs typeface="Calibri"/>
                <a:sym typeface="Calibri"/>
              </a:rPr>
              <a:t>Service definition</a:t>
            </a:r>
            <a:endParaRPr/>
          </a:p>
        </p:txBody>
      </p:sp>
      <p:sp>
        <p:nvSpPr>
          <p:cNvPr id="1328" name="Google Shape;1328;p59"/>
          <p:cNvSpPr/>
          <p:nvPr/>
        </p:nvSpPr>
        <p:spPr>
          <a:xfrm>
            <a:off x="2061964" y="1416237"/>
            <a:ext cx="1440160" cy="600605"/>
          </a:xfrm>
          <a:prstGeom prst="rect">
            <a:avLst/>
          </a:prstGeom>
          <a:solidFill>
            <a:srgbClr val="2F5496"/>
          </a:solidFill>
          <a:ln w="12700" cap="flat" cmpd="sng">
            <a:solidFill>
              <a:srgbClr val="1C3052"/>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1600" dirty="0">
                <a:solidFill>
                  <a:schemeClr val="lt1"/>
                </a:solidFill>
                <a:latin typeface="Calibri"/>
                <a:ea typeface="Calibri"/>
                <a:cs typeface="Calibri"/>
                <a:sym typeface="Calibri"/>
              </a:rPr>
              <a:t>Service Binding</a:t>
            </a:r>
            <a:endParaRPr dirty="0"/>
          </a:p>
        </p:txBody>
      </p:sp>
      <p:sp>
        <p:nvSpPr>
          <p:cNvPr id="1329" name="Google Shape;1329;p59"/>
          <p:cNvSpPr/>
          <p:nvPr/>
        </p:nvSpPr>
        <p:spPr>
          <a:xfrm>
            <a:off x="8855026" y="1464670"/>
            <a:ext cx="1584176" cy="600605"/>
          </a:xfrm>
          <a:prstGeom prst="rect">
            <a:avLst/>
          </a:prstGeom>
          <a:solidFill>
            <a:schemeClr val="accent1"/>
          </a:solidFill>
          <a:ln w="12700" cap="flat" cmpd="sng">
            <a:solidFill>
              <a:srgbClr val="1C3052"/>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1600">
                <a:solidFill>
                  <a:schemeClr val="lt1"/>
                </a:solidFill>
                <a:latin typeface="Calibri"/>
                <a:ea typeface="Calibri"/>
                <a:cs typeface="Calibri"/>
                <a:sym typeface="Calibri"/>
              </a:rPr>
              <a:t>Service definition</a:t>
            </a:r>
            <a:endParaRPr/>
          </a:p>
        </p:txBody>
      </p:sp>
      <p:sp>
        <p:nvSpPr>
          <p:cNvPr id="1330" name="Google Shape;1330;p59"/>
          <p:cNvSpPr/>
          <p:nvPr/>
        </p:nvSpPr>
        <p:spPr>
          <a:xfrm>
            <a:off x="10511210" y="1468131"/>
            <a:ext cx="1440160" cy="600605"/>
          </a:xfrm>
          <a:prstGeom prst="rect">
            <a:avLst/>
          </a:prstGeom>
          <a:solidFill>
            <a:schemeClr val="accent1"/>
          </a:solidFill>
          <a:ln w="12700" cap="flat" cmpd="sng">
            <a:solidFill>
              <a:srgbClr val="1C3052"/>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1600">
                <a:solidFill>
                  <a:schemeClr val="lt1"/>
                </a:solidFill>
                <a:latin typeface="Calibri"/>
                <a:ea typeface="Calibri"/>
                <a:cs typeface="Calibri"/>
                <a:sym typeface="Calibri"/>
              </a:rPr>
              <a:t>Service Binding</a:t>
            </a:r>
            <a:endParaRPr/>
          </a:p>
        </p:txBody>
      </p:sp>
      <p:pic>
        <p:nvPicPr>
          <p:cNvPr id="1332" name="Google Shape;1332;p59" descr="A green circle with a white tick in it&#10;&#10;Description automatically generated"/>
          <p:cNvPicPr preferRelativeResize="0"/>
          <p:nvPr/>
        </p:nvPicPr>
        <p:blipFill rotWithShape="1">
          <a:blip r:embed="rId3">
            <a:alphaModFix/>
          </a:blip>
          <a:srcRect/>
          <a:stretch/>
        </p:blipFill>
        <p:spPr>
          <a:xfrm>
            <a:off x="66713" y="6379793"/>
            <a:ext cx="457206" cy="457206"/>
          </a:xfrm>
          <a:prstGeom prst="rect">
            <a:avLst/>
          </a:prstGeom>
          <a:noFill/>
          <a:ln>
            <a:noFill/>
          </a:ln>
        </p:spPr>
      </p:pic>
      <p:sp>
        <p:nvSpPr>
          <p:cNvPr id="1336" name="Google Shape;1336;p59"/>
          <p:cNvSpPr/>
          <p:nvPr/>
        </p:nvSpPr>
        <p:spPr>
          <a:xfrm>
            <a:off x="4418057" y="3560437"/>
            <a:ext cx="3096344" cy="1080120"/>
          </a:xfrm>
          <a:prstGeom prst="rect">
            <a:avLst/>
          </a:prstGeom>
          <a:solidFill>
            <a:srgbClr val="00B050"/>
          </a:solidFill>
          <a:ln w="12700" cap="flat" cmpd="sng">
            <a:solidFill>
              <a:srgbClr val="1C3052"/>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1600" dirty="0">
                <a:solidFill>
                  <a:schemeClr val="lt1"/>
                </a:solidFill>
                <a:latin typeface="Calibri"/>
                <a:ea typeface="Calibri"/>
                <a:cs typeface="Calibri"/>
                <a:sym typeface="Calibri"/>
              </a:rPr>
              <a:t>Behavior Definition (BDEF)</a:t>
            </a:r>
            <a:endParaRPr dirty="0"/>
          </a:p>
          <a:p>
            <a:pPr marL="0" marR="0" lvl="0" indent="0" algn="ctr" rtl="0">
              <a:spcBef>
                <a:spcPts val="0"/>
              </a:spcBef>
              <a:spcAft>
                <a:spcPts val="0"/>
              </a:spcAft>
              <a:buNone/>
            </a:pPr>
            <a:r>
              <a:rPr lang="en-US" sz="1600" dirty="0">
                <a:solidFill>
                  <a:schemeClr val="lt1"/>
                </a:solidFill>
                <a:latin typeface="Calibri"/>
                <a:ea typeface="Calibri"/>
                <a:cs typeface="Calibri"/>
                <a:sym typeface="Calibri"/>
              </a:rPr>
              <a:t>Tell RAP framework regarding our operations which needs to be supported for BO (managed)</a:t>
            </a:r>
            <a:endParaRPr dirty="0"/>
          </a:p>
        </p:txBody>
      </p:sp>
      <p:sp>
        <p:nvSpPr>
          <p:cNvPr id="1337" name="Google Shape;1337;p59"/>
          <p:cNvSpPr/>
          <p:nvPr/>
        </p:nvSpPr>
        <p:spPr>
          <a:xfrm>
            <a:off x="405780" y="3555658"/>
            <a:ext cx="3024336" cy="1080120"/>
          </a:xfrm>
          <a:prstGeom prst="rect">
            <a:avLst/>
          </a:prstGeom>
          <a:solidFill>
            <a:srgbClr val="2F5496"/>
          </a:solidFill>
          <a:ln w="12700" cap="flat" cmpd="sng">
            <a:solidFill>
              <a:srgbClr val="1C3052"/>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1800" dirty="0">
                <a:solidFill>
                  <a:schemeClr val="lt1"/>
                </a:solidFill>
                <a:latin typeface="Calibri"/>
                <a:ea typeface="Calibri"/>
                <a:cs typeface="Calibri"/>
                <a:sym typeface="Calibri"/>
              </a:rPr>
              <a:t>BDEF Projection</a:t>
            </a:r>
            <a:endParaRPr dirty="0"/>
          </a:p>
          <a:p>
            <a:pPr marL="0" marR="0" lvl="0" indent="0" algn="ctr" rtl="0">
              <a:spcBef>
                <a:spcPts val="0"/>
              </a:spcBef>
              <a:spcAft>
                <a:spcPts val="0"/>
              </a:spcAft>
              <a:buNone/>
            </a:pPr>
            <a:r>
              <a:rPr lang="en-US" sz="1800" dirty="0">
                <a:solidFill>
                  <a:schemeClr val="lt1"/>
                </a:solidFill>
                <a:latin typeface="Calibri"/>
                <a:ea typeface="Calibri"/>
                <a:cs typeface="Calibri"/>
                <a:sym typeface="Calibri"/>
              </a:rPr>
              <a:t>For Processor</a:t>
            </a:r>
            <a:endParaRPr dirty="0"/>
          </a:p>
          <a:p>
            <a:pPr marL="0" marR="0" lvl="0" indent="0" algn="ctr" rtl="0">
              <a:spcBef>
                <a:spcPts val="0"/>
              </a:spcBef>
              <a:spcAft>
                <a:spcPts val="0"/>
              </a:spcAft>
              <a:buNone/>
            </a:pPr>
            <a:r>
              <a:rPr lang="en-US" sz="1800" dirty="0">
                <a:solidFill>
                  <a:schemeClr val="lt1"/>
                </a:solidFill>
                <a:latin typeface="Calibri"/>
                <a:ea typeface="Calibri"/>
                <a:cs typeface="Calibri"/>
                <a:sym typeface="Calibri"/>
              </a:rPr>
              <a:t>Expose what is needed by a processor role in company</a:t>
            </a:r>
            <a:endParaRPr dirty="0"/>
          </a:p>
        </p:txBody>
      </p:sp>
      <p:cxnSp>
        <p:nvCxnSpPr>
          <p:cNvPr id="1338" name="Google Shape;1338;p59"/>
          <p:cNvCxnSpPr/>
          <p:nvPr/>
        </p:nvCxnSpPr>
        <p:spPr>
          <a:xfrm rot="10800000">
            <a:off x="3409945" y="4095718"/>
            <a:ext cx="1008112" cy="0"/>
          </a:xfrm>
          <a:prstGeom prst="straightConnector1">
            <a:avLst/>
          </a:prstGeom>
          <a:noFill/>
          <a:ln w="9525" cap="flat" cmpd="sng">
            <a:solidFill>
              <a:schemeClr val="accent1"/>
            </a:solidFill>
            <a:prstDash val="solid"/>
            <a:miter lim="800000"/>
            <a:headEnd type="none" w="sm" len="sm"/>
            <a:tailEnd type="triangle" w="med" len="med"/>
          </a:ln>
        </p:spPr>
      </p:cxnSp>
      <p:sp>
        <p:nvSpPr>
          <p:cNvPr id="1339" name="Google Shape;1339;p59"/>
          <p:cNvSpPr/>
          <p:nvPr/>
        </p:nvSpPr>
        <p:spPr>
          <a:xfrm>
            <a:off x="8853228" y="3557570"/>
            <a:ext cx="3024336" cy="1080120"/>
          </a:xfrm>
          <a:prstGeom prst="rect">
            <a:avLst/>
          </a:prstGeom>
          <a:solidFill>
            <a:srgbClr val="2F5496"/>
          </a:solidFill>
          <a:ln w="12700" cap="flat" cmpd="sng">
            <a:solidFill>
              <a:srgbClr val="1C3052"/>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1800">
                <a:solidFill>
                  <a:schemeClr val="lt1"/>
                </a:solidFill>
                <a:latin typeface="Calibri"/>
                <a:ea typeface="Calibri"/>
                <a:cs typeface="Calibri"/>
                <a:sym typeface="Calibri"/>
              </a:rPr>
              <a:t>BDEF Projection</a:t>
            </a:r>
            <a:endParaRPr/>
          </a:p>
          <a:p>
            <a:pPr marL="0" marR="0" lvl="0" indent="0" algn="ctr" rtl="0">
              <a:spcBef>
                <a:spcPts val="0"/>
              </a:spcBef>
              <a:spcAft>
                <a:spcPts val="0"/>
              </a:spcAft>
              <a:buNone/>
            </a:pPr>
            <a:r>
              <a:rPr lang="en-US" sz="1800">
                <a:solidFill>
                  <a:schemeClr val="lt1"/>
                </a:solidFill>
                <a:latin typeface="Calibri"/>
                <a:ea typeface="Calibri"/>
                <a:cs typeface="Calibri"/>
                <a:sym typeface="Calibri"/>
              </a:rPr>
              <a:t>For Approver</a:t>
            </a:r>
            <a:endParaRPr/>
          </a:p>
          <a:p>
            <a:pPr marL="0" marR="0" lvl="0" indent="0" algn="ctr" rtl="0">
              <a:spcBef>
                <a:spcPts val="0"/>
              </a:spcBef>
              <a:spcAft>
                <a:spcPts val="0"/>
              </a:spcAft>
              <a:buNone/>
            </a:pPr>
            <a:r>
              <a:rPr lang="en-US" sz="1800">
                <a:solidFill>
                  <a:schemeClr val="lt1"/>
                </a:solidFill>
                <a:latin typeface="Calibri"/>
                <a:ea typeface="Calibri"/>
                <a:cs typeface="Calibri"/>
                <a:sym typeface="Calibri"/>
              </a:rPr>
              <a:t>Expose what is needed by a approver role in company</a:t>
            </a:r>
            <a:endParaRPr/>
          </a:p>
        </p:txBody>
      </p:sp>
      <p:cxnSp>
        <p:nvCxnSpPr>
          <p:cNvPr id="1340" name="Google Shape;1340;p59"/>
          <p:cNvCxnSpPr/>
          <p:nvPr/>
        </p:nvCxnSpPr>
        <p:spPr>
          <a:xfrm>
            <a:off x="7462564" y="4095718"/>
            <a:ext cx="1347619" cy="0"/>
          </a:xfrm>
          <a:prstGeom prst="straightConnector1">
            <a:avLst/>
          </a:prstGeom>
          <a:noFill/>
          <a:ln w="9525" cap="flat" cmpd="sng">
            <a:solidFill>
              <a:schemeClr val="accent1"/>
            </a:solidFill>
            <a:prstDash val="solid"/>
            <a:miter lim="800000"/>
            <a:headEnd type="none" w="sm" len="sm"/>
            <a:tailEnd type="triangle" w="med" len="med"/>
          </a:ln>
        </p:spPr>
      </p:cxnSp>
      <p:sp>
        <p:nvSpPr>
          <p:cNvPr id="38" name="Google Shape;552;p2"/>
          <p:cNvSpPr txBox="1"/>
          <p:nvPr/>
        </p:nvSpPr>
        <p:spPr>
          <a:xfrm>
            <a:off x="9475983" y="6498485"/>
            <a:ext cx="3002568" cy="338514"/>
          </a:xfrm>
          <a:prstGeom prst="rect">
            <a:avLst/>
          </a:prstGeom>
          <a:noFill/>
          <a:ln>
            <a:noFill/>
          </a:ln>
        </p:spPr>
        <p:txBody>
          <a:bodyPr spcFirstLastPara="1" wrap="square" lIns="91425" tIns="45700" rIns="91425" bIns="45700" anchor="t" anchorCtr="0">
            <a:spAutoFit/>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600" b="0" i="0" u="none" strike="noStrike" kern="0" cap="none" spc="0" normalizeH="0" baseline="0" noProof="0" dirty="0">
                <a:ln>
                  <a:noFill/>
                </a:ln>
                <a:solidFill>
                  <a:srgbClr val="92D050"/>
                </a:solidFill>
                <a:effectLst/>
                <a:uLnTx/>
                <a:uFillTx/>
                <a:latin typeface="Cambria" panose="02040503050406030204" pitchFamily="18" charset="0"/>
                <a:ea typeface="Cambria" panose="02040503050406030204" pitchFamily="18" charset="0"/>
                <a:cs typeface="Corben"/>
                <a:sym typeface="Corben"/>
              </a:rPr>
              <a:t>www.anubhavtrainings.com</a:t>
            </a:r>
            <a:endParaRPr kumimoji="0" sz="1600" b="0" i="0" u="none" strike="noStrike" kern="0" cap="none" spc="0" normalizeH="0" baseline="0" noProof="0" dirty="0">
              <a:ln>
                <a:noFill/>
              </a:ln>
              <a:solidFill>
                <a:srgbClr val="92D050"/>
              </a:solidFill>
              <a:effectLst/>
              <a:uLnTx/>
              <a:uFillTx/>
              <a:latin typeface="Cambria" panose="02040503050406030204" pitchFamily="18" charset="0"/>
              <a:ea typeface="Cambria" panose="02040503050406030204" pitchFamily="18" charset="0"/>
              <a:cs typeface="Corben"/>
              <a:sym typeface="Corben"/>
            </a:endParaRPr>
          </a:p>
        </p:txBody>
      </p:sp>
      <p:pic>
        <p:nvPicPr>
          <p:cNvPr id="39" name="Picture 4">
            <a:extLst>
              <a:ext uri="{FF2B5EF4-FFF2-40B4-BE49-F238E27FC236}">
                <a16:creationId xmlns:a16="http://schemas.microsoft.com/office/drawing/2014/main" id="{DB8A7F7E-7F2C-20C1-2A09-7D9F11F6AD11}"/>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1532069" y="0"/>
            <a:ext cx="655169" cy="647114"/>
          </a:xfrm>
          <a:prstGeom prst="rect">
            <a:avLst/>
          </a:prstGeom>
          <a:noFill/>
          <a:extLst>
            <a:ext uri="{909E8E84-426E-40DD-AFC4-6F175D3DCCD1}">
              <a14:hiddenFill xmlns:a14="http://schemas.microsoft.com/office/drawing/2010/main">
                <a:solidFill>
                  <a:srgbClr val="FFFFFF"/>
                </a:solidFill>
              </a14:hiddenFill>
            </a:ext>
          </a:extLst>
        </p:spPr>
      </p:pic>
      <p:pic>
        <p:nvPicPr>
          <p:cNvPr id="2" name="Google Shape;1332;p59" descr="A green circle with a white tick in it&#10;&#10;Description automatically generated">
            <a:extLst>
              <a:ext uri="{FF2B5EF4-FFF2-40B4-BE49-F238E27FC236}">
                <a16:creationId xmlns:a16="http://schemas.microsoft.com/office/drawing/2014/main" id="{76005F72-69C8-C4DF-6236-CD65A73A64F2}"/>
              </a:ext>
            </a:extLst>
          </p:cNvPr>
          <p:cNvPicPr preferRelativeResize="0"/>
          <p:nvPr/>
        </p:nvPicPr>
        <p:blipFill rotWithShape="1">
          <a:blip r:embed="rId3">
            <a:alphaModFix/>
          </a:blip>
          <a:srcRect/>
          <a:stretch/>
        </p:blipFill>
        <p:spPr>
          <a:xfrm>
            <a:off x="4251052" y="4751995"/>
            <a:ext cx="457206" cy="457206"/>
          </a:xfrm>
          <a:prstGeom prst="rect">
            <a:avLst/>
          </a:prstGeom>
          <a:noFill/>
          <a:ln>
            <a:noFill/>
          </a:ln>
        </p:spPr>
      </p:pic>
      <p:pic>
        <p:nvPicPr>
          <p:cNvPr id="3" name="Google Shape;1332;p59" descr="A green circle with a white tick in it&#10;&#10;Description automatically generated">
            <a:extLst>
              <a:ext uri="{FF2B5EF4-FFF2-40B4-BE49-F238E27FC236}">
                <a16:creationId xmlns:a16="http://schemas.microsoft.com/office/drawing/2014/main" id="{D433512C-334B-79D8-0205-26E3E32A1624}"/>
              </a:ext>
            </a:extLst>
          </p:cNvPr>
          <p:cNvPicPr preferRelativeResize="0"/>
          <p:nvPr/>
        </p:nvPicPr>
        <p:blipFill rotWithShape="1">
          <a:blip r:embed="rId3">
            <a:alphaModFix/>
          </a:blip>
          <a:srcRect/>
          <a:stretch/>
        </p:blipFill>
        <p:spPr>
          <a:xfrm>
            <a:off x="185083" y="4697257"/>
            <a:ext cx="457206" cy="457206"/>
          </a:xfrm>
          <a:prstGeom prst="rect">
            <a:avLst/>
          </a:prstGeom>
          <a:noFill/>
          <a:ln>
            <a:noFill/>
          </a:ln>
        </p:spPr>
      </p:pic>
      <p:pic>
        <p:nvPicPr>
          <p:cNvPr id="4" name="Google Shape;1332;p59" descr="A green circle with a white tick in it&#10;&#10;Description automatically generated">
            <a:extLst>
              <a:ext uri="{FF2B5EF4-FFF2-40B4-BE49-F238E27FC236}">
                <a16:creationId xmlns:a16="http://schemas.microsoft.com/office/drawing/2014/main" id="{C8D99C57-AF8A-034A-BCD2-15E06CACA78F}"/>
              </a:ext>
            </a:extLst>
          </p:cNvPr>
          <p:cNvPicPr preferRelativeResize="0"/>
          <p:nvPr/>
        </p:nvPicPr>
        <p:blipFill rotWithShape="1">
          <a:blip r:embed="rId3">
            <a:alphaModFix/>
          </a:blip>
          <a:srcRect/>
          <a:stretch/>
        </p:blipFill>
        <p:spPr>
          <a:xfrm>
            <a:off x="66713" y="1349779"/>
            <a:ext cx="457206" cy="457206"/>
          </a:xfrm>
          <a:prstGeom prst="rect">
            <a:avLst/>
          </a:prstGeom>
          <a:noFill/>
          <a:ln>
            <a:noFill/>
          </a:ln>
        </p:spPr>
      </p:pic>
      <p:pic>
        <p:nvPicPr>
          <p:cNvPr id="5" name="Google Shape;1332;p59" descr="A green circle with a white tick in it&#10;&#10;Description automatically generated">
            <a:extLst>
              <a:ext uri="{FF2B5EF4-FFF2-40B4-BE49-F238E27FC236}">
                <a16:creationId xmlns:a16="http://schemas.microsoft.com/office/drawing/2014/main" id="{656DB8F6-91C7-21B3-0F00-95D751F37CCF}"/>
              </a:ext>
            </a:extLst>
          </p:cNvPr>
          <p:cNvPicPr preferRelativeResize="0"/>
          <p:nvPr/>
        </p:nvPicPr>
        <p:blipFill rotWithShape="1">
          <a:blip r:embed="rId3">
            <a:alphaModFix/>
          </a:blip>
          <a:srcRect/>
          <a:stretch/>
        </p:blipFill>
        <p:spPr>
          <a:xfrm>
            <a:off x="3393023" y="1315991"/>
            <a:ext cx="457206" cy="457206"/>
          </a:xfrm>
          <a:prstGeom prst="rect">
            <a:avLst/>
          </a:prstGeom>
          <a:noFill/>
          <a:ln>
            <a:noFill/>
          </a:ln>
        </p:spPr>
      </p:pic>
      <mc:AlternateContent xmlns:mc="http://schemas.openxmlformats.org/markup-compatibility/2006" xmlns:p14="http://schemas.microsoft.com/office/powerpoint/2010/main">
        <mc:Choice Requires="p14">
          <p:contentPart p14:bwMode="auto" r:id="rId5">
            <p14:nvContentPartPr>
              <p14:cNvPr id="8" name="Ink 7">
                <a:extLst>
                  <a:ext uri="{FF2B5EF4-FFF2-40B4-BE49-F238E27FC236}">
                    <a16:creationId xmlns:a16="http://schemas.microsoft.com/office/drawing/2014/main" id="{83E4538C-8F61-FA7C-1202-5A3FBA8FFDCE}"/>
                  </a:ext>
                </a:extLst>
              </p14:cNvPr>
              <p14:cNvContentPartPr/>
              <p14:nvPr/>
            </p14:nvContentPartPr>
            <p14:xfrm>
              <a:off x="288292" y="6615382"/>
              <a:ext cx="360" cy="360"/>
            </p14:xfrm>
          </p:contentPart>
        </mc:Choice>
        <mc:Fallback xmlns="">
          <p:pic>
            <p:nvPicPr>
              <p:cNvPr id="8" name="Ink 7">
                <a:extLst>
                  <a:ext uri="{FF2B5EF4-FFF2-40B4-BE49-F238E27FC236}">
                    <a16:creationId xmlns:a16="http://schemas.microsoft.com/office/drawing/2014/main" id="{83E4538C-8F61-FA7C-1202-5A3FBA8FFDCE}"/>
                  </a:ext>
                </a:extLst>
              </p:cNvPr>
              <p:cNvPicPr/>
              <p:nvPr/>
            </p:nvPicPr>
            <p:blipFill>
              <a:blip r:embed="rId6"/>
              <a:stretch>
                <a:fillRect/>
              </a:stretch>
            </p:blipFill>
            <p:spPr>
              <a:xfrm>
                <a:off x="279292" y="6606382"/>
                <a:ext cx="18000" cy="18000"/>
              </a:xfrm>
              <a:prstGeom prst="rect">
                <a:avLst/>
              </a:prstGeom>
            </p:spPr>
          </p:pic>
        </mc:Fallback>
      </mc:AlternateContent>
      <p:pic>
        <p:nvPicPr>
          <p:cNvPr id="9" name="Google Shape;1332;p59" descr="A green circle with a white tick in it&#10;&#10;Description automatically generated">
            <a:extLst>
              <a:ext uri="{FF2B5EF4-FFF2-40B4-BE49-F238E27FC236}">
                <a16:creationId xmlns:a16="http://schemas.microsoft.com/office/drawing/2014/main" id="{EB2B8A03-3D4F-8C68-8797-C5726F10CDE5}"/>
              </a:ext>
            </a:extLst>
          </p:cNvPr>
          <p:cNvPicPr preferRelativeResize="0"/>
          <p:nvPr/>
        </p:nvPicPr>
        <p:blipFill rotWithShape="1">
          <a:blip r:embed="rId3">
            <a:alphaModFix/>
          </a:blip>
          <a:srcRect/>
          <a:stretch/>
        </p:blipFill>
        <p:spPr>
          <a:xfrm>
            <a:off x="37565" y="2016842"/>
            <a:ext cx="457206" cy="457206"/>
          </a:xfrm>
          <a:prstGeom prst="rect">
            <a:avLst/>
          </a:prstGeom>
          <a:noFill/>
          <a:ln>
            <a:noFill/>
          </a:ln>
        </p:spPr>
      </p:pic>
      <p:pic>
        <p:nvPicPr>
          <p:cNvPr id="6" name="Google Shape;1332;p59" descr="A green circle with a white tick in it&#10;&#10;Description automatically generated">
            <a:extLst>
              <a:ext uri="{FF2B5EF4-FFF2-40B4-BE49-F238E27FC236}">
                <a16:creationId xmlns:a16="http://schemas.microsoft.com/office/drawing/2014/main" id="{74FA3B13-9907-233F-652F-0FFD3CFE4D3F}"/>
              </a:ext>
            </a:extLst>
          </p:cNvPr>
          <p:cNvPicPr preferRelativeResize="0"/>
          <p:nvPr/>
        </p:nvPicPr>
        <p:blipFill rotWithShape="1">
          <a:blip r:embed="rId3">
            <a:alphaModFix/>
          </a:blip>
          <a:srcRect/>
          <a:stretch/>
        </p:blipFill>
        <p:spPr>
          <a:xfrm>
            <a:off x="4209625" y="3355639"/>
            <a:ext cx="457206" cy="457206"/>
          </a:xfrm>
          <a:prstGeom prst="rect">
            <a:avLst/>
          </a:prstGeom>
          <a:noFill/>
          <a:ln>
            <a:noFill/>
          </a:ln>
        </p:spPr>
      </p:pic>
      <p:pic>
        <p:nvPicPr>
          <p:cNvPr id="7" name="Google Shape;1332;p59" descr="A green circle with a white tick in it&#10;&#10;Description automatically generated">
            <a:extLst>
              <a:ext uri="{FF2B5EF4-FFF2-40B4-BE49-F238E27FC236}">
                <a16:creationId xmlns:a16="http://schemas.microsoft.com/office/drawing/2014/main" id="{0B39C809-E3E3-66C0-BF73-D93A753A9933}"/>
              </a:ext>
            </a:extLst>
          </p:cNvPr>
          <p:cNvPicPr preferRelativeResize="0"/>
          <p:nvPr/>
        </p:nvPicPr>
        <p:blipFill rotWithShape="1">
          <a:blip r:embed="rId3">
            <a:alphaModFix/>
          </a:blip>
          <a:srcRect/>
          <a:stretch/>
        </p:blipFill>
        <p:spPr>
          <a:xfrm>
            <a:off x="227548" y="3355639"/>
            <a:ext cx="457206" cy="457206"/>
          </a:xfrm>
          <a:prstGeom prst="rect">
            <a:avLst/>
          </a:prstGeom>
          <a:noFill/>
          <a:ln>
            <a:noFill/>
          </a:ln>
        </p:spPr>
      </p:pic>
      <p:pic>
        <p:nvPicPr>
          <p:cNvPr id="10" name="Google Shape;1332;p59" descr="A green circle with a white tick in it&#10;&#10;Description automatically generated">
            <a:extLst>
              <a:ext uri="{FF2B5EF4-FFF2-40B4-BE49-F238E27FC236}">
                <a16:creationId xmlns:a16="http://schemas.microsoft.com/office/drawing/2014/main" id="{6EBA40E5-437B-6BB1-A519-0A554D505878}"/>
              </a:ext>
            </a:extLst>
          </p:cNvPr>
          <p:cNvPicPr preferRelativeResize="0"/>
          <p:nvPr/>
        </p:nvPicPr>
        <p:blipFill rotWithShape="1">
          <a:blip r:embed="rId3">
            <a:alphaModFix/>
          </a:blip>
          <a:srcRect/>
          <a:stretch/>
        </p:blipFill>
        <p:spPr>
          <a:xfrm>
            <a:off x="8637946" y="4747185"/>
            <a:ext cx="457206" cy="457206"/>
          </a:xfrm>
          <a:prstGeom prst="rect">
            <a:avLst/>
          </a:prstGeom>
          <a:noFill/>
          <a:ln>
            <a:noFill/>
          </a:ln>
        </p:spPr>
      </p:pic>
      <p:pic>
        <p:nvPicPr>
          <p:cNvPr id="11" name="Google Shape;1332;p59" descr="A green circle with a white tick in it&#10;&#10;Description automatically generated">
            <a:extLst>
              <a:ext uri="{FF2B5EF4-FFF2-40B4-BE49-F238E27FC236}">
                <a16:creationId xmlns:a16="http://schemas.microsoft.com/office/drawing/2014/main" id="{BD928971-AAE1-458C-6C3C-7F23F6259251}"/>
              </a:ext>
            </a:extLst>
          </p:cNvPr>
          <p:cNvPicPr preferRelativeResize="0"/>
          <p:nvPr/>
        </p:nvPicPr>
        <p:blipFill rotWithShape="1">
          <a:blip r:embed="rId3">
            <a:alphaModFix/>
          </a:blip>
          <a:srcRect/>
          <a:stretch/>
        </p:blipFill>
        <p:spPr>
          <a:xfrm>
            <a:off x="8725777" y="3368482"/>
            <a:ext cx="457206" cy="457206"/>
          </a:xfrm>
          <a:prstGeom prst="rect">
            <a:avLst/>
          </a:prstGeom>
          <a:noFill/>
          <a:ln>
            <a:noFill/>
          </a:ln>
        </p:spPr>
      </p:pic>
      <p:pic>
        <p:nvPicPr>
          <p:cNvPr id="12" name="Google Shape;1332;p59" descr="A green circle with a white tick in it&#10;&#10;Description automatically generated">
            <a:extLst>
              <a:ext uri="{FF2B5EF4-FFF2-40B4-BE49-F238E27FC236}">
                <a16:creationId xmlns:a16="http://schemas.microsoft.com/office/drawing/2014/main" id="{C5DC4ACA-9638-88E5-5F56-0A2D73397BE9}"/>
              </a:ext>
            </a:extLst>
          </p:cNvPr>
          <p:cNvPicPr preferRelativeResize="0"/>
          <p:nvPr/>
        </p:nvPicPr>
        <p:blipFill rotWithShape="1">
          <a:blip r:embed="rId3">
            <a:alphaModFix/>
          </a:blip>
          <a:srcRect/>
          <a:stretch/>
        </p:blipFill>
        <p:spPr>
          <a:xfrm>
            <a:off x="8590419" y="1372477"/>
            <a:ext cx="457206" cy="457206"/>
          </a:xfrm>
          <a:prstGeom prst="rect">
            <a:avLst/>
          </a:prstGeom>
          <a:noFill/>
          <a:ln>
            <a:noFill/>
          </a:ln>
        </p:spPr>
      </p:pic>
      <p:pic>
        <p:nvPicPr>
          <p:cNvPr id="13" name="Google Shape;1332;p59" descr="A green circle with a white tick in it&#10;&#10;Description automatically generated">
            <a:extLst>
              <a:ext uri="{FF2B5EF4-FFF2-40B4-BE49-F238E27FC236}">
                <a16:creationId xmlns:a16="http://schemas.microsoft.com/office/drawing/2014/main" id="{06C1D666-6DEA-485F-7B18-BC9FEBE1F185}"/>
              </a:ext>
            </a:extLst>
          </p:cNvPr>
          <p:cNvPicPr preferRelativeResize="0"/>
          <p:nvPr/>
        </p:nvPicPr>
        <p:blipFill rotWithShape="1">
          <a:blip r:embed="rId3">
            <a:alphaModFix/>
          </a:blip>
          <a:srcRect/>
          <a:stretch/>
        </p:blipFill>
        <p:spPr>
          <a:xfrm>
            <a:off x="11742990" y="1333311"/>
            <a:ext cx="457206" cy="457206"/>
          </a:xfrm>
          <a:prstGeom prst="rect">
            <a:avLst/>
          </a:prstGeom>
          <a:noFill/>
          <a:ln>
            <a:noFill/>
          </a:ln>
        </p:spPr>
      </p:pic>
      <p:pic>
        <p:nvPicPr>
          <p:cNvPr id="14" name="Google Shape;1332;p59" descr="A green circle with a white tick in it&#10;&#10;Description automatically generated">
            <a:extLst>
              <a:ext uri="{FF2B5EF4-FFF2-40B4-BE49-F238E27FC236}">
                <a16:creationId xmlns:a16="http://schemas.microsoft.com/office/drawing/2014/main" id="{6B50E124-57F5-B434-425A-A487F05DEF51}"/>
              </a:ext>
            </a:extLst>
          </p:cNvPr>
          <p:cNvPicPr preferRelativeResize="0"/>
          <p:nvPr/>
        </p:nvPicPr>
        <p:blipFill rotWithShape="1">
          <a:blip r:embed="rId3">
            <a:alphaModFix/>
          </a:blip>
          <a:srcRect/>
          <a:stretch/>
        </p:blipFill>
        <p:spPr>
          <a:xfrm>
            <a:off x="8606200" y="2054981"/>
            <a:ext cx="457206" cy="457206"/>
          </a:xfrm>
          <a:prstGeom prst="rect">
            <a:avLst/>
          </a:prstGeom>
          <a:noFill/>
          <a:ln>
            <a:noFill/>
          </a:ln>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675"/>
        <p:cNvGrpSpPr/>
        <p:nvPr/>
      </p:nvGrpSpPr>
      <p:grpSpPr>
        <a:xfrm>
          <a:off x="0" y="0"/>
          <a:ext cx="0" cy="0"/>
          <a:chOff x="0" y="0"/>
          <a:chExt cx="0" cy="0"/>
        </a:xfrm>
      </p:grpSpPr>
      <p:pic>
        <p:nvPicPr>
          <p:cNvPr id="1679" name="Google Shape;1679;p87" descr="Additional Save within the Transactional Processing"/>
          <p:cNvPicPr preferRelativeResize="0"/>
          <p:nvPr/>
        </p:nvPicPr>
        <p:blipFill rotWithShape="1">
          <a:blip r:embed="rId3">
            <a:alphaModFix/>
          </a:blip>
          <a:srcRect/>
          <a:stretch/>
        </p:blipFill>
        <p:spPr>
          <a:xfrm>
            <a:off x="4123544" y="50746"/>
            <a:ext cx="3672408" cy="6717297"/>
          </a:xfrm>
          <a:prstGeom prst="rect">
            <a:avLst/>
          </a:prstGeom>
          <a:noFill/>
          <a:ln>
            <a:noFill/>
          </a:ln>
        </p:spPr>
      </p:pic>
      <p:pic>
        <p:nvPicPr>
          <p:cNvPr id="6" name="Picture 4">
            <a:extLst>
              <a:ext uri="{FF2B5EF4-FFF2-40B4-BE49-F238E27FC236}">
                <a16:creationId xmlns:a16="http://schemas.microsoft.com/office/drawing/2014/main" id="{DB8A7F7E-7F2C-20C1-2A09-7D9F11F6AD11}"/>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1532069" y="0"/>
            <a:ext cx="655169" cy="647114"/>
          </a:xfrm>
          <a:prstGeom prst="rect">
            <a:avLst/>
          </a:prstGeom>
          <a:noFill/>
          <a:extLst>
            <a:ext uri="{909E8E84-426E-40DD-AFC4-6F175D3DCCD1}">
              <a14:hiddenFill xmlns:a14="http://schemas.microsoft.com/office/drawing/2010/main">
                <a:solidFill>
                  <a:srgbClr val="FFFFFF"/>
                </a:solidFill>
              </a14:hiddenFill>
            </a:ext>
          </a:extLst>
        </p:spPr>
      </p:pic>
      <p:sp>
        <p:nvSpPr>
          <p:cNvPr id="7" name="Google Shape;552;p2"/>
          <p:cNvSpPr txBox="1"/>
          <p:nvPr/>
        </p:nvSpPr>
        <p:spPr>
          <a:xfrm>
            <a:off x="9475983" y="6498485"/>
            <a:ext cx="3002568" cy="338514"/>
          </a:xfrm>
          <a:prstGeom prst="rect">
            <a:avLst/>
          </a:prstGeom>
          <a:noFill/>
          <a:ln>
            <a:noFill/>
          </a:ln>
        </p:spPr>
        <p:txBody>
          <a:bodyPr spcFirstLastPara="1" wrap="square" lIns="91425" tIns="45700" rIns="91425" bIns="45700" anchor="t" anchorCtr="0">
            <a:spAutoFit/>
          </a:bodyPr>
          <a:lstStyle/>
          <a:p>
            <a:pPr>
              <a:defRPr/>
            </a:pPr>
            <a:r>
              <a:rPr lang="en-US" sz="1600" dirty="0">
                <a:solidFill>
                  <a:srgbClr val="75C042"/>
                </a:solidFill>
                <a:latin typeface="Cambria" panose="02040503050406030204" pitchFamily="18" charset="0"/>
                <a:ea typeface="Cambria" panose="02040503050406030204" pitchFamily="18" charset="0"/>
                <a:cs typeface="Corben"/>
                <a:sym typeface="Corben"/>
              </a:rPr>
              <a:t>www.anubhavtrainings.com</a:t>
            </a:r>
            <a:endParaRPr sz="1600" dirty="0">
              <a:solidFill>
                <a:srgbClr val="75C042"/>
              </a:solidFill>
              <a:latin typeface="Cambria" panose="02040503050406030204" pitchFamily="18" charset="0"/>
              <a:ea typeface="Cambria" panose="02040503050406030204" pitchFamily="18" charset="0"/>
              <a:cs typeface="Corben"/>
              <a:sym typeface="Corben"/>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692"/>
        <p:cNvGrpSpPr/>
        <p:nvPr/>
      </p:nvGrpSpPr>
      <p:grpSpPr>
        <a:xfrm>
          <a:off x="0" y="0"/>
          <a:ext cx="0" cy="0"/>
          <a:chOff x="0" y="0"/>
          <a:chExt cx="0" cy="0"/>
        </a:xfrm>
      </p:grpSpPr>
      <p:sp>
        <p:nvSpPr>
          <p:cNvPr id="1694" name="Google Shape;1694;p89"/>
          <p:cNvSpPr txBox="1"/>
          <p:nvPr/>
        </p:nvSpPr>
        <p:spPr>
          <a:xfrm>
            <a:off x="224979" y="788088"/>
            <a:ext cx="11806237" cy="2585283"/>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800" dirty="0">
                <a:solidFill>
                  <a:schemeClr val="dk1"/>
                </a:solidFill>
                <a:latin typeface="Calibri"/>
                <a:ea typeface="Calibri"/>
                <a:cs typeface="Calibri"/>
                <a:sym typeface="Calibri"/>
              </a:rPr>
              <a:t>Side effects are useful in UI scenarios based on BO which makes the Fiori element UI know/aware about the data changes in backend. Whenever data is reevaluated in backend, the frontend is unaware of that, we need to make sure that the frontend make a forceful call to GET the data back on UI.</a:t>
            </a:r>
            <a:endParaRPr dirty="0"/>
          </a:p>
          <a:p>
            <a:pPr marL="0" marR="0" lvl="0" indent="0" algn="l" rtl="0">
              <a:spcBef>
                <a:spcPts val="0"/>
              </a:spcBef>
              <a:spcAft>
                <a:spcPts val="0"/>
              </a:spcAft>
              <a:buNone/>
            </a:pPr>
            <a:r>
              <a:rPr lang="en-US" sz="1800" dirty="0">
                <a:solidFill>
                  <a:schemeClr val="dk1"/>
                </a:solidFill>
                <a:latin typeface="Calibri"/>
                <a:ea typeface="Calibri"/>
                <a:cs typeface="Calibri"/>
                <a:sym typeface="Calibri"/>
              </a:rPr>
              <a:t>The Fiori UI will never make an unnecessary call to perform a round trip. If we know that, a change in a field would certainly change the data in SAP system, we need to inform the same to RAP BO, so that it can make a GET call to reload the particular field value and display the updated data on UI. E.g. when we change the booking fee, or flight price under booking table, we need to reload the total price (which is getting calculated in backend using determination), this is exactly what the side effect can do for us.</a:t>
            </a:r>
          </a:p>
          <a:p>
            <a:pPr marL="0" marR="0" lvl="0" indent="0" algn="l" rtl="0">
              <a:spcBef>
                <a:spcPts val="0"/>
              </a:spcBef>
              <a:spcAft>
                <a:spcPts val="0"/>
              </a:spcAft>
              <a:buNone/>
            </a:pPr>
            <a:r>
              <a:rPr lang="en-US" sz="1800" dirty="0">
                <a:solidFill>
                  <a:schemeClr val="dk1"/>
                </a:solidFill>
                <a:latin typeface="Calibri"/>
                <a:ea typeface="Calibri"/>
                <a:cs typeface="Calibri"/>
                <a:sym typeface="Calibri"/>
              </a:rPr>
              <a:t>Note: The feature is supported only with </a:t>
            </a:r>
            <a:r>
              <a:rPr lang="en-US" sz="1800" dirty="0" err="1">
                <a:solidFill>
                  <a:schemeClr val="dk1"/>
                </a:solidFill>
                <a:latin typeface="Calibri"/>
                <a:ea typeface="Calibri"/>
                <a:cs typeface="Calibri"/>
                <a:sym typeface="Calibri"/>
              </a:rPr>
              <a:t>oData</a:t>
            </a:r>
            <a:r>
              <a:rPr lang="en-US" sz="1800" dirty="0">
                <a:solidFill>
                  <a:schemeClr val="dk1"/>
                </a:solidFill>
                <a:latin typeface="Calibri"/>
                <a:ea typeface="Calibri"/>
                <a:cs typeface="Calibri"/>
                <a:sym typeface="Calibri"/>
              </a:rPr>
              <a:t> v4</a:t>
            </a:r>
          </a:p>
        </p:txBody>
      </p:sp>
      <p:sp>
        <p:nvSpPr>
          <p:cNvPr id="1695" name="Google Shape;1695;p89"/>
          <p:cNvSpPr txBox="1"/>
          <p:nvPr/>
        </p:nvSpPr>
        <p:spPr>
          <a:xfrm>
            <a:off x="191294" y="895"/>
            <a:ext cx="11231710" cy="646203"/>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599" dirty="0">
                <a:solidFill>
                  <a:srgbClr val="FFC000"/>
                </a:solidFill>
                <a:latin typeface="Cooper Black" panose="0208090404030B020404" pitchFamily="18" charset="0"/>
                <a:ea typeface="Corben"/>
                <a:cs typeface="Corben"/>
                <a:sym typeface="Corben"/>
              </a:rPr>
              <a:t>Side Effects</a:t>
            </a:r>
            <a:endParaRPr sz="3599" dirty="0">
              <a:solidFill>
                <a:srgbClr val="FFC000"/>
              </a:solidFill>
              <a:latin typeface="Cooper Black" panose="0208090404030B020404" pitchFamily="18" charset="0"/>
              <a:ea typeface="Corben"/>
              <a:cs typeface="Corben"/>
              <a:sym typeface="Corben"/>
            </a:endParaRPr>
          </a:p>
        </p:txBody>
      </p:sp>
      <p:pic>
        <p:nvPicPr>
          <p:cNvPr id="7" name="Picture 4">
            <a:extLst>
              <a:ext uri="{FF2B5EF4-FFF2-40B4-BE49-F238E27FC236}">
                <a16:creationId xmlns:a16="http://schemas.microsoft.com/office/drawing/2014/main" id="{DB8A7F7E-7F2C-20C1-2A09-7D9F11F6AD11}"/>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532069" y="0"/>
            <a:ext cx="655169" cy="647114"/>
          </a:xfrm>
          <a:prstGeom prst="rect">
            <a:avLst/>
          </a:prstGeom>
          <a:noFill/>
          <a:extLst>
            <a:ext uri="{909E8E84-426E-40DD-AFC4-6F175D3DCCD1}">
              <a14:hiddenFill xmlns:a14="http://schemas.microsoft.com/office/drawing/2010/main">
                <a:solidFill>
                  <a:srgbClr val="FFFFFF"/>
                </a:solidFill>
              </a14:hiddenFill>
            </a:ext>
          </a:extLst>
        </p:spPr>
      </p:pic>
      <p:sp>
        <p:nvSpPr>
          <p:cNvPr id="8" name="Google Shape;552;p2"/>
          <p:cNvSpPr txBox="1"/>
          <p:nvPr/>
        </p:nvSpPr>
        <p:spPr>
          <a:xfrm>
            <a:off x="9475983" y="6498485"/>
            <a:ext cx="3002568" cy="338514"/>
          </a:xfrm>
          <a:prstGeom prst="rect">
            <a:avLst/>
          </a:prstGeom>
          <a:noFill/>
          <a:ln>
            <a:noFill/>
          </a:ln>
        </p:spPr>
        <p:txBody>
          <a:bodyPr spcFirstLastPara="1" wrap="square" lIns="91425" tIns="45700" rIns="91425" bIns="45700" anchor="t" anchorCtr="0">
            <a:spAutoFit/>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600" b="0" i="0" u="none" strike="noStrike" kern="0" cap="none" spc="0" normalizeH="0" baseline="0" noProof="0" dirty="0">
                <a:ln>
                  <a:noFill/>
                </a:ln>
                <a:solidFill>
                  <a:srgbClr val="92D050"/>
                </a:solidFill>
                <a:effectLst/>
                <a:uLnTx/>
                <a:uFillTx/>
                <a:latin typeface="Cambria" panose="02040503050406030204" pitchFamily="18" charset="0"/>
                <a:ea typeface="Cambria" panose="02040503050406030204" pitchFamily="18" charset="0"/>
                <a:cs typeface="Corben"/>
                <a:sym typeface="Corben"/>
              </a:rPr>
              <a:t>www.anubhavtrainings.com</a:t>
            </a:r>
            <a:endParaRPr kumimoji="0" sz="1600" b="0" i="0" u="none" strike="noStrike" kern="0" cap="none" spc="0" normalizeH="0" baseline="0" noProof="0" dirty="0">
              <a:ln>
                <a:noFill/>
              </a:ln>
              <a:solidFill>
                <a:srgbClr val="92D050"/>
              </a:solidFill>
              <a:effectLst/>
              <a:uLnTx/>
              <a:uFillTx/>
              <a:latin typeface="Cambria" panose="02040503050406030204" pitchFamily="18" charset="0"/>
              <a:ea typeface="Cambria" panose="02040503050406030204" pitchFamily="18" charset="0"/>
              <a:cs typeface="Corben"/>
              <a:sym typeface="Corben"/>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1694">
                                            <p:txEl>
                                              <p:pRg st="0" end="0"/>
                                            </p:txEl>
                                          </p:spTgt>
                                        </p:tgtEl>
                                        <p:attrNameLst>
                                          <p:attrName>style.visibility</p:attrName>
                                        </p:attrNameLst>
                                      </p:cBhvr>
                                      <p:to>
                                        <p:strVal val="visible"/>
                                      </p:to>
                                    </p:set>
                                    <p:animEffect transition="in" filter="fade">
                                      <p:cBhvr>
                                        <p:cTn id="7" dur="1000"/>
                                        <p:tgtEl>
                                          <p:spTgt spid="1694">
                                            <p:txEl>
                                              <p:pRg st="0" end="0"/>
                                            </p:txEl>
                                          </p:spTgt>
                                        </p:tgtEl>
                                      </p:cBhvr>
                                    </p:animEffect>
                                    <p:anim calcmode="lin" valueType="num">
                                      <p:cBhvr>
                                        <p:cTn id="8" dur="1000" fill="hold"/>
                                        <p:tgtEl>
                                          <p:spTgt spid="1694">
                                            <p:txEl>
                                              <p:pRg st="0" end="0"/>
                                            </p:txEl>
                                          </p:spTgt>
                                        </p:tgtEl>
                                        <p:attrNameLst>
                                          <p:attrName>ppt_x</p:attrName>
                                        </p:attrNameLst>
                                      </p:cBhvr>
                                      <p:tavLst>
                                        <p:tav tm="0">
                                          <p:val>
                                            <p:strVal val="#ppt_x"/>
                                          </p:val>
                                        </p:tav>
                                        <p:tav tm="100000">
                                          <p:val>
                                            <p:strVal val="#ppt_x"/>
                                          </p:val>
                                        </p:tav>
                                      </p:tavLst>
                                    </p:anim>
                                    <p:anim calcmode="lin" valueType="num">
                                      <p:cBhvr>
                                        <p:cTn id="9" dur="1000" fill="hold"/>
                                        <p:tgtEl>
                                          <p:spTgt spid="1694">
                                            <p:txEl>
                                              <p:pRg st="0" end="0"/>
                                            </p:txEl>
                                          </p:spTgt>
                                        </p:tgtEl>
                                        <p:attrNameLst>
                                          <p:attrName>ppt_y</p:attrName>
                                        </p:attrNameLst>
                                      </p:cBhvr>
                                      <p:tavLst>
                                        <p:tav tm="0">
                                          <p:val>
                                            <p:strVal val="#ppt_y+.1"/>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nodeType="clickEffect">
                                  <p:stCondLst>
                                    <p:cond delay="0"/>
                                  </p:stCondLst>
                                  <p:childTnLst>
                                    <p:set>
                                      <p:cBhvr>
                                        <p:cTn id="13" dur="1" fill="hold">
                                          <p:stCondLst>
                                            <p:cond delay="0"/>
                                          </p:stCondLst>
                                        </p:cTn>
                                        <p:tgtEl>
                                          <p:spTgt spid="1694">
                                            <p:txEl>
                                              <p:pRg st="1" end="1"/>
                                            </p:txEl>
                                          </p:spTgt>
                                        </p:tgtEl>
                                        <p:attrNameLst>
                                          <p:attrName>style.visibility</p:attrName>
                                        </p:attrNameLst>
                                      </p:cBhvr>
                                      <p:to>
                                        <p:strVal val="visible"/>
                                      </p:to>
                                    </p:set>
                                    <p:animEffect transition="in" filter="fade">
                                      <p:cBhvr>
                                        <p:cTn id="14" dur="1000"/>
                                        <p:tgtEl>
                                          <p:spTgt spid="1694">
                                            <p:txEl>
                                              <p:pRg st="1" end="1"/>
                                            </p:txEl>
                                          </p:spTgt>
                                        </p:tgtEl>
                                      </p:cBhvr>
                                    </p:animEffect>
                                    <p:anim calcmode="lin" valueType="num">
                                      <p:cBhvr>
                                        <p:cTn id="15" dur="1000" fill="hold"/>
                                        <p:tgtEl>
                                          <p:spTgt spid="1694">
                                            <p:txEl>
                                              <p:pRg st="1" end="1"/>
                                            </p:txEl>
                                          </p:spTgt>
                                        </p:tgtEl>
                                        <p:attrNameLst>
                                          <p:attrName>ppt_x</p:attrName>
                                        </p:attrNameLst>
                                      </p:cBhvr>
                                      <p:tavLst>
                                        <p:tav tm="0">
                                          <p:val>
                                            <p:strVal val="#ppt_x"/>
                                          </p:val>
                                        </p:tav>
                                        <p:tav tm="100000">
                                          <p:val>
                                            <p:strVal val="#ppt_x"/>
                                          </p:val>
                                        </p:tav>
                                      </p:tavLst>
                                    </p:anim>
                                    <p:anim calcmode="lin" valueType="num">
                                      <p:cBhvr>
                                        <p:cTn id="16" dur="1000" fill="hold"/>
                                        <p:tgtEl>
                                          <p:spTgt spid="1694">
                                            <p:txEl>
                                              <p:pRg st="1" end="1"/>
                                            </p:txEl>
                                          </p:spTgt>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nodeType="clickEffect">
                                  <p:stCondLst>
                                    <p:cond delay="0"/>
                                  </p:stCondLst>
                                  <p:childTnLst>
                                    <p:set>
                                      <p:cBhvr>
                                        <p:cTn id="20" dur="1" fill="hold">
                                          <p:stCondLst>
                                            <p:cond delay="0"/>
                                          </p:stCondLst>
                                        </p:cTn>
                                        <p:tgtEl>
                                          <p:spTgt spid="1694">
                                            <p:txEl>
                                              <p:pRg st="2" end="2"/>
                                            </p:txEl>
                                          </p:spTgt>
                                        </p:tgtEl>
                                        <p:attrNameLst>
                                          <p:attrName>style.visibility</p:attrName>
                                        </p:attrNameLst>
                                      </p:cBhvr>
                                      <p:to>
                                        <p:strVal val="visible"/>
                                      </p:to>
                                    </p:set>
                                    <p:animEffect transition="in" filter="fade">
                                      <p:cBhvr>
                                        <p:cTn id="21" dur="1000"/>
                                        <p:tgtEl>
                                          <p:spTgt spid="1694">
                                            <p:txEl>
                                              <p:pRg st="2" end="2"/>
                                            </p:txEl>
                                          </p:spTgt>
                                        </p:tgtEl>
                                      </p:cBhvr>
                                    </p:animEffect>
                                    <p:anim calcmode="lin" valueType="num">
                                      <p:cBhvr>
                                        <p:cTn id="22" dur="1000" fill="hold"/>
                                        <p:tgtEl>
                                          <p:spTgt spid="1694">
                                            <p:txEl>
                                              <p:pRg st="2" end="2"/>
                                            </p:txEl>
                                          </p:spTgt>
                                        </p:tgtEl>
                                        <p:attrNameLst>
                                          <p:attrName>ppt_x</p:attrName>
                                        </p:attrNameLst>
                                      </p:cBhvr>
                                      <p:tavLst>
                                        <p:tav tm="0">
                                          <p:val>
                                            <p:strVal val="#ppt_x"/>
                                          </p:val>
                                        </p:tav>
                                        <p:tav tm="100000">
                                          <p:val>
                                            <p:strVal val="#ppt_x"/>
                                          </p:val>
                                        </p:tav>
                                      </p:tavLst>
                                    </p:anim>
                                    <p:anim calcmode="lin" valueType="num">
                                      <p:cBhvr>
                                        <p:cTn id="23" dur="1000" fill="hold"/>
                                        <p:tgtEl>
                                          <p:spTgt spid="1694">
                                            <p:txEl>
                                              <p:pRg st="2" end="2"/>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710"/>
        <p:cNvGrpSpPr/>
        <p:nvPr/>
      </p:nvGrpSpPr>
      <p:grpSpPr>
        <a:xfrm>
          <a:off x="0" y="0"/>
          <a:ext cx="0" cy="0"/>
          <a:chOff x="0" y="0"/>
          <a:chExt cx="0" cy="0"/>
        </a:xfrm>
      </p:grpSpPr>
      <p:sp>
        <p:nvSpPr>
          <p:cNvPr id="1712" name="Google Shape;1712;p91"/>
          <p:cNvSpPr txBox="1"/>
          <p:nvPr/>
        </p:nvSpPr>
        <p:spPr>
          <a:xfrm>
            <a:off x="191294" y="895"/>
            <a:ext cx="11231710" cy="646203"/>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599" dirty="0">
                <a:solidFill>
                  <a:srgbClr val="FFC000"/>
                </a:solidFill>
                <a:latin typeface="Cooper Black" panose="0208090404030B020404" pitchFamily="18" charset="0"/>
                <a:ea typeface="Corben"/>
                <a:cs typeface="Corben"/>
                <a:sym typeface="Corben"/>
              </a:rPr>
              <a:t>Draft</a:t>
            </a:r>
            <a:endParaRPr sz="3599" dirty="0">
              <a:solidFill>
                <a:srgbClr val="FFC000"/>
              </a:solidFill>
              <a:latin typeface="Cooper Black" panose="0208090404030B020404" pitchFamily="18" charset="0"/>
              <a:ea typeface="Corben"/>
              <a:cs typeface="Corben"/>
              <a:sym typeface="Corben"/>
            </a:endParaRPr>
          </a:p>
        </p:txBody>
      </p:sp>
      <p:sp>
        <p:nvSpPr>
          <p:cNvPr id="1715" name="Google Shape;1715;p91"/>
          <p:cNvSpPr txBox="1"/>
          <p:nvPr/>
        </p:nvSpPr>
        <p:spPr>
          <a:xfrm>
            <a:off x="191294" y="741056"/>
            <a:ext cx="11521280" cy="193899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000" dirty="0">
                <a:solidFill>
                  <a:schemeClr val="dk1"/>
                </a:solidFill>
                <a:latin typeface="Calibri"/>
                <a:ea typeface="Calibri"/>
                <a:cs typeface="Calibri"/>
                <a:sym typeface="Calibri"/>
              </a:rPr>
              <a:t>Draft is a very important functionality of an enterprise application, which allows us</a:t>
            </a:r>
            <a:endParaRPr dirty="0"/>
          </a:p>
          <a:p>
            <a:pPr marL="342900" marR="0" lvl="0" indent="-342900" algn="l" rtl="0">
              <a:spcBef>
                <a:spcPts val="0"/>
              </a:spcBef>
              <a:spcAft>
                <a:spcPts val="0"/>
              </a:spcAft>
              <a:buClr>
                <a:schemeClr val="dk1"/>
              </a:buClr>
              <a:buSzPts val="2000"/>
              <a:buFont typeface="Arial"/>
              <a:buChar char="•"/>
            </a:pPr>
            <a:r>
              <a:rPr lang="en-US" sz="2000" dirty="0">
                <a:solidFill>
                  <a:schemeClr val="dk1"/>
                </a:solidFill>
                <a:latin typeface="Calibri"/>
                <a:ea typeface="Calibri"/>
                <a:cs typeface="Calibri"/>
                <a:sym typeface="Calibri"/>
              </a:rPr>
              <a:t>To create a stateful application from stateless</a:t>
            </a:r>
            <a:endParaRPr dirty="0"/>
          </a:p>
          <a:p>
            <a:pPr marL="342900" marR="0" lvl="0" indent="-342900" algn="l" rtl="0">
              <a:spcBef>
                <a:spcPts val="0"/>
              </a:spcBef>
              <a:spcAft>
                <a:spcPts val="0"/>
              </a:spcAft>
              <a:buClr>
                <a:schemeClr val="dk1"/>
              </a:buClr>
              <a:buSzPts val="2000"/>
              <a:buFont typeface="Arial"/>
              <a:buChar char="•"/>
            </a:pPr>
            <a:r>
              <a:rPr lang="en-US" sz="2000" dirty="0">
                <a:solidFill>
                  <a:schemeClr val="dk1"/>
                </a:solidFill>
                <a:latin typeface="Calibri"/>
                <a:ea typeface="Calibri"/>
                <a:cs typeface="Calibri"/>
                <a:sym typeface="Calibri"/>
              </a:rPr>
              <a:t>Store intermediate data in sap system</a:t>
            </a:r>
            <a:endParaRPr dirty="0"/>
          </a:p>
          <a:p>
            <a:pPr marL="342900" marR="0" lvl="0" indent="-342900" algn="l" rtl="0">
              <a:spcBef>
                <a:spcPts val="0"/>
              </a:spcBef>
              <a:spcAft>
                <a:spcPts val="0"/>
              </a:spcAft>
              <a:buClr>
                <a:schemeClr val="dk1"/>
              </a:buClr>
              <a:buSzPts val="2000"/>
              <a:buFont typeface="Arial"/>
              <a:buChar char="•"/>
            </a:pPr>
            <a:r>
              <a:rPr lang="en-US" sz="2000" dirty="0">
                <a:solidFill>
                  <a:schemeClr val="dk1"/>
                </a:solidFill>
                <a:latin typeface="Calibri"/>
                <a:ea typeface="Calibri"/>
                <a:cs typeface="Calibri"/>
                <a:sym typeface="Calibri"/>
              </a:rPr>
              <a:t>Perform validations on-fly, increases the collaboration with our app</a:t>
            </a:r>
            <a:endParaRPr dirty="0"/>
          </a:p>
          <a:p>
            <a:pPr marL="342900" marR="0" lvl="0" indent="-342900" algn="l" rtl="0">
              <a:spcBef>
                <a:spcPts val="0"/>
              </a:spcBef>
              <a:spcAft>
                <a:spcPts val="0"/>
              </a:spcAft>
              <a:buClr>
                <a:schemeClr val="dk1"/>
              </a:buClr>
              <a:buSzPts val="2000"/>
              <a:buFont typeface="Arial"/>
              <a:buChar char="•"/>
            </a:pPr>
            <a:r>
              <a:rPr lang="en-US" sz="2000" dirty="0">
                <a:solidFill>
                  <a:schemeClr val="dk1"/>
                </a:solidFill>
                <a:latin typeface="Calibri"/>
                <a:ea typeface="Calibri"/>
                <a:cs typeface="Calibri"/>
                <a:sym typeface="Calibri"/>
              </a:rPr>
              <a:t>Device switch</a:t>
            </a:r>
            <a:endParaRPr dirty="0"/>
          </a:p>
          <a:p>
            <a:pPr marL="342900" marR="0" lvl="0" indent="-342900" algn="l" rtl="0">
              <a:spcBef>
                <a:spcPts val="0"/>
              </a:spcBef>
              <a:spcAft>
                <a:spcPts val="0"/>
              </a:spcAft>
              <a:buClr>
                <a:schemeClr val="dk1"/>
              </a:buClr>
              <a:buSzPts val="2000"/>
              <a:buFont typeface="Arial"/>
              <a:buChar char="•"/>
            </a:pPr>
            <a:r>
              <a:rPr lang="en-US" sz="2000" dirty="0">
                <a:solidFill>
                  <a:schemeClr val="dk1"/>
                </a:solidFill>
                <a:latin typeface="Calibri"/>
                <a:ea typeface="Calibri"/>
                <a:cs typeface="Calibri"/>
                <a:sym typeface="Calibri"/>
              </a:rPr>
              <a:t>The </a:t>
            </a:r>
            <a:r>
              <a:rPr lang="en-US" sz="2000" dirty="0" err="1">
                <a:solidFill>
                  <a:schemeClr val="dk1"/>
                </a:solidFill>
                <a:latin typeface="Calibri"/>
                <a:ea typeface="Calibri"/>
                <a:cs typeface="Calibri"/>
                <a:sym typeface="Calibri"/>
              </a:rPr>
              <a:t>Odata</a:t>
            </a:r>
            <a:r>
              <a:rPr lang="en-US" sz="2000" dirty="0">
                <a:solidFill>
                  <a:schemeClr val="dk1"/>
                </a:solidFill>
                <a:latin typeface="Calibri"/>
                <a:ea typeface="Calibri"/>
                <a:cs typeface="Calibri"/>
                <a:sym typeface="Calibri"/>
              </a:rPr>
              <a:t> V4 never allow CURD operation without having draft feature to your BO</a:t>
            </a:r>
            <a:endParaRPr dirty="0"/>
          </a:p>
        </p:txBody>
      </p:sp>
      <p:pic>
        <p:nvPicPr>
          <p:cNvPr id="7" name="Picture 4">
            <a:extLst>
              <a:ext uri="{FF2B5EF4-FFF2-40B4-BE49-F238E27FC236}">
                <a16:creationId xmlns:a16="http://schemas.microsoft.com/office/drawing/2014/main" id="{DB8A7F7E-7F2C-20C1-2A09-7D9F11F6AD11}"/>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532069" y="0"/>
            <a:ext cx="655169" cy="647114"/>
          </a:xfrm>
          <a:prstGeom prst="rect">
            <a:avLst/>
          </a:prstGeom>
          <a:noFill/>
          <a:extLst>
            <a:ext uri="{909E8E84-426E-40DD-AFC4-6F175D3DCCD1}">
              <a14:hiddenFill xmlns:a14="http://schemas.microsoft.com/office/drawing/2010/main">
                <a:solidFill>
                  <a:srgbClr val="FFFFFF"/>
                </a:solidFill>
              </a14:hiddenFill>
            </a:ext>
          </a:extLst>
        </p:spPr>
      </p:pic>
      <p:sp>
        <p:nvSpPr>
          <p:cNvPr id="8" name="Google Shape;552;p2"/>
          <p:cNvSpPr txBox="1"/>
          <p:nvPr/>
        </p:nvSpPr>
        <p:spPr>
          <a:xfrm>
            <a:off x="9475983" y="6498485"/>
            <a:ext cx="3002568" cy="338514"/>
          </a:xfrm>
          <a:prstGeom prst="rect">
            <a:avLst/>
          </a:prstGeom>
          <a:noFill/>
          <a:ln>
            <a:noFill/>
          </a:ln>
        </p:spPr>
        <p:txBody>
          <a:bodyPr spcFirstLastPara="1" wrap="square" lIns="91425" tIns="45700" rIns="91425" bIns="45700" anchor="t" anchorCtr="0">
            <a:spAutoFit/>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600" b="0" i="0" u="none" strike="noStrike" kern="0" cap="none" spc="0" normalizeH="0" baseline="0" noProof="0" dirty="0">
                <a:ln>
                  <a:noFill/>
                </a:ln>
                <a:solidFill>
                  <a:srgbClr val="92D050"/>
                </a:solidFill>
                <a:effectLst/>
                <a:uLnTx/>
                <a:uFillTx/>
                <a:latin typeface="Cambria" panose="02040503050406030204" pitchFamily="18" charset="0"/>
                <a:ea typeface="Cambria" panose="02040503050406030204" pitchFamily="18" charset="0"/>
                <a:cs typeface="Corben"/>
                <a:sym typeface="Corben"/>
              </a:rPr>
              <a:t>www.anubhavtrainings.com</a:t>
            </a:r>
            <a:endParaRPr kumimoji="0" sz="1600" b="0" i="0" u="none" strike="noStrike" kern="0" cap="none" spc="0" normalizeH="0" baseline="0" noProof="0" dirty="0">
              <a:ln>
                <a:noFill/>
              </a:ln>
              <a:solidFill>
                <a:srgbClr val="92D050"/>
              </a:solidFill>
              <a:effectLst/>
              <a:uLnTx/>
              <a:uFillTx/>
              <a:latin typeface="Cambria" panose="02040503050406030204" pitchFamily="18" charset="0"/>
              <a:ea typeface="Cambria" panose="02040503050406030204" pitchFamily="18" charset="0"/>
              <a:cs typeface="Corben"/>
              <a:sym typeface="Corben"/>
            </a:endParaRPr>
          </a:p>
        </p:txBody>
      </p:sp>
      <mc:AlternateContent xmlns:mc="http://schemas.openxmlformats.org/markup-compatibility/2006">
        <mc:Choice xmlns:p14="http://schemas.microsoft.com/office/powerpoint/2010/main" Requires="p14">
          <p:contentPart p14:bwMode="auto" r:id="rId4">
            <p14:nvContentPartPr>
              <p14:cNvPr id="2" name="Ink 1">
                <a:extLst>
                  <a:ext uri="{FF2B5EF4-FFF2-40B4-BE49-F238E27FC236}">
                    <a16:creationId xmlns:a16="http://schemas.microsoft.com/office/drawing/2014/main" id="{D26D99F9-2B9E-D9DE-4648-530564ADE2E8}"/>
                  </a:ext>
                </a:extLst>
              </p14:cNvPr>
              <p14:cNvContentPartPr/>
              <p14:nvPr/>
            </p14:nvContentPartPr>
            <p14:xfrm>
              <a:off x="1076040" y="2556720"/>
              <a:ext cx="10913040" cy="3875760"/>
            </p14:xfrm>
          </p:contentPart>
        </mc:Choice>
        <mc:Fallback>
          <p:pic>
            <p:nvPicPr>
              <p:cNvPr id="2" name="Ink 1">
                <a:extLst>
                  <a:ext uri="{FF2B5EF4-FFF2-40B4-BE49-F238E27FC236}">
                    <a16:creationId xmlns:a16="http://schemas.microsoft.com/office/drawing/2014/main" id="{D26D99F9-2B9E-D9DE-4648-530564ADE2E8}"/>
                  </a:ext>
                </a:extLst>
              </p:cNvPr>
              <p:cNvPicPr/>
              <p:nvPr/>
            </p:nvPicPr>
            <p:blipFill>
              <a:blip r:embed="rId5"/>
              <a:stretch>
                <a:fillRect/>
              </a:stretch>
            </p:blipFill>
            <p:spPr>
              <a:xfrm>
                <a:off x="1066680" y="2547360"/>
                <a:ext cx="10931760" cy="3894480"/>
              </a:xfrm>
              <a:prstGeom prst="rect">
                <a:avLst/>
              </a:prstGeom>
            </p:spPr>
          </p:pic>
        </mc:Fallback>
      </mc:AlternateContent>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1715"/>
                                        </p:tgtEl>
                                        <p:attrNameLst>
                                          <p:attrName>style.visibility</p:attrName>
                                        </p:attrNameLst>
                                      </p:cBhvr>
                                      <p:to>
                                        <p:strVal val="visible"/>
                                      </p:to>
                                    </p:set>
                                    <p:animEffect transition="in" filter="fade">
                                      <p:cBhvr>
                                        <p:cTn id="7" dur="1000"/>
                                        <p:tgtEl>
                                          <p:spTgt spid="1715"/>
                                        </p:tgtEl>
                                      </p:cBhvr>
                                    </p:animEffect>
                                    <p:anim calcmode="lin" valueType="num">
                                      <p:cBhvr>
                                        <p:cTn id="8" dur="1000" fill="hold"/>
                                        <p:tgtEl>
                                          <p:spTgt spid="1715"/>
                                        </p:tgtEl>
                                        <p:attrNameLst>
                                          <p:attrName>ppt_x</p:attrName>
                                        </p:attrNameLst>
                                      </p:cBhvr>
                                      <p:tavLst>
                                        <p:tav tm="0">
                                          <p:val>
                                            <p:strVal val="#ppt_x"/>
                                          </p:val>
                                        </p:tav>
                                        <p:tav tm="100000">
                                          <p:val>
                                            <p:strVal val="#ppt_x"/>
                                          </p:val>
                                        </p:tav>
                                      </p:tavLst>
                                    </p:anim>
                                    <p:anim calcmode="lin" valueType="num">
                                      <p:cBhvr>
                                        <p:cTn id="9" dur="1000" fill="hold"/>
                                        <p:tgtEl>
                                          <p:spTgt spid="1715"/>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15" grpId="0"/>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719"/>
        <p:cNvGrpSpPr/>
        <p:nvPr/>
      </p:nvGrpSpPr>
      <p:grpSpPr>
        <a:xfrm>
          <a:off x="0" y="0"/>
          <a:ext cx="0" cy="0"/>
          <a:chOff x="0" y="0"/>
          <a:chExt cx="0" cy="0"/>
        </a:xfrm>
      </p:grpSpPr>
      <p:sp>
        <p:nvSpPr>
          <p:cNvPr id="1721" name="Google Shape;1721;p92"/>
          <p:cNvSpPr txBox="1"/>
          <p:nvPr/>
        </p:nvSpPr>
        <p:spPr>
          <a:xfrm>
            <a:off x="191294" y="895"/>
            <a:ext cx="11231710" cy="646203"/>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599" dirty="0">
                <a:solidFill>
                  <a:srgbClr val="FFC000"/>
                </a:solidFill>
                <a:latin typeface="Cooper Black" panose="0208090404030B020404" pitchFamily="18" charset="0"/>
                <a:ea typeface="Corben"/>
                <a:cs typeface="Corben"/>
                <a:sym typeface="Corben"/>
              </a:rPr>
              <a:t>Draft Runtime</a:t>
            </a:r>
            <a:endParaRPr sz="3599" dirty="0">
              <a:solidFill>
                <a:srgbClr val="FFC000"/>
              </a:solidFill>
              <a:latin typeface="Cooper Black" panose="0208090404030B020404" pitchFamily="18" charset="0"/>
              <a:ea typeface="Corben"/>
              <a:cs typeface="Corben"/>
              <a:sym typeface="Corben"/>
            </a:endParaRPr>
          </a:p>
        </p:txBody>
      </p:sp>
      <p:pic>
        <p:nvPicPr>
          <p:cNvPr id="1724" name="Google Shape;1724;p92" descr="Life cycle of Draft and Active Data">
            <a:hlinkClick r:id="rId3"/>
          </p:cNvPr>
          <p:cNvPicPr preferRelativeResize="0"/>
          <p:nvPr/>
        </p:nvPicPr>
        <p:blipFill rotWithShape="1">
          <a:blip r:embed="rId4">
            <a:alphaModFix/>
          </a:blip>
          <a:srcRect/>
          <a:stretch/>
        </p:blipFill>
        <p:spPr>
          <a:xfrm>
            <a:off x="570689" y="1412776"/>
            <a:ext cx="10842488" cy="3888432"/>
          </a:xfrm>
          <a:prstGeom prst="rect">
            <a:avLst/>
          </a:prstGeom>
          <a:noFill/>
          <a:ln>
            <a:noFill/>
          </a:ln>
        </p:spPr>
      </p:pic>
      <p:pic>
        <p:nvPicPr>
          <p:cNvPr id="7" name="Picture 4">
            <a:extLst>
              <a:ext uri="{FF2B5EF4-FFF2-40B4-BE49-F238E27FC236}">
                <a16:creationId xmlns:a16="http://schemas.microsoft.com/office/drawing/2014/main" id="{DB8A7F7E-7F2C-20C1-2A09-7D9F11F6AD11}"/>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1532069" y="0"/>
            <a:ext cx="655169" cy="647114"/>
          </a:xfrm>
          <a:prstGeom prst="rect">
            <a:avLst/>
          </a:prstGeom>
          <a:noFill/>
          <a:extLst>
            <a:ext uri="{909E8E84-426E-40DD-AFC4-6F175D3DCCD1}">
              <a14:hiddenFill xmlns:a14="http://schemas.microsoft.com/office/drawing/2010/main">
                <a:solidFill>
                  <a:srgbClr val="FFFFFF"/>
                </a:solidFill>
              </a14:hiddenFill>
            </a:ext>
          </a:extLst>
        </p:spPr>
      </p:pic>
      <p:sp>
        <p:nvSpPr>
          <p:cNvPr id="8" name="Google Shape;552;p2"/>
          <p:cNvSpPr txBox="1"/>
          <p:nvPr/>
        </p:nvSpPr>
        <p:spPr>
          <a:xfrm>
            <a:off x="9475983" y="6498485"/>
            <a:ext cx="3002568" cy="338514"/>
          </a:xfrm>
          <a:prstGeom prst="rect">
            <a:avLst/>
          </a:prstGeom>
          <a:noFill/>
          <a:ln>
            <a:noFill/>
          </a:ln>
        </p:spPr>
        <p:txBody>
          <a:bodyPr spcFirstLastPara="1" wrap="square" lIns="91425" tIns="45700" rIns="91425" bIns="45700" anchor="t" anchorCtr="0">
            <a:spAutoFit/>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600" b="0" i="0" u="none" strike="noStrike" kern="0" cap="none" spc="0" normalizeH="0" baseline="0" noProof="0" dirty="0">
                <a:ln>
                  <a:noFill/>
                </a:ln>
                <a:solidFill>
                  <a:srgbClr val="92D050"/>
                </a:solidFill>
                <a:effectLst/>
                <a:uLnTx/>
                <a:uFillTx/>
                <a:latin typeface="Cambria" panose="02040503050406030204" pitchFamily="18" charset="0"/>
                <a:ea typeface="Cambria" panose="02040503050406030204" pitchFamily="18" charset="0"/>
                <a:cs typeface="Corben"/>
                <a:sym typeface="Corben"/>
              </a:rPr>
              <a:t>www.anubhavtrainings.com</a:t>
            </a:r>
            <a:endParaRPr kumimoji="0" sz="1600" b="0" i="0" u="none" strike="noStrike" kern="0" cap="none" spc="0" normalizeH="0" baseline="0" noProof="0" dirty="0">
              <a:ln>
                <a:noFill/>
              </a:ln>
              <a:solidFill>
                <a:srgbClr val="92D050"/>
              </a:solidFill>
              <a:effectLst/>
              <a:uLnTx/>
              <a:uFillTx/>
              <a:latin typeface="Cambria" panose="02040503050406030204" pitchFamily="18" charset="0"/>
              <a:ea typeface="Cambria" panose="02040503050406030204" pitchFamily="18" charset="0"/>
              <a:cs typeface="Corben"/>
              <a:sym typeface="Corben"/>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8BBB0BAE-F023-4B67-BE79-3E1A8ACA9361}"/>
              </a:ext>
            </a:extLst>
          </p:cNvPr>
          <p:cNvSpPr txBox="1"/>
          <p:nvPr/>
        </p:nvSpPr>
        <p:spPr>
          <a:xfrm>
            <a:off x="1260763" y="3440863"/>
            <a:ext cx="5583381" cy="923330"/>
          </a:xfrm>
          <a:prstGeom prst="rect">
            <a:avLst/>
          </a:prstGeom>
          <a:noFill/>
        </p:spPr>
        <p:txBody>
          <a:bodyPr wrap="square" lIns="0" tIns="0" rIns="0" bIns="0" rtlCol="0">
            <a:spAutoFit/>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IN" sz="6000" b="1" i="0" u="none" strike="noStrike" kern="0" cap="none" spc="0" normalizeH="0" baseline="0" noProof="0" dirty="0">
                <a:ln>
                  <a:noFill/>
                </a:ln>
                <a:solidFill>
                  <a:srgbClr val="75C042"/>
                </a:solidFill>
                <a:effectLst/>
                <a:uLnTx/>
                <a:uFillTx/>
                <a:latin typeface="Arial"/>
                <a:cs typeface="Arial"/>
                <a:sym typeface="Arial"/>
              </a:rPr>
              <a:t>Thank</a:t>
            </a:r>
            <a:r>
              <a:rPr kumimoji="0" lang="en-IN" sz="6000" b="1" i="0" u="none" strike="noStrike" kern="0" cap="none" spc="0" normalizeH="0" baseline="0" noProof="0" dirty="0">
                <a:ln>
                  <a:noFill/>
                </a:ln>
                <a:solidFill>
                  <a:srgbClr val="BDBDBD"/>
                </a:solidFill>
                <a:effectLst/>
                <a:uLnTx/>
                <a:uFillTx/>
                <a:latin typeface="Arial"/>
                <a:cs typeface="Arial"/>
                <a:sym typeface="Arial"/>
              </a:rPr>
              <a:t> </a:t>
            </a:r>
            <a:r>
              <a:rPr kumimoji="0" lang="en-IN" sz="6000" b="1" i="0" u="none" strike="noStrike" kern="0" cap="none" spc="0" normalizeH="0" baseline="0" noProof="0" dirty="0">
                <a:ln>
                  <a:noFill/>
                </a:ln>
                <a:solidFill>
                  <a:srgbClr val="98C536"/>
                </a:solidFill>
                <a:effectLst/>
                <a:uLnTx/>
                <a:uFillTx/>
                <a:latin typeface="Segoe UI Light" panose="020B0502040204020203" pitchFamily="34" charset="0"/>
                <a:cs typeface="Segoe UI Light" panose="020B0502040204020203" pitchFamily="34" charset="0"/>
                <a:sym typeface="Arial"/>
              </a:rPr>
              <a:t>You</a:t>
            </a:r>
            <a:endParaRPr kumimoji="0" lang="en-IN" sz="6000" b="0" i="0" u="none" strike="noStrike" kern="0" cap="none" spc="0" normalizeH="0" baseline="0" noProof="0" dirty="0">
              <a:ln>
                <a:noFill/>
              </a:ln>
              <a:solidFill>
                <a:srgbClr val="98C536"/>
              </a:solidFill>
              <a:effectLst/>
              <a:uLnTx/>
              <a:uFillTx/>
              <a:latin typeface="Segoe UI Light" panose="020B0502040204020203" pitchFamily="34" charset="0"/>
              <a:cs typeface="Segoe UI Light" panose="020B0502040204020203" pitchFamily="34" charset="0"/>
              <a:sym typeface="Arial"/>
            </a:endParaRPr>
          </a:p>
        </p:txBody>
      </p:sp>
      <p:sp>
        <p:nvSpPr>
          <p:cNvPr id="3" name="TextBox 2">
            <a:extLst>
              <a:ext uri="{FF2B5EF4-FFF2-40B4-BE49-F238E27FC236}">
                <a16:creationId xmlns:a16="http://schemas.microsoft.com/office/drawing/2014/main" id="{CCD57203-1FF5-432E-8E3E-4DFC442AA54C}"/>
              </a:ext>
            </a:extLst>
          </p:cNvPr>
          <p:cNvSpPr txBox="1"/>
          <p:nvPr/>
        </p:nvSpPr>
        <p:spPr>
          <a:xfrm>
            <a:off x="1260763" y="4581128"/>
            <a:ext cx="5583381" cy="830997"/>
          </a:xfrm>
          <a:prstGeom prst="rect">
            <a:avLst/>
          </a:prstGeom>
          <a:noFill/>
        </p:spPr>
        <p:txBody>
          <a:bodyPr wrap="square" lIns="0" tIns="0" rIns="0" bIns="0" rtlCol="0" anchor="t">
            <a:spAutoFit/>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5400" b="1" i="0" u="none" strike="noStrike" kern="0" cap="none" spc="0" normalizeH="0" baseline="0" noProof="0" dirty="0">
                <a:ln>
                  <a:noFill/>
                </a:ln>
                <a:solidFill>
                  <a:srgbClr val="98C536"/>
                </a:solidFill>
                <a:effectLst/>
                <a:uLnTx/>
                <a:uFillTx/>
                <a:latin typeface="Segoe UI" panose="020B0502040204020203" pitchFamily="34" charset="0"/>
                <a:ea typeface="Calibri Light" charset="0"/>
                <a:cs typeface="Segoe UI" panose="020B0502040204020203" pitchFamily="34" charset="0"/>
                <a:sym typeface="Arial"/>
              </a:rPr>
              <a:t>End of </a:t>
            </a:r>
            <a:r>
              <a:rPr kumimoji="0" lang="en-US" sz="5400" b="1" i="0" u="none" strike="noStrike" kern="0" cap="none" spc="0" normalizeH="0" baseline="0" noProof="0" dirty="0">
                <a:ln>
                  <a:noFill/>
                </a:ln>
                <a:solidFill>
                  <a:srgbClr val="75C042"/>
                </a:solidFill>
                <a:effectLst/>
                <a:uLnTx/>
                <a:uFillTx/>
                <a:latin typeface="Segoe UI" panose="020B0502040204020203" pitchFamily="34" charset="0"/>
                <a:ea typeface="Calibri Light" charset="0"/>
                <a:cs typeface="Segoe UI" panose="020B0502040204020203" pitchFamily="34" charset="0"/>
                <a:sym typeface="Arial"/>
              </a:rPr>
              <a:t>Day </a:t>
            </a:r>
            <a:r>
              <a:rPr lang="en-US" sz="5400" b="1" dirty="0">
                <a:solidFill>
                  <a:srgbClr val="75C042"/>
                </a:solidFill>
                <a:latin typeface="Segoe UI" panose="020B0502040204020203" pitchFamily="34" charset="0"/>
                <a:ea typeface="Calibri Light" charset="0"/>
                <a:cs typeface="Segoe UI" panose="020B0502040204020203" pitchFamily="34" charset="0"/>
              </a:rPr>
              <a:t>11</a:t>
            </a:r>
            <a:endParaRPr kumimoji="0" lang="en-US" sz="5400" b="1" i="0" u="none" strike="noStrike" kern="0" cap="none" spc="0" normalizeH="0" baseline="0" noProof="0" dirty="0">
              <a:ln>
                <a:noFill/>
              </a:ln>
              <a:solidFill>
                <a:srgbClr val="75C042"/>
              </a:solidFill>
              <a:effectLst/>
              <a:uLnTx/>
              <a:uFillTx/>
              <a:latin typeface="Segoe UI" panose="020B0502040204020203" pitchFamily="34" charset="0"/>
              <a:ea typeface="Calibri Light" charset="0"/>
              <a:cs typeface="Segoe UI" panose="020B0502040204020203" pitchFamily="34" charset="0"/>
              <a:sym typeface="Arial"/>
            </a:endParaRPr>
          </a:p>
        </p:txBody>
      </p:sp>
      <p:grpSp>
        <p:nvGrpSpPr>
          <p:cNvPr id="4" name="Group 3">
            <a:extLst>
              <a:ext uri="{FF2B5EF4-FFF2-40B4-BE49-F238E27FC236}">
                <a16:creationId xmlns:a16="http://schemas.microsoft.com/office/drawing/2014/main" id="{E98CF33A-90E6-4EA2-B3D7-0B26F42FF079}"/>
              </a:ext>
            </a:extLst>
          </p:cNvPr>
          <p:cNvGrpSpPr/>
          <p:nvPr/>
        </p:nvGrpSpPr>
        <p:grpSpPr>
          <a:xfrm>
            <a:off x="1260763" y="5662865"/>
            <a:ext cx="1311594" cy="371301"/>
            <a:chOff x="1162522" y="5662865"/>
            <a:chExt cx="1311594" cy="371301"/>
          </a:xfrm>
        </p:grpSpPr>
        <p:sp>
          <p:nvSpPr>
            <p:cNvPr id="5" name="Oval 4">
              <a:extLst>
                <a:ext uri="{FF2B5EF4-FFF2-40B4-BE49-F238E27FC236}">
                  <a16:creationId xmlns:a16="http://schemas.microsoft.com/office/drawing/2014/main" id="{C21818D1-4413-4BFC-80DF-9BAF80F237AF}"/>
                </a:ext>
              </a:extLst>
            </p:cNvPr>
            <p:cNvSpPr/>
            <p:nvPr/>
          </p:nvSpPr>
          <p:spPr>
            <a:xfrm>
              <a:off x="1162522" y="5662865"/>
              <a:ext cx="371301" cy="371301"/>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sz="1400" b="0" i="0" u="none" strike="noStrike" kern="0" cap="none" spc="0" normalizeH="0" baseline="0" noProof="0">
                <a:ln>
                  <a:noFill/>
                </a:ln>
                <a:solidFill>
                  <a:srgbClr val="FFFFFF"/>
                </a:solidFill>
                <a:effectLst/>
                <a:uLnTx/>
                <a:uFillTx/>
                <a:latin typeface="Arial"/>
                <a:ea typeface="+mn-ea"/>
                <a:cs typeface="+mn-cs"/>
                <a:sym typeface="Arial"/>
              </a:endParaRPr>
            </a:p>
          </p:txBody>
        </p:sp>
        <p:sp>
          <p:nvSpPr>
            <p:cNvPr id="6" name="Shape">
              <a:hlinkClick r:id="rId2"/>
              <a:extLst>
                <a:ext uri="{FF2B5EF4-FFF2-40B4-BE49-F238E27FC236}">
                  <a16:creationId xmlns:a16="http://schemas.microsoft.com/office/drawing/2014/main" id="{EDFC2025-1ECF-4924-AE38-C781400903DF}"/>
                </a:ext>
              </a:extLst>
            </p:cNvPr>
            <p:cNvSpPr/>
            <p:nvPr/>
          </p:nvSpPr>
          <p:spPr>
            <a:xfrm>
              <a:off x="1296648" y="5763560"/>
              <a:ext cx="85868" cy="184254"/>
            </a:xfrm>
            <a:custGeom>
              <a:avLst/>
              <a:gdLst/>
              <a:ahLst/>
              <a:cxnLst>
                <a:cxn ang="0">
                  <a:pos x="wd2" y="hd2"/>
                </a:cxn>
                <a:cxn ang="5400000">
                  <a:pos x="wd2" y="hd2"/>
                </a:cxn>
                <a:cxn ang="10800000">
                  <a:pos x="wd2" y="hd2"/>
                </a:cxn>
                <a:cxn ang="16200000">
                  <a:pos x="wd2" y="hd2"/>
                </a:cxn>
              </a:cxnLst>
              <a:rect l="0" t="0" r="r" b="b"/>
              <a:pathLst>
                <a:path w="21600" h="21600" extrusionOk="0">
                  <a:moveTo>
                    <a:pt x="14372" y="7078"/>
                  </a:moveTo>
                  <a:lnTo>
                    <a:pt x="14372" y="5216"/>
                  </a:lnTo>
                  <a:cubicBezTo>
                    <a:pt x="14372" y="4937"/>
                    <a:pt x="14400" y="4721"/>
                    <a:pt x="14456" y="4568"/>
                  </a:cubicBezTo>
                  <a:cubicBezTo>
                    <a:pt x="14512" y="4415"/>
                    <a:pt x="14639" y="4264"/>
                    <a:pt x="14836" y="4115"/>
                  </a:cubicBezTo>
                  <a:cubicBezTo>
                    <a:pt x="15033" y="3967"/>
                    <a:pt x="15352" y="3864"/>
                    <a:pt x="15793" y="3808"/>
                  </a:cubicBezTo>
                  <a:cubicBezTo>
                    <a:pt x="16233" y="3751"/>
                    <a:pt x="16819" y="3722"/>
                    <a:pt x="17551" y="3722"/>
                  </a:cubicBezTo>
                  <a:lnTo>
                    <a:pt x="21544" y="3722"/>
                  </a:lnTo>
                  <a:lnTo>
                    <a:pt x="21544" y="0"/>
                  </a:lnTo>
                  <a:lnTo>
                    <a:pt x="15160" y="0"/>
                  </a:lnTo>
                  <a:cubicBezTo>
                    <a:pt x="11466" y="0"/>
                    <a:pt x="8813" y="409"/>
                    <a:pt x="7200" y="1225"/>
                  </a:cubicBezTo>
                  <a:cubicBezTo>
                    <a:pt x="5588" y="2042"/>
                    <a:pt x="4782" y="3246"/>
                    <a:pt x="4782" y="4836"/>
                  </a:cubicBezTo>
                  <a:lnTo>
                    <a:pt x="4782" y="7077"/>
                  </a:lnTo>
                  <a:lnTo>
                    <a:pt x="0" y="7077"/>
                  </a:lnTo>
                  <a:lnTo>
                    <a:pt x="0" y="10800"/>
                  </a:lnTo>
                  <a:lnTo>
                    <a:pt x="4781" y="10800"/>
                  </a:lnTo>
                  <a:lnTo>
                    <a:pt x="4781" y="21600"/>
                  </a:lnTo>
                  <a:lnTo>
                    <a:pt x="14372" y="21600"/>
                  </a:lnTo>
                  <a:lnTo>
                    <a:pt x="14372" y="10800"/>
                  </a:lnTo>
                  <a:lnTo>
                    <a:pt x="20756" y="10800"/>
                  </a:lnTo>
                  <a:lnTo>
                    <a:pt x="21600" y="7078"/>
                  </a:lnTo>
                  <a:cubicBezTo>
                    <a:pt x="21600" y="7078"/>
                    <a:pt x="14372" y="7078"/>
                    <a:pt x="14372" y="7078"/>
                  </a:cubicBezTo>
                  <a:close/>
                </a:path>
              </a:pathLst>
            </a:custGeom>
            <a:solidFill>
              <a:schemeClr val="bg1"/>
            </a:solidFill>
            <a:ln w="12700">
              <a:miter lim="400000"/>
            </a:ln>
          </p:spPr>
          <p:txBody>
            <a:bodyPr lIns="38100" tIns="38100" rIns="38100" bIns="38100" anchor="ct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sz="3000">
                  <a:solidFill>
                    <a:srgbClr val="FFFFFF"/>
                  </a:solidFill>
                  <a:effectLst>
                    <a:outerShdw blurRad="38100" dist="12700" dir="5400000" rotWithShape="0">
                      <a:srgbClr val="000000">
                        <a:alpha val="50000"/>
                      </a:srgbClr>
                    </a:outerShdw>
                  </a:effectLst>
                </a:defRPr>
              </a:pPr>
              <a:endParaRPr kumimoji="0" sz="3000" b="0" i="0" u="none" strike="noStrike" kern="0" cap="none" spc="0" normalizeH="0" baseline="0" noProof="0">
                <a:ln>
                  <a:noFill/>
                </a:ln>
                <a:solidFill>
                  <a:srgbClr val="FFFFFF"/>
                </a:solidFill>
                <a:effectLst>
                  <a:outerShdw blurRad="38100" dist="12700" dir="5400000" rotWithShape="0">
                    <a:srgbClr val="000000">
                      <a:alpha val="50000"/>
                    </a:srgbClr>
                  </a:outerShdw>
                </a:effectLst>
                <a:uLnTx/>
                <a:uFillTx/>
                <a:latin typeface="Arial"/>
                <a:cs typeface="Arial"/>
                <a:sym typeface="Arial"/>
              </a:endParaRPr>
            </a:p>
          </p:txBody>
        </p:sp>
        <p:sp>
          <p:nvSpPr>
            <p:cNvPr id="7" name="Oval 6">
              <a:extLst>
                <a:ext uri="{FF2B5EF4-FFF2-40B4-BE49-F238E27FC236}">
                  <a16:creationId xmlns:a16="http://schemas.microsoft.com/office/drawing/2014/main" id="{5C594A17-950B-4231-AA93-6E8DB90F8098}"/>
                </a:ext>
              </a:extLst>
            </p:cNvPr>
            <p:cNvSpPr/>
            <p:nvPr/>
          </p:nvSpPr>
          <p:spPr>
            <a:xfrm>
              <a:off x="1632668" y="5662865"/>
              <a:ext cx="371301" cy="371301"/>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sz="1400" b="0" i="0" u="none" strike="noStrike" kern="0" cap="none" spc="0" normalizeH="0" baseline="0" noProof="0">
                <a:ln>
                  <a:noFill/>
                </a:ln>
                <a:solidFill>
                  <a:srgbClr val="FFFFFF"/>
                </a:solidFill>
                <a:effectLst/>
                <a:uLnTx/>
                <a:uFillTx/>
                <a:latin typeface="Arial"/>
                <a:ea typeface="+mn-ea"/>
                <a:cs typeface="+mn-cs"/>
                <a:sym typeface="Arial"/>
              </a:endParaRPr>
            </a:p>
          </p:txBody>
        </p:sp>
        <p:sp>
          <p:nvSpPr>
            <p:cNvPr id="8" name="Shape">
              <a:hlinkClick r:id="rId3"/>
              <a:extLst>
                <a:ext uri="{FF2B5EF4-FFF2-40B4-BE49-F238E27FC236}">
                  <a16:creationId xmlns:a16="http://schemas.microsoft.com/office/drawing/2014/main" id="{C70A3C55-CE25-4C0F-9537-824AEA080D1D}"/>
                </a:ext>
              </a:extLst>
            </p:cNvPr>
            <p:cNvSpPr/>
            <p:nvPr/>
          </p:nvSpPr>
          <p:spPr>
            <a:xfrm>
              <a:off x="1716213" y="5774232"/>
              <a:ext cx="200503" cy="162908"/>
            </a:xfrm>
            <a:custGeom>
              <a:avLst/>
              <a:gdLst/>
              <a:ahLst/>
              <a:cxnLst>
                <a:cxn ang="0">
                  <a:pos x="wd2" y="hd2"/>
                </a:cxn>
                <a:cxn ang="5400000">
                  <a:pos x="wd2" y="hd2"/>
                </a:cxn>
                <a:cxn ang="10800000">
                  <a:pos x="wd2" y="hd2"/>
                </a:cxn>
                <a:cxn ang="16200000">
                  <a:pos x="wd2" y="hd2"/>
                </a:cxn>
              </a:cxnLst>
              <a:rect l="0" t="0" r="r" b="b"/>
              <a:pathLst>
                <a:path w="21600" h="21600" extrusionOk="0">
                  <a:moveTo>
                    <a:pt x="21600" y="2557"/>
                  </a:moveTo>
                  <a:cubicBezTo>
                    <a:pt x="20797" y="2991"/>
                    <a:pt x="19941" y="3278"/>
                    <a:pt x="19048" y="3418"/>
                  </a:cubicBezTo>
                  <a:cubicBezTo>
                    <a:pt x="19966" y="2743"/>
                    <a:pt x="20667" y="1683"/>
                    <a:pt x="20997" y="405"/>
                  </a:cubicBezTo>
                  <a:cubicBezTo>
                    <a:pt x="20141" y="1034"/>
                    <a:pt x="19196" y="1477"/>
                    <a:pt x="18188" y="1725"/>
                  </a:cubicBezTo>
                  <a:cubicBezTo>
                    <a:pt x="17376" y="660"/>
                    <a:pt x="16217" y="0"/>
                    <a:pt x="14954" y="0"/>
                  </a:cubicBezTo>
                  <a:cubicBezTo>
                    <a:pt x="12502" y="0"/>
                    <a:pt x="10529" y="2449"/>
                    <a:pt x="10529" y="5451"/>
                  </a:cubicBezTo>
                  <a:cubicBezTo>
                    <a:pt x="10529" y="5883"/>
                    <a:pt x="10558" y="6299"/>
                    <a:pt x="10631" y="6694"/>
                  </a:cubicBezTo>
                  <a:cubicBezTo>
                    <a:pt x="6950" y="6473"/>
                    <a:pt x="3692" y="4302"/>
                    <a:pt x="1504" y="994"/>
                  </a:cubicBezTo>
                  <a:cubicBezTo>
                    <a:pt x="1122" y="1809"/>
                    <a:pt x="898" y="2743"/>
                    <a:pt x="898" y="3748"/>
                  </a:cubicBezTo>
                  <a:cubicBezTo>
                    <a:pt x="898" y="5636"/>
                    <a:pt x="1687" y="7309"/>
                    <a:pt x="2865" y="8278"/>
                  </a:cubicBezTo>
                  <a:cubicBezTo>
                    <a:pt x="2153" y="8261"/>
                    <a:pt x="1455" y="8007"/>
                    <a:pt x="864" y="7606"/>
                  </a:cubicBezTo>
                  <a:cubicBezTo>
                    <a:pt x="864" y="7623"/>
                    <a:pt x="864" y="7645"/>
                    <a:pt x="864" y="7666"/>
                  </a:cubicBezTo>
                  <a:cubicBezTo>
                    <a:pt x="864" y="10315"/>
                    <a:pt x="2399" y="12515"/>
                    <a:pt x="4412" y="13022"/>
                  </a:cubicBezTo>
                  <a:cubicBezTo>
                    <a:pt x="4051" y="13143"/>
                    <a:pt x="3658" y="13201"/>
                    <a:pt x="3251" y="13201"/>
                  </a:cubicBezTo>
                  <a:cubicBezTo>
                    <a:pt x="2967" y="13201"/>
                    <a:pt x="2681" y="13181"/>
                    <a:pt x="2412" y="13108"/>
                  </a:cubicBezTo>
                  <a:cubicBezTo>
                    <a:pt x="2986" y="15266"/>
                    <a:pt x="4614" y="16853"/>
                    <a:pt x="6550" y="16905"/>
                  </a:cubicBezTo>
                  <a:cubicBezTo>
                    <a:pt x="5044" y="18355"/>
                    <a:pt x="3131" y="19229"/>
                    <a:pt x="1060" y="19229"/>
                  </a:cubicBezTo>
                  <a:cubicBezTo>
                    <a:pt x="697" y="19229"/>
                    <a:pt x="348" y="19209"/>
                    <a:pt x="0" y="19154"/>
                  </a:cubicBezTo>
                  <a:cubicBezTo>
                    <a:pt x="1962" y="20711"/>
                    <a:pt x="4286" y="21600"/>
                    <a:pt x="6793" y="21600"/>
                  </a:cubicBezTo>
                  <a:cubicBezTo>
                    <a:pt x="14942" y="21600"/>
                    <a:pt x="19397" y="13292"/>
                    <a:pt x="19397" y="6091"/>
                  </a:cubicBezTo>
                  <a:cubicBezTo>
                    <a:pt x="19397" y="5850"/>
                    <a:pt x="19390" y="5618"/>
                    <a:pt x="19380" y="5387"/>
                  </a:cubicBezTo>
                  <a:cubicBezTo>
                    <a:pt x="20259" y="4619"/>
                    <a:pt x="20998" y="3660"/>
                    <a:pt x="21600" y="2557"/>
                  </a:cubicBezTo>
                  <a:cubicBezTo>
                    <a:pt x="21600" y="2557"/>
                    <a:pt x="21600" y="2557"/>
                    <a:pt x="21600" y="2557"/>
                  </a:cubicBezTo>
                  <a:close/>
                </a:path>
              </a:pathLst>
            </a:custGeom>
            <a:solidFill>
              <a:schemeClr val="bg1"/>
            </a:solidFill>
            <a:ln w="12700">
              <a:miter lim="400000"/>
            </a:ln>
          </p:spPr>
          <p:txBody>
            <a:bodyPr lIns="38100" tIns="38100" rIns="38100" bIns="38100" anchor="ct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sz="3000">
                  <a:solidFill>
                    <a:srgbClr val="FFFFFF"/>
                  </a:solidFill>
                  <a:effectLst>
                    <a:outerShdw blurRad="38100" dist="12700" dir="5400000" rotWithShape="0">
                      <a:srgbClr val="000000">
                        <a:alpha val="50000"/>
                      </a:srgbClr>
                    </a:outerShdw>
                  </a:effectLst>
                </a:defRPr>
              </a:pPr>
              <a:endParaRPr kumimoji="0" sz="3000" b="0" i="0" u="none" strike="noStrike" kern="0" cap="none" spc="0" normalizeH="0" baseline="0" noProof="0">
                <a:ln>
                  <a:noFill/>
                </a:ln>
                <a:solidFill>
                  <a:srgbClr val="FFFFFF"/>
                </a:solidFill>
                <a:effectLst>
                  <a:outerShdw blurRad="38100" dist="12700" dir="5400000" rotWithShape="0">
                    <a:srgbClr val="000000">
                      <a:alpha val="50000"/>
                    </a:srgbClr>
                  </a:outerShdw>
                </a:effectLst>
                <a:uLnTx/>
                <a:uFillTx/>
                <a:latin typeface="Arial"/>
                <a:cs typeface="Arial"/>
                <a:sym typeface="Arial"/>
              </a:endParaRPr>
            </a:p>
          </p:txBody>
        </p:sp>
        <p:sp>
          <p:nvSpPr>
            <p:cNvPr id="9" name="Oval 8">
              <a:extLst>
                <a:ext uri="{FF2B5EF4-FFF2-40B4-BE49-F238E27FC236}">
                  <a16:creationId xmlns:a16="http://schemas.microsoft.com/office/drawing/2014/main" id="{AF389CA4-9215-4DA8-BFFA-FA4329B49979}"/>
                </a:ext>
              </a:extLst>
            </p:cNvPr>
            <p:cNvSpPr/>
            <p:nvPr/>
          </p:nvSpPr>
          <p:spPr>
            <a:xfrm>
              <a:off x="2102815" y="5662865"/>
              <a:ext cx="371301" cy="371301"/>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sz="1400" b="0" i="0" u="none" strike="noStrike" kern="0" cap="none" spc="0" normalizeH="0" baseline="0" noProof="0">
                <a:ln>
                  <a:noFill/>
                </a:ln>
                <a:solidFill>
                  <a:srgbClr val="FFFFFF"/>
                </a:solidFill>
                <a:effectLst/>
                <a:uLnTx/>
                <a:uFillTx/>
                <a:latin typeface="Arial"/>
                <a:ea typeface="+mn-ea"/>
                <a:cs typeface="+mn-cs"/>
                <a:sym typeface="Arial"/>
              </a:endParaRPr>
            </a:p>
          </p:txBody>
        </p:sp>
        <p:sp>
          <p:nvSpPr>
            <p:cNvPr id="10" name="Shape">
              <a:hlinkClick r:id="rId4"/>
              <a:extLst>
                <a:ext uri="{FF2B5EF4-FFF2-40B4-BE49-F238E27FC236}">
                  <a16:creationId xmlns:a16="http://schemas.microsoft.com/office/drawing/2014/main" id="{F0CB12D6-F0DA-4BB6-B2C7-4BE43A29C51F}"/>
                </a:ext>
              </a:extLst>
            </p:cNvPr>
            <p:cNvSpPr/>
            <p:nvPr/>
          </p:nvSpPr>
          <p:spPr>
            <a:xfrm>
              <a:off x="2189003" y="5751342"/>
              <a:ext cx="202748" cy="202749"/>
            </a:xfrm>
            <a:custGeom>
              <a:avLst/>
              <a:gdLst/>
              <a:ahLst/>
              <a:cxnLst>
                <a:cxn ang="0">
                  <a:pos x="wd2" y="hd2"/>
                </a:cxn>
                <a:cxn ang="5400000">
                  <a:pos x="wd2" y="hd2"/>
                </a:cxn>
                <a:cxn ang="10800000">
                  <a:pos x="wd2" y="hd2"/>
                </a:cxn>
                <a:cxn ang="16200000">
                  <a:pos x="wd2" y="hd2"/>
                </a:cxn>
              </a:cxnLst>
              <a:rect l="0" t="0" r="r" b="b"/>
              <a:pathLst>
                <a:path w="21600" h="21600" extrusionOk="0">
                  <a:moveTo>
                    <a:pt x="19427" y="11280"/>
                  </a:moveTo>
                  <a:cubicBezTo>
                    <a:pt x="17712" y="10975"/>
                    <a:pt x="15821" y="11022"/>
                    <a:pt x="13768" y="11419"/>
                  </a:cubicBezTo>
                  <a:cubicBezTo>
                    <a:pt x="13571" y="10725"/>
                    <a:pt x="13362" y="10071"/>
                    <a:pt x="13146" y="9456"/>
                  </a:cubicBezTo>
                  <a:cubicBezTo>
                    <a:pt x="15173" y="8681"/>
                    <a:pt x="16814" y="7539"/>
                    <a:pt x="18018" y="6057"/>
                  </a:cubicBezTo>
                  <a:cubicBezTo>
                    <a:pt x="18916" y="7419"/>
                    <a:pt x="19440" y="9050"/>
                    <a:pt x="19440" y="10800"/>
                  </a:cubicBezTo>
                  <a:cubicBezTo>
                    <a:pt x="19440" y="10961"/>
                    <a:pt x="19435" y="11121"/>
                    <a:pt x="19427" y="11280"/>
                  </a:cubicBezTo>
                  <a:cubicBezTo>
                    <a:pt x="19427" y="11280"/>
                    <a:pt x="19427" y="11280"/>
                    <a:pt x="19427" y="11280"/>
                  </a:cubicBezTo>
                  <a:close/>
                  <a:moveTo>
                    <a:pt x="15025" y="18334"/>
                  </a:moveTo>
                  <a:cubicBezTo>
                    <a:pt x="14873" y="16593"/>
                    <a:pt x="14617" y="14987"/>
                    <a:pt x="14296" y="13522"/>
                  </a:cubicBezTo>
                  <a:cubicBezTo>
                    <a:pt x="15886" y="13225"/>
                    <a:pt x="17507" y="13137"/>
                    <a:pt x="19038" y="13406"/>
                  </a:cubicBezTo>
                  <a:cubicBezTo>
                    <a:pt x="18371" y="15511"/>
                    <a:pt x="16918" y="17268"/>
                    <a:pt x="15025" y="18334"/>
                  </a:cubicBezTo>
                  <a:cubicBezTo>
                    <a:pt x="15025" y="18334"/>
                    <a:pt x="15025" y="18334"/>
                    <a:pt x="15025" y="18334"/>
                  </a:cubicBezTo>
                  <a:close/>
                  <a:moveTo>
                    <a:pt x="10800" y="19440"/>
                  </a:moveTo>
                  <a:cubicBezTo>
                    <a:pt x="8577" y="19440"/>
                    <a:pt x="6548" y="18596"/>
                    <a:pt x="5015" y="17212"/>
                  </a:cubicBezTo>
                  <a:cubicBezTo>
                    <a:pt x="6456" y="16365"/>
                    <a:pt x="9162" y="14922"/>
                    <a:pt x="12199" y="14029"/>
                  </a:cubicBezTo>
                  <a:cubicBezTo>
                    <a:pt x="12538" y="15587"/>
                    <a:pt x="12795" y="17303"/>
                    <a:pt x="12924" y="19176"/>
                  </a:cubicBezTo>
                  <a:cubicBezTo>
                    <a:pt x="12244" y="19348"/>
                    <a:pt x="11533" y="19440"/>
                    <a:pt x="10800" y="19440"/>
                  </a:cubicBezTo>
                  <a:cubicBezTo>
                    <a:pt x="10800" y="19440"/>
                    <a:pt x="10800" y="19440"/>
                    <a:pt x="10800" y="19440"/>
                  </a:cubicBezTo>
                  <a:close/>
                  <a:moveTo>
                    <a:pt x="2160" y="10800"/>
                  </a:moveTo>
                  <a:cubicBezTo>
                    <a:pt x="2160" y="10677"/>
                    <a:pt x="2163" y="10555"/>
                    <a:pt x="2168" y="10434"/>
                  </a:cubicBezTo>
                  <a:cubicBezTo>
                    <a:pt x="3029" y="10541"/>
                    <a:pt x="4305" y="10658"/>
                    <a:pt x="5793" y="10658"/>
                  </a:cubicBezTo>
                  <a:cubicBezTo>
                    <a:pt x="6514" y="10658"/>
                    <a:pt x="7284" y="10631"/>
                    <a:pt x="8081" y="10562"/>
                  </a:cubicBezTo>
                  <a:cubicBezTo>
                    <a:pt x="9142" y="10470"/>
                    <a:pt x="10142" y="10310"/>
                    <a:pt x="11081" y="10088"/>
                  </a:cubicBezTo>
                  <a:cubicBezTo>
                    <a:pt x="11287" y="10669"/>
                    <a:pt x="11485" y="11281"/>
                    <a:pt x="11671" y="11928"/>
                  </a:cubicBezTo>
                  <a:cubicBezTo>
                    <a:pt x="10698" y="12211"/>
                    <a:pt x="9693" y="12565"/>
                    <a:pt x="8656" y="12990"/>
                  </a:cubicBezTo>
                  <a:cubicBezTo>
                    <a:pt x="6423" y="13906"/>
                    <a:pt x="4601" y="14931"/>
                    <a:pt x="3585" y="15547"/>
                  </a:cubicBezTo>
                  <a:cubicBezTo>
                    <a:pt x="2685" y="14184"/>
                    <a:pt x="2160" y="12552"/>
                    <a:pt x="2160" y="10800"/>
                  </a:cubicBezTo>
                  <a:cubicBezTo>
                    <a:pt x="2160" y="10800"/>
                    <a:pt x="2160" y="10800"/>
                    <a:pt x="2160" y="10800"/>
                  </a:cubicBezTo>
                  <a:close/>
                  <a:moveTo>
                    <a:pt x="7253" y="2922"/>
                  </a:moveTo>
                  <a:cubicBezTo>
                    <a:pt x="7897" y="3727"/>
                    <a:pt x="9119" y="5437"/>
                    <a:pt x="10273" y="8054"/>
                  </a:cubicBezTo>
                  <a:cubicBezTo>
                    <a:pt x="7243" y="8704"/>
                    <a:pt x="4136" y="8489"/>
                    <a:pt x="2530" y="8298"/>
                  </a:cubicBezTo>
                  <a:cubicBezTo>
                    <a:pt x="3257" y="5901"/>
                    <a:pt x="4998" y="3941"/>
                    <a:pt x="7253" y="2922"/>
                  </a:cubicBezTo>
                  <a:cubicBezTo>
                    <a:pt x="7253" y="2922"/>
                    <a:pt x="7253" y="2922"/>
                    <a:pt x="7253" y="2922"/>
                  </a:cubicBezTo>
                  <a:close/>
                  <a:moveTo>
                    <a:pt x="10800" y="2160"/>
                  </a:moveTo>
                  <a:cubicBezTo>
                    <a:pt x="13021" y="2160"/>
                    <a:pt x="15049" y="3003"/>
                    <a:pt x="16581" y="4385"/>
                  </a:cubicBezTo>
                  <a:cubicBezTo>
                    <a:pt x="15509" y="5855"/>
                    <a:pt x="14008" y="6822"/>
                    <a:pt x="12365" y="7445"/>
                  </a:cubicBezTo>
                  <a:cubicBezTo>
                    <a:pt x="12091" y="6806"/>
                    <a:pt x="11817" y="6226"/>
                    <a:pt x="11555" y="5709"/>
                  </a:cubicBezTo>
                  <a:cubicBezTo>
                    <a:pt x="10795" y="4211"/>
                    <a:pt x="10048" y="3064"/>
                    <a:pt x="9466" y="2263"/>
                  </a:cubicBezTo>
                  <a:cubicBezTo>
                    <a:pt x="9901" y="2195"/>
                    <a:pt x="10346" y="2160"/>
                    <a:pt x="10800" y="2160"/>
                  </a:cubicBezTo>
                  <a:cubicBezTo>
                    <a:pt x="10800" y="2160"/>
                    <a:pt x="10800" y="2160"/>
                    <a:pt x="10800" y="2160"/>
                  </a:cubicBezTo>
                  <a:close/>
                  <a:moveTo>
                    <a:pt x="18834" y="3590"/>
                  </a:moveTo>
                  <a:lnTo>
                    <a:pt x="18682" y="3425"/>
                  </a:lnTo>
                  <a:cubicBezTo>
                    <a:pt x="16710" y="1318"/>
                    <a:pt x="13906" y="0"/>
                    <a:pt x="10800" y="0"/>
                  </a:cubicBezTo>
                  <a:cubicBezTo>
                    <a:pt x="9564" y="0"/>
                    <a:pt x="8376" y="209"/>
                    <a:pt x="7269" y="593"/>
                  </a:cubicBezTo>
                  <a:lnTo>
                    <a:pt x="7157" y="633"/>
                  </a:lnTo>
                  <a:cubicBezTo>
                    <a:pt x="3542" y="1932"/>
                    <a:pt x="814" y="5108"/>
                    <a:pt x="154" y="8980"/>
                  </a:cubicBezTo>
                  <a:cubicBezTo>
                    <a:pt x="153" y="8984"/>
                    <a:pt x="152" y="8988"/>
                    <a:pt x="152" y="8991"/>
                  </a:cubicBezTo>
                  <a:cubicBezTo>
                    <a:pt x="149" y="9004"/>
                    <a:pt x="148" y="9016"/>
                    <a:pt x="146" y="9028"/>
                  </a:cubicBezTo>
                  <a:cubicBezTo>
                    <a:pt x="51" y="9605"/>
                    <a:pt x="0" y="10197"/>
                    <a:pt x="0" y="10800"/>
                  </a:cubicBezTo>
                  <a:cubicBezTo>
                    <a:pt x="0" y="13375"/>
                    <a:pt x="906" y="15741"/>
                    <a:pt x="2416" y="17599"/>
                  </a:cubicBezTo>
                  <a:cubicBezTo>
                    <a:pt x="2417" y="17600"/>
                    <a:pt x="2541" y="17751"/>
                    <a:pt x="2541" y="17751"/>
                  </a:cubicBezTo>
                  <a:cubicBezTo>
                    <a:pt x="4524" y="20103"/>
                    <a:pt x="7490" y="21600"/>
                    <a:pt x="10800" y="21600"/>
                  </a:cubicBezTo>
                  <a:cubicBezTo>
                    <a:pt x="12051" y="21600"/>
                    <a:pt x="13252" y="21385"/>
                    <a:pt x="14370" y="20993"/>
                  </a:cubicBezTo>
                  <a:cubicBezTo>
                    <a:pt x="14400" y="20983"/>
                    <a:pt x="14429" y="20974"/>
                    <a:pt x="14457" y="20962"/>
                  </a:cubicBezTo>
                  <a:cubicBezTo>
                    <a:pt x="18004" y="19681"/>
                    <a:pt x="20694" y="16594"/>
                    <a:pt x="21411" y="12816"/>
                  </a:cubicBezTo>
                  <a:cubicBezTo>
                    <a:pt x="21412" y="12806"/>
                    <a:pt x="21414" y="12797"/>
                    <a:pt x="21416" y="12788"/>
                  </a:cubicBezTo>
                  <a:cubicBezTo>
                    <a:pt x="21536" y="12143"/>
                    <a:pt x="21600" y="11479"/>
                    <a:pt x="21600" y="10800"/>
                  </a:cubicBezTo>
                  <a:cubicBezTo>
                    <a:pt x="21600" y="8032"/>
                    <a:pt x="20553" y="5503"/>
                    <a:pt x="18834" y="3590"/>
                  </a:cubicBezTo>
                  <a:cubicBezTo>
                    <a:pt x="18834" y="3590"/>
                    <a:pt x="18834" y="3590"/>
                    <a:pt x="18834" y="3590"/>
                  </a:cubicBezTo>
                  <a:close/>
                </a:path>
              </a:pathLst>
            </a:custGeom>
            <a:solidFill>
              <a:schemeClr val="bg1"/>
            </a:solidFill>
            <a:ln w="12700">
              <a:miter lim="400000"/>
            </a:ln>
          </p:spPr>
          <p:txBody>
            <a:bodyPr lIns="38100" tIns="38100" rIns="38100" bIns="38100" anchor="ct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sz="3000">
                  <a:solidFill>
                    <a:srgbClr val="FFFFFF"/>
                  </a:solidFill>
                  <a:effectLst>
                    <a:outerShdw blurRad="38100" dist="12700" dir="5400000" rotWithShape="0">
                      <a:srgbClr val="000000">
                        <a:alpha val="50000"/>
                      </a:srgbClr>
                    </a:outerShdw>
                  </a:effectLst>
                </a:defRPr>
              </a:pPr>
              <a:endParaRPr kumimoji="0" sz="3000" b="0" i="0" u="none" strike="noStrike" kern="0" cap="none" spc="0" normalizeH="0" baseline="0" noProof="0">
                <a:ln>
                  <a:noFill/>
                </a:ln>
                <a:solidFill>
                  <a:srgbClr val="FFFFFF"/>
                </a:solidFill>
                <a:effectLst>
                  <a:outerShdw blurRad="38100" dist="12700" dir="5400000" rotWithShape="0">
                    <a:srgbClr val="000000">
                      <a:alpha val="50000"/>
                    </a:srgbClr>
                  </a:outerShdw>
                </a:effectLst>
                <a:uLnTx/>
                <a:uFillTx/>
                <a:latin typeface="Arial"/>
                <a:cs typeface="Arial"/>
                <a:sym typeface="Arial"/>
              </a:endParaRPr>
            </a:p>
          </p:txBody>
        </p:sp>
      </p:grpSp>
      <p:sp>
        <p:nvSpPr>
          <p:cNvPr id="11" name="Rectangle 10">
            <a:extLst>
              <a:ext uri="{FF2B5EF4-FFF2-40B4-BE49-F238E27FC236}">
                <a16:creationId xmlns:a16="http://schemas.microsoft.com/office/drawing/2014/main" id="{DE739AA3-A794-9F54-6A5A-CA2C7ED598BB}"/>
              </a:ext>
            </a:extLst>
          </p:cNvPr>
          <p:cNvSpPr/>
          <p:nvPr/>
        </p:nvSpPr>
        <p:spPr>
          <a:xfrm>
            <a:off x="1300694" y="2272374"/>
            <a:ext cx="5297771" cy="986340"/>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2800" b="1" i="0" u="none" strike="noStrike" kern="0" cap="none" spc="0" normalizeH="0" baseline="0" noProof="0" dirty="0">
                <a:ln>
                  <a:noFill/>
                </a:ln>
                <a:solidFill>
                  <a:srgbClr val="000000"/>
                </a:solidFill>
                <a:effectLst/>
                <a:uLnTx/>
                <a:uFillTx/>
                <a:latin typeface="Arial"/>
                <a:ea typeface="+mn-ea"/>
                <a:cs typeface="+mn-cs"/>
                <a:sym typeface="Arial"/>
              </a:rPr>
              <a:t>www.anubhavtrainings.com</a:t>
            </a:r>
          </a:p>
        </p:txBody>
      </p:sp>
      <p:sp>
        <p:nvSpPr>
          <p:cNvPr id="12" name="Right Triangle 11"/>
          <p:cNvSpPr/>
          <p:nvPr/>
        </p:nvSpPr>
        <p:spPr>
          <a:xfrm rot="19603165">
            <a:off x="394348" y="-1369124"/>
            <a:ext cx="4191287" cy="2738247"/>
          </a:xfrm>
          <a:prstGeom prst="rtTriangle">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sz="1400" b="0" i="0" u="none" strike="noStrike" kern="0" cap="none" spc="0" normalizeH="0" baseline="0" noProof="0">
              <a:ln>
                <a:solidFill>
                  <a:srgbClr val="00B050"/>
                </a:solidFill>
              </a:ln>
              <a:solidFill>
                <a:srgbClr val="00B050"/>
              </a:solidFill>
              <a:effectLst/>
              <a:uLnTx/>
              <a:uFillTx/>
              <a:latin typeface="Arial"/>
              <a:ea typeface="+mn-ea"/>
              <a:cs typeface="+mn-cs"/>
              <a:sym typeface="Arial"/>
            </a:endParaRPr>
          </a:p>
        </p:txBody>
      </p:sp>
      <p:sp>
        <p:nvSpPr>
          <p:cNvPr id="13" name="Right Triangle 12"/>
          <p:cNvSpPr/>
          <p:nvPr/>
        </p:nvSpPr>
        <p:spPr>
          <a:xfrm rot="16200000">
            <a:off x="6874209" y="1545491"/>
            <a:ext cx="4718460" cy="5910772"/>
          </a:xfrm>
          <a:prstGeom prst="rtTriangle">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sz="1400" b="0" i="0" u="none" strike="noStrike" kern="0" cap="none" spc="0" normalizeH="0" baseline="0" noProof="0">
              <a:ln>
                <a:solidFill>
                  <a:srgbClr val="00B050"/>
                </a:solidFill>
              </a:ln>
              <a:solidFill>
                <a:srgbClr val="00B050"/>
              </a:solidFill>
              <a:effectLst/>
              <a:uLnTx/>
              <a:uFillTx/>
              <a:latin typeface="Arial"/>
              <a:ea typeface="+mn-ea"/>
              <a:cs typeface="+mn-cs"/>
              <a:sym typeface="Arial"/>
            </a:endParaRPr>
          </a:p>
        </p:txBody>
      </p:sp>
      <p:sp>
        <p:nvSpPr>
          <p:cNvPr id="14" name="Minus 13"/>
          <p:cNvSpPr/>
          <p:nvPr/>
        </p:nvSpPr>
        <p:spPr>
          <a:xfrm rot="19276189">
            <a:off x="4275114" y="4157244"/>
            <a:ext cx="9864485" cy="472198"/>
          </a:xfrm>
          <a:prstGeom prst="mathMinus">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sz="1400" b="0" i="0" u="none" strike="noStrike" kern="0" cap="none" spc="0" normalizeH="0" baseline="0" noProof="0">
              <a:ln>
                <a:noFill/>
              </a:ln>
              <a:solidFill>
                <a:srgbClr val="FFFFFF"/>
              </a:solidFill>
              <a:effectLst/>
              <a:uLnTx/>
              <a:uFillTx/>
              <a:latin typeface="Arial"/>
              <a:ea typeface="+mn-ea"/>
              <a:cs typeface="+mn-cs"/>
              <a:sym typeface="Arial"/>
            </a:endParaRPr>
          </a:p>
        </p:txBody>
      </p:sp>
      <p:sp>
        <p:nvSpPr>
          <p:cNvPr id="15" name="Google Shape;552;p2"/>
          <p:cNvSpPr txBox="1"/>
          <p:nvPr/>
        </p:nvSpPr>
        <p:spPr>
          <a:xfrm>
            <a:off x="9475983" y="6498485"/>
            <a:ext cx="3002568" cy="338514"/>
          </a:xfrm>
          <a:prstGeom prst="rect">
            <a:avLst/>
          </a:prstGeom>
          <a:noFill/>
          <a:ln>
            <a:noFill/>
          </a:ln>
        </p:spPr>
        <p:txBody>
          <a:bodyPr spcFirstLastPara="1" wrap="square" lIns="91425" tIns="45700" rIns="91425" bIns="45700" anchor="t" anchorCtr="0">
            <a:spAutoFit/>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600" b="0" i="0" u="none" strike="noStrike" kern="0" cap="none" spc="0" normalizeH="0" baseline="0" noProof="0" dirty="0">
                <a:ln>
                  <a:noFill/>
                </a:ln>
                <a:solidFill>
                  <a:srgbClr val="000000"/>
                </a:solidFill>
                <a:effectLst/>
                <a:uLnTx/>
                <a:uFillTx/>
                <a:latin typeface="Cambria" panose="02040503050406030204" pitchFamily="18" charset="0"/>
                <a:ea typeface="Cambria" panose="02040503050406030204" pitchFamily="18" charset="0"/>
                <a:cs typeface="Corben"/>
                <a:sym typeface="Corben"/>
              </a:rPr>
              <a:t>www.anubhavtrainings.com</a:t>
            </a:r>
            <a:endParaRPr kumimoji="0" sz="1600" b="0" i="0" u="none" strike="noStrike" kern="0" cap="none" spc="0" normalizeH="0" baseline="0" noProof="0" dirty="0">
              <a:ln>
                <a:noFill/>
              </a:ln>
              <a:solidFill>
                <a:srgbClr val="000000"/>
              </a:solidFill>
              <a:effectLst/>
              <a:uLnTx/>
              <a:uFillTx/>
              <a:latin typeface="Cambria" panose="02040503050406030204" pitchFamily="18" charset="0"/>
              <a:ea typeface="Cambria" panose="02040503050406030204" pitchFamily="18" charset="0"/>
              <a:cs typeface="Corben"/>
              <a:sym typeface="Corben"/>
            </a:endParaRPr>
          </a:p>
        </p:txBody>
      </p:sp>
      <p:pic>
        <p:nvPicPr>
          <p:cNvPr id="16" name="Picture 4">
            <a:extLst>
              <a:ext uri="{FF2B5EF4-FFF2-40B4-BE49-F238E27FC236}">
                <a16:creationId xmlns:a16="http://schemas.microsoft.com/office/drawing/2014/main" id="{DB8A7F7E-7F2C-20C1-2A09-7D9F11F6AD11}"/>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1532069" y="0"/>
            <a:ext cx="655169" cy="64711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59761008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6" presetClass="entr" presetSubtype="21"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barn(inVertical)">
                                      <p:cBhvr>
                                        <p:cTn id="7" dur="500"/>
                                        <p:tgtEl>
                                          <p:spTgt spid="2"/>
                                        </p:tgtEl>
                                      </p:cBhvr>
                                    </p:animEffect>
                                  </p:childTnLst>
                                </p:cTn>
                              </p:par>
                              <p:par>
                                <p:cTn id="8" presetID="16" presetClass="entr" presetSubtype="21" fill="hold" grpId="0" nodeType="withEffect">
                                  <p:stCondLst>
                                    <p:cond delay="0"/>
                                  </p:stCondLst>
                                  <p:childTnLst>
                                    <p:set>
                                      <p:cBhvr>
                                        <p:cTn id="9" dur="1" fill="hold">
                                          <p:stCondLst>
                                            <p:cond delay="0"/>
                                          </p:stCondLst>
                                        </p:cTn>
                                        <p:tgtEl>
                                          <p:spTgt spid="11"/>
                                        </p:tgtEl>
                                        <p:attrNameLst>
                                          <p:attrName>style.visibility</p:attrName>
                                        </p:attrNameLst>
                                      </p:cBhvr>
                                      <p:to>
                                        <p:strVal val="visible"/>
                                      </p:to>
                                    </p:set>
                                    <p:animEffect transition="in" filter="barn(inVertical)">
                                      <p:cBhvr>
                                        <p:cTn id="10" dur="500"/>
                                        <p:tgtEl>
                                          <p:spTgt spid="11"/>
                                        </p:tgtEl>
                                      </p:cBhvr>
                                    </p:animEffect>
                                  </p:childTnLst>
                                </p:cTn>
                              </p:par>
                            </p:childTnLst>
                          </p:cTn>
                        </p:par>
                      </p:childTnLst>
                    </p:cTn>
                  </p:par>
                  <p:par>
                    <p:cTn id="11" fill="hold">
                      <p:stCondLst>
                        <p:cond delay="indefinite"/>
                      </p:stCondLst>
                      <p:childTnLst>
                        <p:par>
                          <p:cTn id="12" fill="hold">
                            <p:stCondLst>
                              <p:cond delay="0"/>
                            </p:stCondLst>
                            <p:childTnLst>
                              <p:par>
                                <p:cTn id="13" presetID="16" presetClass="entr" presetSubtype="21" fill="hold" grpId="0" nodeType="clickEffect">
                                  <p:stCondLst>
                                    <p:cond delay="0"/>
                                  </p:stCondLst>
                                  <p:childTnLst>
                                    <p:set>
                                      <p:cBhvr>
                                        <p:cTn id="14" dur="1" fill="hold">
                                          <p:stCondLst>
                                            <p:cond delay="0"/>
                                          </p:stCondLst>
                                        </p:cTn>
                                        <p:tgtEl>
                                          <p:spTgt spid="3"/>
                                        </p:tgtEl>
                                        <p:attrNameLst>
                                          <p:attrName>style.visibility</p:attrName>
                                        </p:attrNameLst>
                                      </p:cBhvr>
                                      <p:to>
                                        <p:strVal val="visible"/>
                                      </p:to>
                                    </p:set>
                                    <p:animEffect transition="in" filter="barn(inVertical)">
                                      <p:cBhvr>
                                        <p:cTn id="15" dur="500"/>
                                        <p:tgtEl>
                                          <p:spTgt spid="3"/>
                                        </p:tgtEl>
                                      </p:cBhvr>
                                    </p:animEffect>
                                  </p:childTnLst>
                                </p:cTn>
                              </p:par>
                            </p:childTnLst>
                          </p:cTn>
                        </p:par>
                      </p:childTnLst>
                    </p:cTn>
                  </p:par>
                  <p:par>
                    <p:cTn id="16" fill="hold">
                      <p:stCondLst>
                        <p:cond delay="indefinite"/>
                      </p:stCondLst>
                      <p:childTnLst>
                        <p:par>
                          <p:cTn id="17" fill="hold">
                            <p:stCondLst>
                              <p:cond delay="0"/>
                            </p:stCondLst>
                            <p:childTnLst>
                              <p:par>
                                <p:cTn id="18" presetID="16" presetClass="entr" presetSubtype="21" fill="hold" nodeType="clickEffect">
                                  <p:stCondLst>
                                    <p:cond delay="0"/>
                                  </p:stCondLst>
                                  <p:childTnLst>
                                    <p:set>
                                      <p:cBhvr>
                                        <p:cTn id="19" dur="1" fill="hold">
                                          <p:stCondLst>
                                            <p:cond delay="0"/>
                                          </p:stCondLst>
                                        </p:cTn>
                                        <p:tgtEl>
                                          <p:spTgt spid="4"/>
                                        </p:tgtEl>
                                        <p:attrNameLst>
                                          <p:attrName>style.visibility</p:attrName>
                                        </p:attrNameLst>
                                      </p:cBhvr>
                                      <p:to>
                                        <p:strVal val="visible"/>
                                      </p:to>
                                    </p:set>
                                    <p:animEffect transition="in" filter="barn(inVertical)">
                                      <p:cBhvr>
                                        <p:cTn id="20"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3" grpId="0"/>
      <p:bldP spid="11" grpId="0" animBg="1"/>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ight Triangle 6">
            <a:extLst>
              <a:ext uri="{FF2B5EF4-FFF2-40B4-BE49-F238E27FC236}">
                <a16:creationId xmlns:a16="http://schemas.microsoft.com/office/drawing/2014/main" id="{EAF14BF4-9A45-8B4E-AA65-A815CC72E5A3}"/>
              </a:ext>
            </a:extLst>
          </p:cNvPr>
          <p:cNvSpPr/>
          <p:nvPr/>
        </p:nvSpPr>
        <p:spPr>
          <a:xfrm flipH="1">
            <a:off x="3029488" y="2339447"/>
            <a:ext cx="9159332" cy="4517660"/>
          </a:xfrm>
          <a:prstGeom prst="rtTriangle">
            <a:avLst/>
          </a:prstGeom>
          <a:solidFill>
            <a:srgbClr val="18A7CD"/>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126" rtl="0" eaLnBrk="1" fontAlgn="auto" latinLnBrk="0" hangingPunct="1">
              <a:lnSpc>
                <a:spcPct val="100000"/>
              </a:lnSpc>
              <a:spcBef>
                <a:spcPts val="0"/>
              </a:spcBef>
              <a:spcAft>
                <a:spcPts val="0"/>
              </a:spcAft>
              <a:buClrTx/>
              <a:buSzTx/>
              <a:buFontTx/>
              <a:buNone/>
              <a:tabLst/>
              <a:defRPr/>
            </a:pPr>
            <a:endParaRPr kumimoji="0" lang="en-US" sz="1799" b="0" i="0" u="none" strike="noStrike" kern="1200" cap="none" spc="0" normalizeH="0" baseline="0" noProof="0">
              <a:ln>
                <a:noFill/>
              </a:ln>
              <a:solidFill>
                <a:srgbClr val="FFFFFF"/>
              </a:solidFill>
              <a:effectLst/>
              <a:uLnTx/>
              <a:uFillTx/>
              <a:latin typeface="Arial" panose="020B0604020202020204"/>
              <a:ea typeface="+mn-ea"/>
              <a:cs typeface="+mn-cs"/>
            </a:endParaRPr>
          </a:p>
        </p:txBody>
      </p:sp>
      <p:sp>
        <p:nvSpPr>
          <p:cNvPr id="2" name="Picture Placeholder 1">
            <a:extLst>
              <a:ext uri="{FF2B5EF4-FFF2-40B4-BE49-F238E27FC236}">
                <a16:creationId xmlns:a16="http://schemas.microsoft.com/office/drawing/2014/main" id="{5901FB9E-D5D8-0E42-9064-309ADD0ECF57}"/>
              </a:ext>
            </a:extLst>
          </p:cNvPr>
          <p:cNvSpPr>
            <a:spLocks noGrp="1"/>
          </p:cNvSpPr>
          <p:nvPr>
            <p:ph type="pic" sz="quarter" idx="14"/>
          </p:nvPr>
        </p:nvSpPr>
        <p:spPr>
          <a:xfrm>
            <a:off x="-1" y="892"/>
            <a:ext cx="12188825" cy="4876667"/>
          </a:xfrm>
        </p:spPr>
        <p:txBody>
          <a:bodyPr/>
          <a:lstStyle/>
          <a:p>
            <a:endParaRPr lang="en-US"/>
          </a:p>
        </p:txBody>
      </p:sp>
      <p:pic>
        <p:nvPicPr>
          <p:cNvPr id="4" name="Picture 3">
            <a:extLst>
              <a:ext uri="{FF2B5EF4-FFF2-40B4-BE49-F238E27FC236}">
                <a16:creationId xmlns:a16="http://schemas.microsoft.com/office/drawing/2014/main" id="{520F6EAF-BDD9-FA40-9881-470C78C023CA}"/>
              </a:ext>
            </a:extLst>
          </p:cNvPr>
          <p:cNvPicPr>
            <a:picLocks noChangeAspect="1"/>
          </p:cNvPicPr>
          <p:nvPr/>
        </p:nvPicPr>
        <p:blipFill rotWithShape="1">
          <a:blip r:embed="rId3" cstate="email">
            <a:extLst>
              <a:ext uri="{28A0092B-C50C-407E-A947-70E740481C1C}">
                <a14:useLocalDpi xmlns:a14="http://schemas.microsoft.com/office/drawing/2010/main"/>
              </a:ext>
            </a:extLst>
          </a:blip>
          <a:srcRect/>
          <a:stretch/>
        </p:blipFill>
        <p:spPr>
          <a:xfrm>
            <a:off x="1586" y="892"/>
            <a:ext cx="12185652" cy="4876667"/>
          </a:xfrm>
          <a:prstGeom prst="rect">
            <a:avLst/>
          </a:prstGeom>
        </p:spPr>
      </p:pic>
      <p:sp>
        <p:nvSpPr>
          <p:cNvPr id="20" name="Rectangle 19">
            <a:extLst>
              <a:ext uri="{FF2B5EF4-FFF2-40B4-BE49-F238E27FC236}">
                <a16:creationId xmlns:a16="http://schemas.microsoft.com/office/drawing/2014/main" id="{7D8E97E7-E23C-4E4A-A0AF-1C43E32D5148}"/>
              </a:ext>
            </a:extLst>
          </p:cNvPr>
          <p:cNvSpPr/>
          <p:nvPr/>
        </p:nvSpPr>
        <p:spPr>
          <a:xfrm>
            <a:off x="3175" y="-9395"/>
            <a:ext cx="12184064" cy="4886954"/>
          </a:xfrm>
          <a:prstGeom prst="rect">
            <a:avLst/>
          </a:prstGeom>
          <a:gradFill>
            <a:gsLst>
              <a:gs pos="89000">
                <a:schemeClr val="accent4">
                  <a:lumMod val="75000"/>
                  <a:alpha val="96000"/>
                </a:schemeClr>
              </a:gs>
              <a:gs pos="29000">
                <a:schemeClr val="tx2">
                  <a:alpha val="84000"/>
                </a:schemeClr>
              </a:gs>
            </a:gsLst>
            <a:lin ang="27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3943" rtl="0" eaLnBrk="1" fontAlgn="auto" latinLnBrk="0" hangingPunct="1">
              <a:lnSpc>
                <a:spcPct val="100000"/>
              </a:lnSpc>
              <a:spcBef>
                <a:spcPts val="0"/>
              </a:spcBef>
              <a:spcAft>
                <a:spcPts val="0"/>
              </a:spcAft>
              <a:buClrTx/>
              <a:buSzTx/>
              <a:buFontTx/>
              <a:buNone/>
              <a:tabLst/>
              <a:defRPr/>
            </a:pPr>
            <a:endParaRPr kumimoji="0" lang="en-US" sz="1799" b="0" i="0" u="none" strike="noStrike" kern="1200" cap="none" spc="0" normalizeH="0" baseline="0" noProof="0">
              <a:ln>
                <a:noFill/>
              </a:ln>
              <a:solidFill>
                <a:srgbClr val="FFFFFF"/>
              </a:solidFill>
              <a:effectLst/>
              <a:uLnTx/>
              <a:uFillTx/>
              <a:latin typeface="Arial" panose="020B0604020202020204" pitchFamily="34" charset="0"/>
              <a:ea typeface="+mn-ea"/>
              <a:cs typeface="Arial" panose="020B0604020202020204" pitchFamily="34" charset="0"/>
            </a:endParaRPr>
          </a:p>
        </p:txBody>
      </p:sp>
      <p:sp>
        <p:nvSpPr>
          <p:cNvPr id="35" name="Rectangle 34">
            <a:extLst>
              <a:ext uri="{FF2B5EF4-FFF2-40B4-BE49-F238E27FC236}">
                <a16:creationId xmlns:a16="http://schemas.microsoft.com/office/drawing/2014/main" id="{F6FFC3F4-1A5C-6446-9CE3-98CE002CFF5F}"/>
              </a:ext>
            </a:extLst>
          </p:cNvPr>
          <p:cNvSpPr/>
          <p:nvPr/>
        </p:nvSpPr>
        <p:spPr>
          <a:xfrm>
            <a:off x="350568" y="5992010"/>
            <a:ext cx="3553364" cy="646163"/>
          </a:xfrm>
          <a:prstGeom prst="rect">
            <a:avLst/>
          </a:prstGeom>
        </p:spPr>
        <p:txBody>
          <a:bodyPr wrap="square">
            <a:spAutoFit/>
          </a:bodyPr>
          <a:lstStyle/>
          <a:p>
            <a:pPr marL="0" marR="0" lvl="0" indent="0" algn="l" defTabSz="913943" rtl="0" eaLnBrk="1" fontAlgn="auto" latinLnBrk="0" hangingPunct="1">
              <a:lnSpc>
                <a:spcPct val="100000"/>
              </a:lnSpc>
              <a:spcBef>
                <a:spcPts val="0"/>
              </a:spcBef>
              <a:spcAft>
                <a:spcPts val="0"/>
              </a:spcAft>
              <a:buClrTx/>
              <a:buSzTx/>
              <a:buFontTx/>
              <a:buNone/>
              <a:tabLst/>
              <a:defRPr/>
            </a:pPr>
            <a:r>
              <a:rPr kumimoji="0" lang="en-US" sz="1799" b="1" i="0" u="none" strike="noStrike" kern="1200" cap="none" spc="0" normalizeH="0" baseline="0" noProof="0" dirty="0">
                <a:ln>
                  <a:noFill/>
                </a:ln>
                <a:solidFill>
                  <a:srgbClr val="44546A"/>
                </a:solidFill>
                <a:effectLst/>
                <a:uLnTx/>
                <a:uFillTx/>
                <a:latin typeface="Arial" panose="020B0604020202020204" pitchFamily="34" charset="0"/>
                <a:ea typeface="+mn-ea"/>
                <a:cs typeface="Arial" panose="020B0604020202020204" pitchFamily="34" charset="0"/>
              </a:rPr>
              <a:t>Contact us today!</a:t>
            </a:r>
          </a:p>
          <a:p>
            <a:pPr marL="0" marR="0" lvl="0" indent="0" algn="l" defTabSz="913943" rtl="0" eaLnBrk="1" fontAlgn="auto" latinLnBrk="0" hangingPunct="1">
              <a:lnSpc>
                <a:spcPct val="100000"/>
              </a:lnSpc>
              <a:spcBef>
                <a:spcPts val="0"/>
              </a:spcBef>
              <a:spcAft>
                <a:spcPts val="0"/>
              </a:spcAft>
              <a:buClrTx/>
              <a:buSzTx/>
              <a:buFontTx/>
              <a:buNone/>
              <a:tabLst/>
              <a:defRPr/>
            </a:pPr>
            <a:r>
              <a:rPr kumimoji="0" lang="en-US" sz="1799" b="0" i="0" u="none" strike="noStrike" kern="1200" cap="none" spc="0" normalizeH="0" baseline="0" noProof="0" dirty="0">
                <a:ln>
                  <a:noFill/>
                </a:ln>
                <a:solidFill>
                  <a:srgbClr val="44546A"/>
                </a:solidFill>
                <a:effectLst/>
                <a:uLnTx/>
                <a:uFillTx/>
                <a:latin typeface="Arial" panose="020B0604020202020204"/>
                <a:ea typeface="+mn-ea"/>
                <a:cs typeface="+mn-cs"/>
              </a:rPr>
              <a:t>https://anubhavtrainings.com</a:t>
            </a:r>
          </a:p>
        </p:txBody>
      </p:sp>
      <p:sp>
        <p:nvSpPr>
          <p:cNvPr id="6" name="Rectangle 5">
            <a:extLst>
              <a:ext uri="{FF2B5EF4-FFF2-40B4-BE49-F238E27FC236}">
                <a16:creationId xmlns:a16="http://schemas.microsoft.com/office/drawing/2014/main" id="{7A91E6F4-0EB3-3446-B962-79A0A253F3F7}"/>
              </a:ext>
            </a:extLst>
          </p:cNvPr>
          <p:cNvSpPr/>
          <p:nvPr/>
        </p:nvSpPr>
        <p:spPr>
          <a:xfrm>
            <a:off x="8178219" y="2926031"/>
            <a:ext cx="3229442" cy="276927"/>
          </a:xfrm>
          <a:prstGeom prst="rect">
            <a:avLst/>
          </a:prstGeom>
        </p:spPr>
        <p:txBody>
          <a:bodyPr wrap="square">
            <a:spAutoFit/>
          </a:bodyPr>
          <a:lstStyle/>
          <a:p>
            <a:pPr marL="0" marR="0" lvl="0" indent="0" algn="ctr" defTabSz="914126" rtl="0" eaLnBrk="1" fontAlgn="auto" latinLnBrk="0" hangingPunct="1">
              <a:lnSpc>
                <a:spcPct val="100000"/>
              </a:lnSpc>
              <a:spcBef>
                <a:spcPts val="0"/>
              </a:spcBef>
              <a:spcAft>
                <a:spcPts val="0"/>
              </a:spcAft>
              <a:buClrTx/>
              <a:buSzTx/>
              <a:buFontTx/>
              <a:buNone/>
              <a:tabLst/>
              <a:defRPr/>
            </a:pPr>
            <a:r>
              <a:rPr kumimoji="0" lang="en-IN" sz="1200" b="0" i="0" u="none" strike="noStrike" kern="1200" cap="none" spc="50" normalizeH="0" baseline="0" noProof="0" dirty="0">
                <a:ln>
                  <a:noFill/>
                </a:ln>
                <a:solidFill>
                  <a:srgbClr val="FFFFFF">
                    <a:lumMod val="95000"/>
                  </a:srgbClr>
                </a:solidFill>
                <a:effectLst/>
                <a:uLnTx/>
                <a:uFillTx/>
                <a:latin typeface="Arial" panose="020B0604020202020204" pitchFamily="34" charset="0"/>
                <a:ea typeface="+mn-ea"/>
                <a:cs typeface="Arial" panose="020B0604020202020204" pitchFamily="34" charset="0"/>
              </a:rPr>
              <a:t>We build the workforce of the future.</a:t>
            </a:r>
            <a:endParaRPr kumimoji="0" lang="en-US" sz="1200" b="0" i="0" u="none" strike="noStrike" kern="1200" cap="none" spc="50" normalizeH="0" baseline="0" noProof="0" dirty="0">
              <a:ln>
                <a:noFill/>
              </a:ln>
              <a:solidFill>
                <a:srgbClr val="FFFFFF">
                  <a:lumMod val="95000"/>
                </a:srgbClr>
              </a:solidFill>
              <a:effectLst/>
              <a:uLnTx/>
              <a:uFillTx/>
              <a:latin typeface="Arial" panose="020B0604020202020204" pitchFamily="34" charset="0"/>
              <a:ea typeface="+mn-ea"/>
              <a:cs typeface="Arial" panose="020B0604020202020204" pitchFamily="34" charset="0"/>
            </a:endParaRPr>
          </a:p>
        </p:txBody>
      </p:sp>
      <p:sp>
        <p:nvSpPr>
          <p:cNvPr id="40" name="Rectangle 39">
            <a:extLst>
              <a:ext uri="{FF2B5EF4-FFF2-40B4-BE49-F238E27FC236}">
                <a16:creationId xmlns:a16="http://schemas.microsoft.com/office/drawing/2014/main" id="{89EED0AA-D6A0-854A-9888-8400B6D1FE48}"/>
              </a:ext>
            </a:extLst>
          </p:cNvPr>
          <p:cNvSpPr/>
          <p:nvPr/>
        </p:nvSpPr>
        <p:spPr>
          <a:xfrm>
            <a:off x="1221676" y="3113856"/>
            <a:ext cx="1801447" cy="646163"/>
          </a:xfrm>
          <a:prstGeom prst="rect">
            <a:avLst/>
          </a:prstGeom>
        </p:spPr>
        <p:txBody>
          <a:bodyPr wrap="square">
            <a:spAutoFit/>
          </a:bodyPr>
          <a:lstStyle/>
          <a:p>
            <a:pPr marL="0" marR="0" lvl="0" indent="0" algn="ctr" defTabSz="914126" rtl="0" eaLnBrk="1" fontAlgn="auto" latinLnBrk="0" hangingPunct="1">
              <a:lnSpc>
                <a:spcPct val="100000"/>
              </a:lnSpc>
              <a:spcBef>
                <a:spcPts val="0"/>
              </a:spcBef>
              <a:spcAft>
                <a:spcPts val="0"/>
              </a:spcAft>
              <a:buClrTx/>
              <a:buSzTx/>
              <a:buFontTx/>
              <a:buNone/>
              <a:tabLst/>
              <a:defRPr/>
            </a:pPr>
            <a:r>
              <a:rPr kumimoji="0" lang="en-US" sz="2399" b="0" i="0" u="none" strike="noStrike" kern="1200" cap="none" spc="0" normalizeH="0" baseline="0" noProof="0" dirty="0">
                <a:ln>
                  <a:noFill/>
                </a:ln>
                <a:solidFill>
                  <a:srgbClr val="FFFFFF"/>
                </a:solidFill>
                <a:effectLst/>
                <a:uLnTx/>
                <a:uFillTx/>
                <a:latin typeface="Arial" panose="020B0604020202020204"/>
                <a:ea typeface="+mn-ea"/>
                <a:cs typeface="+mn-cs"/>
              </a:rPr>
              <a:t>250+ </a:t>
            </a:r>
          </a:p>
          <a:p>
            <a:pPr marL="0" marR="0" lvl="0" indent="0" algn="ctr" defTabSz="914126"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FFFFFF"/>
                </a:solidFill>
                <a:effectLst/>
                <a:uLnTx/>
                <a:uFillTx/>
                <a:latin typeface="Arial" panose="020B0604020202020204"/>
                <a:ea typeface="+mn-ea"/>
                <a:cs typeface="+mn-cs"/>
              </a:rPr>
              <a:t>Corporate Clients</a:t>
            </a:r>
          </a:p>
        </p:txBody>
      </p:sp>
      <p:sp>
        <p:nvSpPr>
          <p:cNvPr id="49" name="Rectangle 48">
            <a:extLst>
              <a:ext uri="{FF2B5EF4-FFF2-40B4-BE49-F238E27FC236}">
                <a16:creationId xmlns:a16="http://schemas.microsoft.com/office/drawing/2014/main" id="{DFBD6F02-53D0-BF4D-BF2A-4BD3E0AC1D30}"/>
              </a:ext>
            </a:extLst>
          </p:cNvPr>
          <p:cNvSpPr/>
          <p:nvPr/>
        </p:nvSpPr>
        <p:spPr>
          <a:xfrm>
            <a:off x="2825143" y="3113856"/>
            <a:ext cx="1801447" cy="646163"/>
          </a:xfrm>
          <a:prstGeom prst="rect">
            <a:avLst/>
          </a:prstGeom>
        </p:spPr>
        <p:txBody>
          <a:bodyPr wrap="square">
            <a:spAutoFit/>
          </a:bodyPr>
          <a:lstStyle/>
          <a:p>
            <a:pPr marL="0" marR="0" lvl="0" indent="0" algn="ctr" defTabSz="914126" rtl="0" eaLnBrk="1" fontAlgn="auto" latinLnBrk="0" hangingPunct="1">
              <a:lnSpc>
                <a:spcPct val="100000"/>
              </a:lnSpc>
              <a:spcBef>
                <a:spcPts val="0"/>
              </a:spcBef>
              <a:spcAft>
                <a:spcPts val="0"/>
              </a:spcAft>
              <a:buClrTx/>
              <a:buSzTx/>
              <a:buFontTx/>
              <a:buNone/>
              <a:tabLst/>
              <a:defRPr/>
            </a:pPr>
            <a:r>
              <a:rPr kumimoji="0" lang="en-US" sz="2399" b="0" i="0" u="none" strike="noStrike" kern="1200" cap="none" spc="0" normalizeH="0" baseline="0" noProof="0" dirty="0">
                <a:ln>
                  <a:noFill/>
                </a:ln>
                <a:solidFill>
                  <a:srgbClr val="FFFFFF"/>
                </a:solidFill>
                <a:effectLst/>
                <a:uLnTx/>
                <a:uFillTx/>
                <a:latin typeface="Arial" panose="020B0604020202020204"/>
                <a:ea typeface="+mn-ea"/>
                <a:cs typeface="+mn-cs"/>
              </a:rPr>
              <a:t>30,000+</a:t>
            </a:r>
          </a:p>
          <a:p>
            <a:pPr marL="0" marR="0" lvl="0" indent="0" algn="ctr" defTabSz="914126"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FFFFFF"/>
                </a:solidFill>
                <a:effectLst/>
                <a:uLnTx/>
                <a:uFillTx/>
                <a:latin typeface="Arial" panose="020B0604020202020204"/>
                <a:ea typeface="+mn-ea"/>
                <a:cs typeface="+mn-cs"/>
              </a:rPr>
              <a:t>Learners Trained</a:t>
            </a:r>
          </a:p>
        </p:txBody>
      </p:sp>
      <p:sp>
        <p:nvSpPr>
          <p:cNvPr id="75" name="Rectangle 74">
            <a:extLst>
              <a:ext uri="{FF2B5EF4-FFF2-40B4-BE49-F238E27FC236}">
                <a16:creationId xmlns:a16="http://schemas.microsoft.com/office/drawing/2014/main" id="{B3EFFD71-D9A6-F843-8D97-4553654A0BAE}"/>
              </a:ext>
            </a:extLst>
          </p:cNvPr>
          <p:cNvSpPr/>
          <p:nvPr/>
        </p:nvSpPr>
        <p:spPr>
          <a:xfrm>
            <a:off x="4495429" y="3111497"/>
            <a:ext cx="1801447" cy="646163"/>
          </a:xfrm>
          <a:prstGeom prst="rect">
            <a:avLst/>
          </a:prstGeom>
        </p:spPr>
        <p:txBody>
          <a:bodyPr wrap="square">
            <a:spAutoFit/>
          </a:bodyPr>
          <a:lstStyle/>
          <a:p>
            <a:pPr marL="0" marR="0" lvl="0" indent="0" algn="ctr" defTabSz="914126" rtl="0" eaLnBrk="1" fontAlgn="auto" latinLnBrk="0" hangingPunct="1">
              <a:lnSpc>
                <a:spcPct val="100000"/>
              </a:lnSpc>
              <a:spcBef>
                <a:spcPts val="0"/>
              </a:spcBef>
              <a:spcAft>
                <a:spcPts val="0"/>
              </a:spcAft>
              <a:buClrTx/>
              <a:buSzTx/>
              <a:buFontTx/>
              <a:buNone/>
              <a:tabLst/>
              <a:defRPr/>
            </a:pPr>
            <a:r>
              <a:rPr kumimoji="0" lang="en-US" sz="2399" b="0" i="0" u="none" strike="noStrike" kern="1200" cap="none" spc="0" normalizeH="0" baseline="0" noProof="0" dirty="0">
                <a:ln>
                  <a:noFill/>
                </a:ln>
                <a:solidFill>
                  <a:srgbClr val="FFFFFF"/>
                </a:solidFill>
                <a:effectLst/>
                <a:uLnTx/>
                <a:uFillTx/>
                <a:latin typeface="Arial" panose="020B0604020202020204"/>
                <a:ea typeface="+mn-ea"/>
                <a:cs typeface="+mn-cs"/>
              </a:rPr>
              <a:t>25000+ </a:t>
            </a:r>
          </a:p>
          <a:p>
            <a:pPr marL="0" marR="0" lvl="0" indent="0" algn="ctr" defTabSz="914126"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FFFFFF"/>
                </a:solidFill>
                <a:effectLst/>
                <a:uLnTx/>
                <a:uFillTx/>
                <a:latin typeface="Arial" panose="020B0604020202020204"/>
                <a:ea typeface="+mn-ea"/>
                <a:cs typeface="+mn-cs"/>
              </a:rPr>
              <a:t>Learners Placed</a:t>
            </a:r>
          </a:p>
        </p:txBody>
      </p:sp>
      <p:pic>
        <p:nvPicPr>
          <p:cNvPr id="9" name="Picture 8">
            <a:extLst>
              <a:ext uri="{FF2B5EF4-FFF2-40B4-BE49-F238E27FC236}">
                <a16:creationId xmlns:a16="http://schemas.microsoft.com/office/drawing/2014/main" id="{6BBB1580-5754-8F41-9AD0-21D8AE6FD293}"/>
              </a:ext>
            </a:extLst>
          </p:cNvPr>
          <p:cNvPicPr>
            <a:picLocks noChangeAspect="1"/>
          </p:cNvPicPr>
          <p:nvPr/>
        </p:nvPicPr>
        <p:blipFill>
          <a:blip r:embed="rId4" cstate="email">
            <a:lum bright="70000" contrast="-70000"/>
            <a:extLst>
              <a:ext uri="{28A0092B-C50C-407E-A947-70E740481C1C}">
                <a14:useLocalDpi xmlns:a14="http://schemas.microsoft.com/office/drawing/2010/main"/>
              </a:ext>
            </a:extLst>
          </a:blip>
          <a:stretch>
            <a:fillRect/>
          </a:stretch>
        </p:blipFill>
        <p:spPr>
          <a:xfrm>
            <a:off x="1783127" y="2279841"/>
            <a:ext cx="640059" cy="640059"/>
          </a:xfrm>
          <a:prstGeom prst="rect">
            <a:avLst/>
          </a:prstGeom>
        </p:spPr>
      </p:pic>
      <p:pic>
        <p:nvPicPr>
          <p:cNvPr id="11" name="Picture 10">
            <a:extLst>
              <a:ext uri="{FF2B5EF4-FFF2-40B4-BE49-F238E27FC236}">
                <a16:creationId xmlns:a16="http://schemas.microsoft.com/office/drawing/2014/main" id="{465C330F-D3B3-C54E-A760-411AF08F9062}"/>
              </a:ext>
            </a:extLst>
          </p:cNvPr>
          <p:cNvPicPr>
            <a:picLocks noChangeAspect="1"/>
          </p:cNvPicPr>
          <p:nvPr/>
        </p:nvPicPr>
        <p:blipFill>
          <a:blip r:embed="rId5" cstate="email">
            <a:lum bright="70000" contrast="-70000"/>
            <a:extLst>
              <a:ext uri="{28A0092B-C50C-407E-A947-70E740481C1C}">
                <a14:useLocalDpi xmlns:a14="http://schemas.microsoft.com/office/drawing/2010/main"/>
              </a:ext>
            </a:extLst>
          </a:blip>
          <a:stretch>
            <a:fillRect/>
          </a:stretch>
        </p:blipFill>
        <p:spPr>
          <a:xfrm>
            <a:off x="3405530" y="2272765"/>
            <a:ext cx="671928" cy="671928"/>
          </a:xfrm>
          <a:prstGeom prst="rect">
            <a:avLst/>
          </a:prstGeom>
        </p:spPr>
      </p:pic>
      <p:sp>
        <p:nvSpPr>
          <p:cNvPr id="48" name="Rectangle 47"/>
          <p:cNvSpPr/>
          <p:nvPr/>
        </p:nvSpPr>
        <p:spPr>
          <a:xfrm>
            <a:off x="632520" y="692233"/>
            <a:ext cx="6570959" cy="1138476"/>
          </a:xfrm>
          <a:prstGeom prst="rect">
            <a:avLst/>
          </a:prstGeom>
        </p:spPr>
        <p:txBody>
          <a:bodyPr wrap="square">
            <a:spAutoFit/>
          </a:bodyPr>
          <a:lstStyle/>
          <a:p>
            <a:pPr marL="0" marR="0" lvl="0" indent="0" algn="ctr" defTabSz="914126" rtl="0" eaLnBrk="1" fontAlgn="auto" latinLnBrk="0" hangingPunct="1">
              <a:lnSpc>
                <a:spcPct val="100000"/>
              </a:lnSpc>
              <a:spcBef>
                <a:spcPts val="0"/>
              </a:spcBef>
              <a:spcAft>
                <a:spcPts val="0"/>
              </a:spcAft>
              <a:buClrTx/>
              <a:buSzTx/>
              <a:buFontTx/>
              <a:buNone/>
              <a:tabLst/>
              <a:defRPr/>
            </a:pPr>
            <a:r>
              <a:rPr kumimoji="0" lang="en-US" sz="1999" b="1" i="0" u="none" strike="noStrike" kern="1200" cap="none" spc="0" normalizeH="0" baseline="0" noProof="0" dirty="0">
                <a:ln>
                  <a:noFill/>
                </a:ln>
                <a:solidFill>
                  <a:srgbClr val="FFFFFF"/>
                </a:solidFill>
                <a:effectLst/>
                <a:uLnTx/>
                <a:uFillTx/>
                <a:latin typeface="Arial" panose="020B0604020202020204" pitchFamily="34" charset="0"/>
                <a:ea typeface="+mn-ea"/>
                <a:cs typeface="Arial" panose="020B0604020202020204" pitchFamily="34" charset="0"/>
              </a:rPr>
              <a:t>We’re committed to empower you to be</a:t>
            </a:r>
          </a:p>
          <a:p>
            <a:pPr marL="0" marR="0" lvl="0" indent="0" algn="ctr" defTabSz="914126" rtl="0" eaLnBrk="1" fontAlgn="auto" latinLnBrk="0" hangingPunct="1">
              <a:lnSpc>
                <a:spcPct val="100000"/>
              </a:lnSpc>
              <a:spcBef>
                <a:spcPts val="0"/>
              </a:spcBef>
              <a:spcAft>
                <a:spcPts val="0"/>
              </a:spcAft>
              <a:buClrTx/>
              <a:buSzTx/>
              <a:buFontTx/>
              <a:buNone/>
              <a:tabLst/>
              <a:defRPr/>
            </a:pPr>
            <a:r>
              <a:rPr kumimoji="0" lang="en-US" sz="1999" b="1" i="0" u="none" strike="noStrike" kern="1200" cap="none" spc="0" normalizeH="0" baseline="0" noProof="0" dirty="0">
                <a:ln>
                  <a:noFill/>
                </a:ln>
                <a:solidFill>
                  <a:srgbClr val="FFFFFF"/>
                </a:solidFill>
                <a:effectLst/>
                <a:uLnTx/>
                <a:uFillTx/>
                <a:latin typeface="Arial" panose="020B0604020202020204" pitchFamily="34" charset="0"/>
                <a:ea typeface="+mn-ea"/>
                <a:cs typeface="Arial" panose="020B0604020202020204" pitchFamily="34" charset="0"/>
              </a:rPr>
              <a:t> </a:t>
            </a:r>
            <a:r>
              <a:rPr kumimoji="0" lang="en-US" sz="2799" b="1" i="0" u="none" strike="noStrike" kern="1200" cap="none" spc="0" normalizeH="0" baseline="0" noProof="0" dirty="0">
                <a:ln>
                  <a:noFill/>
                </a:ln>
                <a:solidFill>
                  <a:srgbClr val="2AC6D1">
                    <a:lumMod val="40000"/>
                    <a:lumOff val="60000"/>
                  </a:srgbClr>
                </a:solidFill>
                <a:effectLst/>
                <a:uLnTx/>
                <a:uFillTx/>
                <a:latin typeface="Arial" panose="020B0604020202020204" pitchFamily="34" charset="0"/>
                <a:ea typeface="+mn-ea"/>
                <a:cs typeface="Arial" panose="020B0604020202020204" pitchFamily="34" charset="0"/>
              </a:rPr>
              <a:t>#FutureReady </a:t>
            </a:r>
          </a:p>
          <a:p>
            <a:pPr marL="0" marR="0" lvl="0" indent="0" algn="ctr" defTabSz="914126" rtl="0" eaLnBrk="1" fontAlgn="auto" latinLnBrk="0" hangingPunct="1">
              <a:lnSpc>
                <a:spcPct val="100000"/>
              </a:lnSpc>
              <a:spcBef>
                <a:spcPts val="0"/>
              </a:spcBef>
              <a:spcAft>
                <a:spcPts val="0"/>
              </a:spcAft>
              <a:buClrTx/>
              <a:buSzTx/>
              <a:buFontTx/>
              <a:buNone/>
              <a:tabLst/>
              <a:defRPr/>
            </a:pPr>
            <a:r>
              <a:rPr kumimoji="0" lang="en-US" sz="1999" b="1" i="0" u="none" strike="noStrike" kern="1200" cap="none" spc="0" normalizeH="0" baseline="0" noProof="0" dirty="0">
                <a:ln>
                  <a:noFill/>
                </a:ln>
                <a:solidFill>
                  <a:srgbClr val="FFFFFF"/>
                </a:solidFill>
                <a:effectLst/>
                <a:uLnTx/>
                <a:uFillTx/>
                <a:latin typeface="Arial" panose="020B0604020202020204" pitchFamily="34" charset="0"/>
                <a:ea typeface="+mn-ea"/>
                <a:cs typeface="Arial" panose="020B0604020202020204" pitchFamily="34" charset="0"/>
              </a:rPr>
              <a:t>through powerful training solutions.</a:t>
            </a:r>
          </a:p>
        </p:txBody>
      </p:sp>
      <p:sp>
        <p:nvSpPr>
          <p:cNvPr id="54" name="Rectangle 53">
            <a:extLst>
              <a:ext uri="{FF2B5EF4-FFF2-40B4-BE49-F238E27FC236}">
                <a16:creationId xmlns:a16="http://schemas.microsoft.com/office/drawing/2014/main" id="{29B88429-5E3E-E649-B2EC-6D73DF20380B}"/>
              </a:ext>
            </a:extLst>
          </p:cNvPr>
          <p:cNvSpPr/>
          <p:nvPr/>
        </p:nvSpPr>
        <p:spPr>
          <a:xfrm>
            <a:off x="350569" y="4998498"/>
            <a:ext cx="3900557" cy="892320"/>
          </a:xfrm>
          <a:prstGeom prst="rect">
            <a:avLst/>
          </a:prstGeom>
        </p:spPr>
        <p:txBody>
          <a:bodyPr wrap="square">
            <a:spAutoFit/>
          </a:bodyPr>
          <a:lstStyle/>
          <a:p>
            <a:pPr marL="0" marR="0" lvl="0" indent="0" algn="l" defTabSz="914126" rtl="0" eaLnBrk="1" fontAlgn="auto" latinLnBrk="0" hangingPunct="1">
              <a:lnSpc>
                <a:spcPct val="100000"/>
              </a:lnSpc>
              <a:spcBef>
                <a:spcPts val="0"/>
              </a:spcBef>
              <a:spcAft>
                <a:spcPts val="0"/>
              </a:spcAft>
              <a:buClrTx/>
              <a:buSzTx/>
              <a:buFontTx/>
              <a:buNone/>
              <a:tabLst/>
              <a:defRPr/>
            </a:pPr>
            <a:r>
              <a:rPr kumimoji="0" lang="en-US" sz="1999" b="1" i="0" u="none" strike="noStrike" kern="1200" cap="none" spc="100" normalizeH="0" baseline="0" noProof="0" dirty="0">
                <a:ln>
                  <a:noFill/>
                </a:ln>
                <a:solidFill>
                  <a:srgbClr val="F97700"/>
                </a:solidFill>
                <a:effectLst/>
                <a:uLnTx/>
                <a:uFillTx/>
                <a:latin typeface="Arial" panose="020B0604020202020204"/>
                <a:ea typeface="+mn-ea"/>
                <a:cs typeface="+mn-cs"/>
              </a:rPr>
              <a:t>FREE WEBINARS </a:t>
            </a:r>
          </a:p>
          <a:p>
            <a:pPr marL="0" marR="0" lvl="0" indent="0" algn="l" defTabSz="914126" rtl="0" eaLnBrk="1" fontAlgn="auto" latinLnBrk="0" hangingPunct="1">
              <a:lnSpc>
                <a:spcPct val="100000"/>
              </a:lnSpc>
              <a:spcBef>
                <a:spcPts val="0"/>
              </a:spcBef>
              <a:spcAft>
                <a:spcPts val="0"/>
              </a:spcAft>
              <a:buClrTx/>
              <a:buSzTx/>
              <a:buFontTx/>
              <a:buNone/>
              <a:tabLst/>
              <a:defRPr/>
            </a:pPr>
            <a:r>
              <a:rPr kumimoji="0" lang="en-US" sz="1600" b="0" i="1" u="none" strike="noStrike" kern="1200" cap="none" spc="0" normalizeH="0" baseline="0" noProof="0" dirty="0">
                <a:ln>
                  <a:noFill/>
                </a:ln>
                <a:solidFill>
                  <a:srgbClr val="F97700"/>
                </a:solidFill>
                <a:effectLst/>
                <a:uLnTx/>
                <a:uFillTx/>
                <a:latin typeface="Arial" panose="020B0604020202020204"/>
                <a:ea typeface="+mn-ea"/>
                <a:cs typeface="+mn-cs"/>
              </a:rPr>
              <a:t>Sign up for free webinars with industry experts every fortnight!</a:t>
            </a:r>
          </a:p>
        </p:txBody>
      </p:sp>
      <p:pic>
        <p:nvPicPr>
          <p:cNvPr id="56" name="Picture 55">
            <a:extLst>
              <a:ext uri="{FF2B5EF4-FFF2-40B4-BE49-F238E27FC236}">
                <a16:creationId xmlns:a16="http://schemas.microsoft.com/office/drawing/2014/main" id="{A2992D5F-5E6B-654B-9458-11A35BA426B5}"/>
              </a:ext>
            </a:extLst>
          </p:cNvPr>
          <p:cNvPicPr>
            <a:picLocks noChangeAspect="1"/>
          </p:cNvPicPr>
          <p:nvPr/>
        </p:nvPicPr>
        <p:blipFill>
          <a:blip r:embed="rId6" cstate="email">
            <a:lum bright="70000" contrast="-70000"/>
            <a:extLst>
              <a:ext uri="{28A0092B-C50C-407E-A947-70E740481C1C}">
                <a14:useLocalDpi xmlns:a14="http://schemas.microsoft.com/office/drawing/2010/main"/>
              </a:ext>
            </a:extLst>
          </a:blip>
          <a:stretch>
            <a:fillRect/>
          </a:stretch>
        </p:blipFill>
        <p:spPr>
          <a:xfrm>
            <a:off x="4951451" y="2194693"/>
            <a:ext cx="851865" cy="851865"/>
          </a:xfrm>
          <a:prstGeom prst="rect">
            <a:avLst/>
          </a:prstGeom>
        </p:spPr>
      </p:pic>
      <p:grpSp>
        <p:nvGrpSpPr>
          <p:cNvPr id="8" name="Group 13">
            <a:extLst>
              <a:ext uri="{FF2B5EF4-FFF2-40B4-BE49-F238E27FC236}">
                <a16:creationId xmlns:a16="http://schemas.microsoft.com/office/drawing/2014/main" id="{C4CE162D-F9BF-9140-A233-D39001B36CFD}"/>
              </a:ext>
            </a:extLst>
          </p:cNvPr>
          <p:cNvGrpSpPr/>
          <p:nvPr/>
        </p:nvGrpSpPr>
        <p:grpSpPr>
          <a:xfrm>
            <a:off x="6517598" y="3369121"/>
            <a:ext cx="5611184" cy="3380860"/>
            <a:chOff x="4482563" y="4980191"/>
            <a:chExt cx="3128574" cy="1841396"/>
          </a:xfrm>
        </p:grpSpPr>
        <p:pic>
          <p:nvPicPr>
            <p:cNvPr id="19" name="Picture 18">
              <a:extLst>
                <a:ext uri="{FF2B5EF4-FFF2-40B4-BE49-F238E27FC236}">
                  <a16:creationId xmlns:a16="http://schemas.microsoft.com/office/drawing/2014/main" id="{62C3C8DA-341B-5A4B-82D2-EE674B9C2DAF}"/>
                </a:ext>
              </a:extLst>
            </p:cNvPr>
            <p:cNvPicPr>
              <a:picLocks noChangeAspect="1"/>
            </p:cNvPicPr>
            <p:nvPr/>
          </p:nvPicPr>
          <p:blipFill>
            <a:blip r:embed="rId7"/>
            <a:stretch>
              <a:fillRect/>
            </a:stretch>
          </p:blipFill>
          <p:spPr>
            <a:xfrm>
              <a:off x="4482563" y="4980191"/>
              <a:ext cx="3128574" cy="1841396"/>
            </a:xfrm>
            <a:prstGeom prst="rect">
              <a:avLst/>
            </a:prstGeom>
          </p:spPr>
        </p:pic>
        <p:pic>
          <p:nvPicPr>
            <p:cNvPr id="13" name="Picture 12">
              <a:extLst>
                <a:ext uri="{FF2B5EF4-FFF2-40B4-BE49-F238E27FC236}">
                  <a16:creationId xmlns:a16="http://schemas.microsoft.com/office/drawing/2014/main" id="{3F68CD41-8EF3-B443-924E-319DE8B16892}"/>
                </a:ext>
              </a:extLst>
            </p:cNvPr>
            <p:cNvPicPr>
              <a:picLocks noChangeAspect="1"/>
            </p:cNvPicPr>
            <p:nvPr/>
          </p:nvPicPr>
          <p:blipFill rotWithShape="1">
            <a:blip r:embed="rId8" cstate="email">
              <a:extLst>
                <a:ext uri="{28A0092B-C50C-407E-A947-70E740481C1C}">
                  <a14:useLocalDpi xmlns:a14="http://schemas.microsoft.com/office/drawing/2010/main"/>
                </a:ext>
              </a:extLst>
            </a:blip>
            <a:srcRect/>
            <a:stretch/>
          </p:blipFill>
          <p:spPr>
            <a:xfrm>
              <a:off x="4906220" y="5127342"/>
              <a:ext cx="2275190" cy="1498325"/>
            </a:xfrm>
            <a:prstGeom prst="rect">
              <a:avLst/>
            </a:prstGeom>
          </p:spPr>
        </p:pic>
      </p:grpSp>
      <p:sp>
        <p:nvSpPr>
          <p:cNvPr id="3" name="Rectangle 2">
            <a:extLst>
              <a:ext uri="{FF2B5EF4-FFF2-40B4-BE49-F238E27FC236}">
                <a16:creationId xmlns:a16="http://schemas.microsoft.com/office/drawing/2014/main" id="{34C82462-A6A9-9F40-B874-C2786492A285}"/>
              </a:ext>
            </a:extLst>
          </p:cNvPr>
          <p:cNvSpPr/>
          <p:nvPr/>
        </p:nvSpPr>
        <p:spPr>
          <a:xfrm>
            <a:off x="4492569" y="5574754"/>
            <a:ext cx="2196235" cy="547351"/>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126" rtl="0" eaLnBrk="1" fontAlgn="auto" latinLnBrk="0" hangingPunct="1">
              <a:lnSpc>
                <a:spcPct val="100000"/>
              </a:lnSpc>
              <a:spcBef>
                <a:spcPts val="0"/>
              </a:spcBef>
              <a:spcAft>
                <a:spcPts val="0"/>
              </a:spcAft>
              <a:buClrTx/>
              <a:buSzTx/>
              <a:buFontTx/>
              <a:buNone/>
              <a:tabLst/>
              <a:defRPr/>
            </a:pPr>
            <a:endParaRPr kumimoji="0" lang="en-US" sz="1799" b="0" i="0" u="none" strike="noStrike" kern="1200" cap="none" spc="0" normalizeH="0" baseline="0" noProof="0">
              <a:ln>
                <a:noFill/>
              </a:ln>
              <a:solidFill>
                <a:srgbClr val="FFFFFF"/>
              </a:solidFill>
              <a:effectLst/>
              <a:uLnTx/>
              <a:uFillTx/>
              <a:latin typeface="Arial" panose="020B0604020202020204"/>
              <a:ea typeface="+mn-ea"/>
              <a:cs typeface="+mn-cs"/>
            </a:endParaRPr>
          </a:p>
        </p:txBody>
      </p:sp>
      <p:sp>
        <p:nvSpPr>
          <p:cNvPr id="23" name="Rectangle 22">
            <a:extLst>
              <a:ext uri="{FF2B5EF4-FFF2-40B4-BE49-F238E27FC236}">
                <a16:creationId xmlns:a16="http://schemas.microsoft.com/office/drawing/2014/main" id="{B7D41E04-1B35-BD4F-8B37-C6CC88C6B995}"/>
              </a:ext>
            </a:extLst>
          </p:cNvPr>
          <p:cNvSpPr/>
          <p:nvPr/>
        </p:nvSpPr>
        <p:spPr>
          <a:xfrm>
            <a:off x="4399734" y="5490332"/>
            <a:ext cx="2196235" cy="547351"/>
          </a:xfrm>
          <a:prstGeom prst="rect">
            <a:avLst/>
          </a:prstGeom>
          <a:solidFill>
            <a:schemeClr val="tx2">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126" rtl="0" eaLnBrk="1" fontAlgn="auto" latinLnBrk="0" hangingPunct="1">
              <a:lnSpc>
                <a:spcPct val="100000"/>
              </a:lnSpc>
              <a:spcBef>
                <a:spcPts val="0"/>
              </a:spcBef>
              <a:spcAft>
                <a:spcPts val="0"/>
              </a:spcAft>
              <a:buClrTx/>
              <a:buSzTx/>
              <a:buFontTx/>
              <a:buNone/>
              <a:tabLst/>
              <a:defRPr/>
            </a:pPr>
            <a:endParaRPr kumimoji="0" lang="en-US" sz="1799" b="0" i="0" u="none" strike="noStrike" kern="1200" cap="none" spc="0" normalizeH="0" baseline="0" noProof="0" dirty="0">
              <a:ln>
                <a:noFill/>
              </a:ln>
              <a:solidFill>
                <a:srgbClr val="FFFFFF"/>
              </a:solidFill>
              <a:effectLst/>
              <a:uLnTx/>
              <a:uFillTx/>
              <a:latin typeface="Arial" panose="020B0604020202020204"/>
              <a:ea typeface="+mn-ea"/>
              <a:cs typeface="+mn-cs"/>
            </a:endParaRPr>
          </a:p>
        </p:txBody>
      </p:sp>
      <p:sp>
        <p:nvSpPr>
          <p:cNvPr id="5" name="Rectangle 4">
            <a:extLst>
              <a:ext uri="{FF2B5EF4-FFF2-40B4-BE49-F238E27FC236}">
                <a16:creationId xmlns:a16="http://schemas.microsoft.com/office/drawing/2014/main" id="{6AA9D7C5-0368-6645-B73F-D51BF9C01567}"/>
              </a:ext>
            </a:extLst>
          </p:cNvPr>
          <p:cNvSpPr/>
          <p:nvPr/>
        </p:nvSpPr>
        <p:spPr>
          <a:xfrm>
            <a:off x="4802969" y="5590298"/>
            <a:ext cx="1466686" cy="369236"/>
          </a:xfrm>
          <a:prstGeom prst="rect">
            <a:avLst/>
          </a:prstGeom>
        </p:spPr>
        <p:txBody>
          <a:bodyPr wrap="none">
            <a:spAutoFit/>
          </a:bodyPr>
          <a:lstStyle/>
          <a:p>
            <a:pPr marL="0" marR="0" lvl="0" indent="0" algn="l" defTabSz="914126" rtl="0" eaLnBrk="1" fontAlgn="auto" latinLnBrk="0" hangingPunct="1">
              <a:lnSpc>
                <a:spcPct val="100000"/>
              </a:lnSpc>
              <a:spcBef>
                <a:spcPts val="0"/>
              </a:spcBef>
              <a:spcAft>
                <a:spcPts val="0"/>
              </a:spcAft>
              <a:buClrTx/>
              <a:buSzTx/>
              <a:buFontTx/>
              <a:buNone/>
              <a:tabLst/>
              <a:defRPr/>
            </a:pPr>
            <a:r>
              <a:rPr kumimoji="0" lang="en-US" sz="1799" b="1" i="0" u="none" strike="noStrike" kern="1200" cap="none" spc="0" normalizeH="0" baseline="0" noProof="0" dirty="0">
                <a:ln>
                  <a:noFill/>
                </a:ln>
                <a:solidFill>
                  <a:srgbClr val="44546A"/>
                </a:solidFill>
                <a:effectLst/>
                <a:uLnTx/>
                <a:uFillTx/>
                <a:latin typeface="Arial" panose="020B0604020202020204"/>
                <a:ea typeface="+mn-ea"/>
                <a:cs typeface="+mn-cs"/>
              </a:rPr>
              <a:t>Enroll Now!</a:t>
            </a:r>
            <a:endParaRPr kumimoji="0" lang="en-US" sz="1799" b="1" i="0" u="none" strike="noStrike" kern="1200" cap="none" spc="0" normalizeH="0" baseline="0" noProof="0" dirty="0">
              <a:ln>
                <a:noFill/>
              </a:ln>
              <a:solidFill>
                <a:srgbClr val="000000"/>
              </a:solidFill>
              <a:effectLst/>
              <a:uLnTx/>
              <a:uFillTx/>
              <a:latin typeface="Arial" panose="020B0604020202020204"/>
              <a:ea typeface="+mn-ea"/>
              <a:cs typeface="+mn-cs"/>
            </a:endParaRPr>
          </a:p>
        </p:txBody>
      </p:sp>
      <p:pic>
        <p:nvPicPr>
          <p:cNvPr id="24" name="Picture 4">
            <a:extLst>
              <a:ext uri="{FF2B5EF4-FFF2-40B4-BE49-F238E27FC236}">
                <a16:creationId xmlns:a16="http://schemas.microsoft.com/office/drawing/2014/main" id="{42A5B84E-0F13-E020-C1B3-A338EB41685E}"/>
              </a:ext>
            </a:extLst>
          </p:cNvPr>
          <p:cNvPicPr>
            <a:picLocks noChangeAspect="1" noChangeArrowheads="1"/>
          </p:cNvPicPr>
          <p:nvPr/>
        </p:nvPicPr>
        <p:blipFill>
          <a:blip r:embed="rId9">
            <a:extLst>
              <a:ext uri="{28A0092B-C50C-407E-A947-70E740481C1C}">
                <a14:useLocalDpi xmlns:a14="http://schemas.microsoft.com/office/drawing/2010/main" val="0"/>
              </a:ext>
            </a:extLst>
          </a:blip>
          <a:srcRect/>
          <a:stretch>
            <a:fillRect/>
          </a:stretch>
        </p:blipFill>
        <p:spPr bwMode="auto">
          <a:xfrm>
            <a:off x="8482236" y="444130"/>
            <a:ext cx="2323495" cy="229492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85560297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theme/theme1.xml><?xml version="1.0" encoding="utf-8"?>
<a:theme xmlns:a="http://schemas.openxmlformats.org/drawingml/2006/main" name="Office Theme">
  <a:themeElements>
    <a:clrScheme name="SlideModel - Sustainablity Strategy">
      <a:dk1>
        <a:srgbClr val="433835"/>
      </a:dk1>
      <a:lt1>
        <a:srgbClr val="FFFFFF"/>
      </a:lt1>
      <a:dk2>
        <a:srgbClr val="070707"/>
      </a:dk2>
      <a:lt2>
        <a:srgbClr val="FFFFFF"/>
      </a:lt2>
      <a:accent1>
        <a:srgbClr val="75C042"/>
      </a:accent1>
      <a:accent2>
        <a:srgbClr val="F0F6FB"/>
      </a:accent2>
      <a:accent3>
        <a:srgbClr val="243769"/>
      </a:accent3>
      <a:accent4>
        <a:srgbClr val="8FBBE1"/>
      </a:accent4>
      <a:accent5>
        <a:srgbClr val="E3F2D9"/>
      </a:accent5>
      <a:accent6>
        <a:srgbClr val="002060"/>
      </a:accent6>
      <a:hlink>
        <a:srgbClr val="FCD7DB"/>
      </a:hlink>
      <a:folHlink>
        <a:srgbClr val="F0E9E3"/>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2_Office Theme">
  <a:themeElements>
    <a:clrScheme name="Custom 76">
      <a:dk1>
        <a:srgbClr val="000000"/>
      </a:dk1>
      <a:lt1>
        <a:srgbClr val="FFFFFF"/>
      </a:lt1>
      <a:dk2>
        <a:srgbClr val="1F497D"/>
      </a:dk2>
      <a:lt2>
        <a:srgbClr val="EEECE1"/>
      </a:lt2>
      <a:accent1>
        <a:srgbClr val="BDBDBD"/>
      </a:accent1>
      <a:accent2>
        <a:srgbClr val="98C536"/>
      </a:accent2>
      <a:accent3>
        <a:srgbClr val="6D6D6D"/>
      </a:accent3>
      <a:accent4>
        <a:srgbClr val="1767AC"/>
      </a:accent4>
      <a:accent5>
        <a:srgbClr val="E5E6E8"/>
      </a:accent5>
      <a:accent6>
        <a:srgbClr val="99C274"/>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3_Office Theme">
  <a:themeElements>
    <a:clrScheme name="Custom 618">
      <a:dk1>
        <a:sysClr val="windowText" lastClr="000000"/>
      </a:dk1>
      <a:lt1>
        <a:sysClr val="window" lastClr="FFFFFF"/>
      </a:lt1>
      <a:dk2>
        <a:srgbClr val="1F497D"/>
      </a:dk2>
      <a:lt2>
        <a:srgbClr val="EEECE1"/>
      </a:lt2>
      <a:accent1>
        <a:srgbClr val="151C2B"/>
      </a:accent1>
      <a:accent2>
        <a:srgbClr val="CAC4F7"/>
      </a:accent2>
      <a:accent3>
        <a:srgbClr val="1C21E4"/>
      </a:accent3>
      <a:accent4>
        <a:srgbClr val="5FB7A2"/>
      </a:accent4>
      <a:accent5>
        <a:srgbClr val="3081AC"/>
      </a:accent5>
      <a:accent6>
        <a:srgbClr val="A5A5A5"/>
      </a:accent6>
      <a:hlink>
        <a:srgbClr val="0000FF"/>
      </a:hlink>
      <a:folHlink>
        <a:srgbClr val="800080"/>
      </a:folHlink>
    </a:clrScheme>
    <a:fontScheme name="Custom 2">
      <a:majorFont>
        <a:latin typeface="Calibri"/>
        <a:ea typeface=""/>
        <a:cs typeface=""/>
      </a:majorFont>
      <a:minorFont>
        <a:latin typeface="Segoe UI"/>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4.xml><?xml version="1.0" encoding="utf-8"?>
<a:theme xmlns:a="http://schemas.openxmlformats.org/drawingml/2006/main" name="4_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5.xml><?xml version="1.0" encoding="utf-8"?>
<a:theme xmlns:a="http://schemas.openxmlformats.org/drawingml/2006/main"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1931</TotalTime>
  <Words>547</Words>
  <Application>Microsoft Office PowerPoint</Application>
  <PresentationFormat>Custom</PresentationFormat>
  <Paragraphs>83</Paragraphs>
  <Slides>10</Slides>
  <Notes>8</Notes>
  <HiddenSlides>0</HiddenSlides>
  <MMClips>0</MMClips>
  <ScaleCrop>false</ScaleCrop>
  <HeadingPairs>
    <vt:vector size="6" baseType="variant">
      <vt:variant>
        <vt:lpstr>Fonts Used</vt:lpstr>
      </vt:variant>
      <vt:variant>
        <vt:i4>10</vt:i4>
      </vt:variant>
      <vt:variant>
        <vt:lpstr>Theme</vt:lpstr>
      </vt:variant>
      <vt:variant>
        <vt:i4>4</vt:i4>
      </vt:variant>
      <vt:variant>
        <vt:lpstr>Slide Titles</vt:lpstr>
      </vt:variant>
      <vt:variant>
        <vt:i4>10</vt:i4>
      </vt:variant>
    </vt:vector>
  </HeadingPairs>
  <TitlesOfParts>
    <vt:vector size="24" baseType="lpstr">
      <vt:lpstr>Calibri</vt:lpstr>
      <vt:lpstr>Quattrocento Sans</vt:lpstr>
      <vt:lpstr>Arial</vt:lpstr>
      <vt:lpstr>Cambria</vt:lpstr>
      <vt:lpstr>Arial Black</vt:lpstr>
      <vt:lpstr>Open Sans</vt:lpstr>
      <vt:lpstr>Corben</vt:lpstr>
      <vt:lpstr>Segoe UI Light</vt:lpstr>
      <vt:lpstr>Cooper Black</vt:lpstr>
      <vt:lpstr>Segoe UI</vt:lpstr>
      <vt:lpstr>Office Theme</vt:lpstr>
      <vt:lpstr>2_Office Theme</vt:lpstr>
      <vt:lpstr>3_Office Theme</vt:lpstr>
      <vt:lpstr>4_Office Theme</vt:lpstr>
      <vt:lpstr>SAP BTP ABAP  on Cloud / RAP  Training</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ABAP ON CLOUD  RESTFUL APPLICATION  PROGRAMMING EMBEDDED STEAMPUNK TRAINING</dc:title>
  <dc:creator>anurag</dc:creator>
  <cp:lastModifiedBy>Anubhav Oberoy</cp:lastModifiedBy>
  <cp:revision>79</cp:revision>
  <dcterms:created xsi:type="dcterms:W3CDTF">2023-10-03T21:33:12Z</dcterms:created>
  <dcterms:modified xsi:type="dcterms:W3CDTF">2025-09-04T08:26:53Z</dcterms:modified>
</cp:coreProperties>
</file>